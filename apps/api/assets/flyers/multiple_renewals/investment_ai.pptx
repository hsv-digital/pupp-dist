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8" r:id="rId6"/>
  </p:sldMasterIdLst>
  <p:notesMasterIdLst>
    <p:notesMasterId r:id="rId8"/>
  </p:notesMasterIdLst>
  <p:sldIdLst>
    <p:sldId id="2147470014" r:id="rId7"/>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2475"/>
    <a:srgbClr val="F2E5DE"/>
    <a:srgbClr val="FEFEFE"/>
    <a:srgbClr val="B740C5"/>
    <a:srgbClr val="F2F2F2"/>
    <a:srgbClr val="FCF2F9"/>
    <a:srgbClr val="5EA6AB"/>
    <a:srgbClr val="E9FED1"/>
    <a:srgbClr val="FFFFFF"/>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20F24E-166F-4DAB-9498-EA237EBB76A7}" v="8" dt="2026-03-02T10:41:55.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5616"/>
        <p:guide pos="2448"/>
        <p:guide orient="horz" pos="40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heme" Target="theme/theme1.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S::praveend@hsv.digital::77009b3f-ee31-425d-b17c-2f6ea73f5149" providerId="AD" clId="Web-{03D38E37-8818-630E-92B4-E63F9477C629}"/>
    <pc:docChg chg="modSld">
      <pc:chgData name="Praveen Dehury" userId="S::praveend@hsv.digital::77009b3f-ee31-425d-b17c-2f6ea73f5149" providerId="AD" clId="Web-{03D38E37-8818-630E-92B4-E63F9477C629}" dt="2026-02-21T19:41:08.823" v="3" actId="20577"/>
      <pc:docMkLst>
        <pc:docMk/>
      </pc:docMkLst>
    </pc:docChg>
  </pc:docChgLst>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3-02T10:41:55.503" v="436" actId="47"/>
      <pc:docMkLst>
        <pc:docMk/>
      </pc:docMkLst>
      <pc:sldChg chg="add del">
        <pc:chgData name="Vandan Jain" userId="4244b45b-25d1-413d-855b-6597e767c081" providerId="ADAL" clId="{67AB2A15-26B8-47FB-BEC6-EFDC03C3B3B6}" dt="2026-03-01T19:56:53.504" v="400" actId="47"/>
        <pc:sldMkLst>
          <pc:docMk/>
          <pc:sldMk cId="0" sldId="258"/>
        </pc:sldMkLst>
      </pc:sldChg>
      <pc:sldChg chg="addSp delSp modSp add mod">
        <pc:chgData name="Vandan Jain" userId="4244b45b-25d1-413d-855b-6597e767c081" providerId="ADAL" clId="{67AB2A15-26B8-47FB-BEC6-EFDC03C3B3B6}" dt="2026-03-02T08:46:13.847" v="434" actId="14100"/>
        <pc:sldMkLst>
          <pc:docMk/>
          <pc:sldMk cId="2830339352" sldId="2147470014"/>
        </pc:sldMkLst>
        <pc:spChg chg="add del mod">
          <ac:chgData name="Vandan Jain" userId="4244b45b-25d1-413d-855b-6597e767c081" providerId="ADAL" clId="{67AB2A15-26B8-47FB-BEC6-EFDC03C3B3B6}" dt="2026-03-02T08:45:44.585" v="424" actId="478"/>
          <ac:spMkLst>
            <pc:docMk/>
            <pc:sldMk cId="2830339352" sldId="2147470014"/>
            <ac:spMk id="6" creationId="{8527820F-4BB8-5025-A968-8292749142A8}"/>
          </ac:spMkLst>
        </pc:spChg>
        <pc:spChg chg="del">
          <ac:chgData name="Vandan Jain" userId="4244b45b-25d1-413d-855b-6597e767c081" providerId="ADAL" clId="{67AB2A15-26B8-47FB-BEC6-EFDC03C3B3B6}" dt="2026-03-01T19:55:59.934" v="388" actId="478"/>
          <ac:spMkLst>
            <pc:docMk/>
            <pc:sldMk cId="2830339352" sldId="2147470014"/>
            <ac:spMk id="33" creationId="{11B08FFE-4B4A-EB5A-4866-8C40B76594CC}"/>
          </ac:spMkLst>
        </pc:spChg>
        <pc:grpChg chg="add del mod">
          <ac:chgData name="Vandan Jain" userId="4244b45b-25d1-413d-855b-6597e767c081" providerId="ADAL" clId="{67AB2A15-26B8-47FB-BEC6-EFDC03C3B3B6}" dt="2026-03-01T19:56:11.169" v="391" actId="478"/>
          <ac:grpSpMkLst>
            <pc:docMk/>
            <pc:sldMk cId="2830339352" sldId="2147470014"/>
            <ac:grpSpMk id="10" creationId="{649F9F3C-5B7C-43A3-DB7B-E4E82CD5169A}"/>
          </ac:grpSpMkLst>
        </pc:grpChg>
        <pc:graphicFrameChg chg="add mod modGraphic">
          <ac:chgData name="Vandan Jain" userId="4244b45b-25d1-413d-855b-6597e767c081" providerId="ADAL" clId="{67AB2A15-26B8-47FB-BEC6-EFDC03C3B3B6}" dt="2026-03-02T08:46:13.847" v="434" actId="14100"/>
          <ac:graphicFrameMkLst>
            <pc:docMk/>
            <pc:sldMk cId="2830339352" sldId="2147470014"/>
            <ac:graphicFrameMk id="7" creationId="{05C6C037-4354-CA3C-CC22-A3B1FFE1C4F0}"/>
          </ac:graphicFrameMkLst>
        </pc:graphicFrameChg>
        <pc:graphicFrameChg chg="del">
          <ac:chgData name="Vandan Jain" userId="4244b45b-25d1-413d-855b-6597e767c081" providerId="ADAL" clId="{67AB2A15-26B8-47FB-BEC6-EFDC03C3B3B6}" dt="2026-03-01T19:55:59.934" v="388" actId="478"/>
          <ac:graphicFrameMkLst>
            <pc:docMk/>
            <pc:sldMk cId="2830339352" sldId="2147470014"/>
            <ac:graphicFrameMk id="29" creationId="{4E7BB84D-9E35-CF2D-933A-F2164B5B640D}"/>
          </ac:graphicFrameMkLst>
        </pc:graphicFrameChg>
        <pc:picChg chg="add del mod">
          <ac:chgData name="Vandan Jain" userId="4244b45b-25d1-413d-855b-6597e767c081" providerId="ADAL" clId="{67AB2A15-26B8-47FB-BEC6-EFDC03C3B3B6}" dt="2026-03-02T08:45:34.160" v="422" actId="478"/>
          <ac:picMkLst>
            <pc:docMk/>
            <pc:sldMk cId="2830339352" sldId="2147470014"/>
            <ac:picMk id="2" creationId="{D46686FA-6EFB-FB41-84A1-CF4E7E5B1B0B}"/>
          </ac:picMkLst>
        </pc:picChg>
        <pc:picChg chg="del">
          <ac:chgData name="Vandan Jain" userId="4244b45b-25d1-413d-855b-6597e767c081" providerId="ADAL" clId="{67AB2A15-26B8-47FB-BEC6-EFDC03C3B3B6}" dt="2026-03-01T19:55:59.934" v="388" actId="478"/>
          <ac:picMkLst>
            <pc:docMk/>
            <pc:sldMk cId="2830339352" sldId="2147470014"/>
            <ac:picMk id="4" creationId="{65D2BE78-60C7-309F-967D-DB03F5F86A01}"/>
          </ac:picMkLst>
        </pc:picChg>
        <pc:cxnChg chg="del mod">
          <ac:chgData name="Vandan Jain" userId="4244b45b-25d1-413d-855b-6597e767c081" providerId="ADAL" clId="{67AB2A15-26B8-47FB-BEC6-EFDC03C3B3B6}" dt="2026-03-01T19:56:12.564" v="392" actId="478"/>
          <ac:cxnSpMkLst>
            <pc:docMk/>
            <pc:sldMk cId="2830339352" sldId="2147470014"/>
            <ac:cxnSpMk id="8" creationId="{3F0D18BA-7494-AE4E-1C07-B71C83BBA466}"/>
          </ac:cxnSpMkLst>
        </pc:cxnChg>
        <pc:cxnChg chg="mod">
          <ac:chgData name="Vandan Jain" userId="4244b45b-25d1-413d-855b-6597e767c081" providerId="ADAL" clId="{67AB2A15-26B8-47FB-BEC6-EFDC03C3B3B6}" dt="2026-03-01T19:56:06.084" v="389"/>
          <ac:cxnSpMkLst>
            <pc:docMk/>
            <pc:sldMk cId="2830339352" sldId="2147470014"/>
            <ac:cxnSpMk id="11" creationId="{45C88380-E267-DEA9-7B9A-2A9D94256CE7}"/>
          </ac:cxnSpMkLst>
        </pc:cxnChg>
        <pc:cxnChg chg="mod">
          <ac:chgData name="Vandan Jain" userId="4244b45b-25d1-413d-855b-6597e767c081" providerId="ADAL" clId="{67AB2A15-26B8-47FB-BEC6-EFDC03C3B3B6}" dt="2026-03-01T19:56:06.084" v="389"/>
          <ac:cxnSpMkLst>
            <pc:docMk/>
            <pc:sldMk cId="2830339352" sldId="2147470014"/>
            <ac:cxnSpMk id="12" creationId="{2BC1570C-24E7-C966-DD98-A808FC8D11CD}"/>
          </ac:cxnSpMkLst>
        </pc:cxnChg>
        <pc:cxnChg chg="mod">
          <ac:chgData name="Vandan Jain" userId="4244b45b-25d1-413d-855b-6597e767c081" providerId="ADAL" clId="{67AB2A15-26B8-47FB-BEC6-EFDC03C3B3B6}" dt="2026-03-01T19:56:06.084" v="389"/>
          <ac:cxnSpMkLst>
            <pc:docMk/>
            <pc:sldMk cId="2830339352" sldId="2147470014"/>
            <ac:cxnSpMk id="13" creationId="{80AFD302-4D97-C052-7A19-76523B5B940B}"/>
          </ac:cxnSpMkLst>
        </pc:cxnChg>
        <pc:cxnChg chg="mod">
          <ac:chgData name="Vandan Jain" userId="4244b45b-25d1-413d-855b-6597e767c081" providerId="ADAL" clId="{67AB2A15-26B8-47FB-BEC6-EFDC03C3B3B6}" dt="2026-03-01T19:56:06.084" v="389"/>
          <ac:cxnSpMkLst>
            <pc:docMk/>
            <pc:sldMk cId="2830339352" sldId="2147470014"/>
            <ac:cxnSpMk id="16" creationId="{74A0A7C8-2E40-0615-572E-C04B352DA82D}"/>
          </ac:cxnSpMkLst>
        </pc:cxnChg>
        <pc:cxnChg chg="mod">
          <ac:chgData name="Vandan Jain" userId="4244b45b-25d1-413d-855b-6597e767c081" providerId="ADAL" clId="{67AB2A15-26B8-47FB-BEC6-EFDC03C3B3B6}" dt="2026-03-01T19:56:06.084" v="389"/>
          <ac:cxnSpMkLst>
            <pc:docMk/>
            <pc:sldMk cId="2830339352" sldId="2147470014"/>
            <ac:cxnSpMk id="18" creationId="{D41809EC-1667-2560-2069-0422EA1F1A92}"/>
          </ac:cxnSpMkLst>
        </pc:cxnChg>
        <pc:cxnChg chg="mod">
          <ac:chgData name="Vandan Jain" userId="4244b45b-25d1-413d-855b-6597e767c081" providerId="ADAL" clId="{67AB2A15-26B8-47FB-BEC6-EFDC03C3B3B6}" dt="2026-03-01T19:56:06.084" v="389"/>
          <ac:cxnSpMkLst>
            <pc:docMk/>
            <pc:sldMk cId="2830339352" sldId="2147470014"/>
            <ac:cxnSpMk id="19" creationId="{16AA1288-FF21-775A-BF78-3B88F5234FF1}"/>
          </ac:cxnSpMkLst>
        </pc:cxnChg>
      </pc:sldChg>
      <pc:sldChg chg="add del">
        <pc:chgData name="Vandan Jain" userId="4244b45b-25d1-413d-855b-6597e767c081" providerId="ADAL" clId="{67AB2A15-26B8-47FB-BEC6-EFDC03C3B3B6}" dt="2026-03-02T10:41:55.503" v="436" actId="47"/>
        <pc:sldMkLst>
          <pc:docMk/>
          <pc:sldMk cId="3975281345" sldId="2147470015"/>
        </pc:sldMkLst>
      </pc:sldChg>
      <pc:sldChg chg="add del">
        <pc:chgData name="Vandan Jain" userId="4244b45b-25d1-413d-855b-6597e767c081" providerId="ADAL" clId="{67AB2A15-26B8-47FB-BEC6-EFDC03C3B3B6}" dt="2026-03-01T19:56:53.504" v="400" actId="47"/>
        <pc:sldMkLst>
          <pc:docMk/>
          <pc:sldMk cId="1603042098" sldId="2147470024"/>
        </pc:sldMkLst>
      </pc:sldChg>
      <pc:sldMasterChg chg="delSldLayout">
        <pc:chgData name="Vandan Jain" userId="4244b45b-25d1-413d-855b-6597e767c081" providerId="ADAL" clId="{67AB2A15-26B8-47FB-BEC6-EFDC03C3B3B6}" dt="2026-02-22T19:20:14.222" v="384" actId="47"/>
        <pc:sldMasterMkLst>
          <pc:docMk/>
          <pc:sldMasterMk cId="2863918117" sldId="214748374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3/2/2026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64867"/>
      </p:ext>
    </p:extLst>
  </p:cSld>
  <p:clrMap bg1="lt1" tx1="dk1" bg2="lt2" tx2="dk2" accent1="accent1" accent2="accent2" accent3="accent3" accent4="accent4" accent5="accent5" accent6="accent6" hlink="hlink" folHlink="folHlink"/>
  <p:sldLayoutIdLst>
    <p:sldLayoutId id="2147483749" r:id="rId1"/>
  </p:sldLayoutIdLst>
  <p:hf sldNum="0" hdr="0" ftr="0" dt="0"/>
  <p:txStyles>
    <p:titleStyle>
      <a:lvl1pPr algn="ctr" defTabSz="1146840" rtl="0" eaLnBrk="1" latinLnBrk="0" hangingPunct="1">
        <a:spcBef>
          <a:spcPct val="0"/>
        </a:spcBef>
        <a:buNone/>
        <a:defRPr sz="5518" kern="1200">
          <a:solidFill>
            <a:schemeClr val="tx1"/>
          </a:solidFill>
          <a:latin typeface="+mj-lt"/>
          <a:ea typeface="+mj-ea"/>
          <a:cs typeface="+mj-cs"/>
        </a:defRPr>
      </a:lvl1pPr>
    </p:titleStyle>
    <p:bodyStyle>
      <a:lvl1pPr marL="430065" indent="-430065" algn="l" defTabSz="1146840" rtl="0" eaLnBrk="1" latinLnBrk="0" hangingPunct="1">
        <a:spcBef>
          <a:spcPct val="20000"/>
        </a:spcBef>
        <a:buFont typeface="Arial" pitchFamily="34" charset="0"/>
        <a:buChar char="•"/>
        <a:defRPr sz="4013" kern="1200">
          <a:solidFill>
            <a:schemeClr val="tx1"/>
          </a:solidFill>
          <a:latin typeface="+mn-lt"/>
          <a:ea typeface="+mn-ea"/>
          <a:cs typeface="+mn-cs"/>
        </a:defRPr>
      </a:lvl1pPr>
      <a:lvl2pPr marL="931808" indent="-358388" algn="l" defTabSz="1146840" rtl="0" eaLnBrk="1" latinLnBrk="0" hangingPunct="1">
        <a:spcBef>
          <a:spcPct val="20000"/>
        </a:spcBef>
        <a:buFont typeface="Arial" pitchFamily="34" charset="0"/>
        <a:buChar char="–"/>
        <a:defRPr sz="3512" kern="1200">
          <a:solidFill>
            <a:schemeClr val="tx1"/>
          </a:solidFill>
          <a:latin typeface="+mn-lt"/>
          <a:ea typeface="+mn-ea"/>
          <a:cs typeface="+mn-cs"/>
        </a:defRPr>
      </a:lvl2pPr>
      <a:lvl3pPr marL="1433551" indent="-286710" algn="l" defTabSz="1146840" rtl="0" eaLnBrk="1" latinLnBrk="0" hangingPunct="1">
        <a:spcBef>
          <a:spcPct val="20000"/>
        </a:spcBef>
        <a:buFont typeface="Arial" pitchFamily="34" charset="0"/>
        <a:buChar char="•"/>
        <a:defRPr sz="3010" kern="1200">
          <a:solidFill>
            <a:schemeClr val="tx1"/>
          </a:solidFill>
          <a:latin typeface="+mn-lt"/>
          <a:ea typeface="+mn-ea"/>
          <a:cs typeface="+mn-cs"/>
        </a:defRPr>
      </a:lvl3pPr>
      <a:lvl4pPr marL="200697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4pPr>
      <a:lvl5pPr marL="258039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5pPr>
      <a:lvl6pPr marL="315381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6pPr>
      <a:lvl7pPr marL="372723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7pPr>
      <a:lvl8pPr marL="430065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8pPr>
      <a:lvl9pPr marL="487407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9pPr>
    </p:bodyStyle>
    <p:otherStyle>
      <a:defPPr>
        <a:defRPr lang="en-US"/>
      </a:defPPr>
      <a:lvl1pPr marL="0" algn="l" defTabSz="1146840" rtl="0" eaLnBrk="1" latinLnBrk="0" hangingPunct="1">
        <a:defRPr sz="2258" kern="1200">
          <a:solidFill>
            <a:schemeClr val="tx1"/>
          </a:solidFill>
          <a:latin typeface="+mn-lt"/>
          <a:ea typeface="+mn-ea"/>
          <a:cs typeface="+mn-cs"/>
        </a:defRPr>
      </a:lvl1pPr>
      <a:lvl2pPr marL="573420" algn="l" defTabSz="1146840" rtl="0" eaLnBrk="1" latinLnBrk="0" hangingPunct="1">
        <a:defRPr sz="2258" kern="1200">
          <a:solidFill>
            <a:schemeClr val="tx1"/>
          </a:solidFill>
          <a:latin typeface="+mn-lt"/>
          <a:ea typeface="+mn-ea"/>
          <a:cs typeface="+mn-cs"/>
        </a:defRPr>
      </a:lvl2pPr>
      <a:lvl3pPr marL="1146840" algn="l" defTabSz="1146840" rtl="0" eaLnBrk="1" latinLnBrk="0" hangingPunct="1">
        <a:defRPr sz="2258" kern="1200">
          <a:solidFill>
            <a:schemeClr val="tx1"/>
          </a:solidFill>
          <a:latin typeface="+mn-lt"/>
          <a:ea typeface="+mn-ea"/>
          <a:cs typeface="+mn-cs"/>
        </a:defRPr>
      </a:lvl3pPr>
      <a:lvl4pPr marL="1720261" algn="l" defTabSz="1146840" rtl="0" eaLnBrk="1" latinLnBrk="0" hangingPunct="1">
        <a:defRPr sz="2258" kern="1200">
          <a:solidFill>
            <a:schemeClr val="tx1"/>
          </a:solidFill>
          <a:latin typeface="+mn-lt"/>
          <a:ea typeface="+mn-ea"/>
          <a:cs typeface="+mn-cs"/>
        </a:defRPr>
      </a:lvl4pPr>
      <a:lvl5pPr marL="2293681" algn="l" defTabSz="1146840" rtl="0" eaLnBrk="1" latinLnBrk="0" hangingPunct="1">
        <a:defRPr sz="2258" kern="1200">
          <a:solidFill>
            <a:schemeClr val="tx1"/>
          </a:solidFill>
          <a:latin typeface="+mn-lt"/>
          <a:ea typeface="+mn-ea"/>
          <a:cs typeface="+mn-cs"/>
        </a:defRPr>
      </a:lvl5pPr>
      <a:lvl6pPr marL="2867101" algn="l" defTabSz="1146840" rtl="0" eaLnBrk="1" latinLnBrk="0" hangingPunct="1">
        <a:defRPr sz="2258" kern="1200">
          <a:solidFill>
            <a:schemeClr val="tx1"/>
          </a:solidFill>
          <a:latin typeface="+mn-lt"/>
          <a:ea typeface="+mn-ea"/>
          <a:cs typeface="+mn-cs"/>
        </a:defRPr>
      </a:lvl6pPr>
      <a:lvl7pPr marL="3440521" algn="l" defTabSz="1146840" rtl="0" eaLnBrk="1" latinLnBrk="0" hangingPunct="1">
        <a:defRPr sz="2258" kern="1200">
          <a:solidFill>
            <a:schemeClr val="tx1"/>
          </a:solidFill>
          <a:latin typeface="+mn-lt"/>
          <a:ea typeface="+mn-ea"/>
          <a:cs typeface="+mn-cs"/>
        </a:defRPr>
      </a:lvl7pPr>
      <a:lvl8pPr marL="4013942" algn="l" defTabSz="1146840" rtl="0" eaLnBrk="1" latinLnBrk="0" hangingPunct="1">
        <a:defRPr sz="2258" kern="1200">
          <a:solidFill>
            <a:schemeClr val="tx1"/>
          </a:solidFill>
          <a:latin typeface="+mn-lt"/>
          <a:ea typeface="+mn-ea"/>
          <a:cs typeface="+mn-cs"/>
        </a:defRPr>
      </a:lvl8pPr>
      <a:lvl9pPr marL="4587362" algn="l" defTabSz="1146840" rtl="0" eaLnBrk="1" latinLnBrk="0" hangingPunct="1">
        <a:defRPr sz="22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7772399" cy="10058400"/>
          </a:xfrm>
          <a:prstGeom prst="rect">
            <a:avLst/>
          </a:prstGeom>
          <a:solidFill>
            <a:srgbClr val="FCF2ED"/>
          </a:solidFill>
          <a:ln/>
        </p:spPr>
        <p:txBody>
          <a:bodyPr/>
          <a:lstStyle/>
          <a:p>
            <a:pPr marL="0" marR="0" lvl="0" indent="0" algn="l" defTabSz="1146840" rtl="0" eaLnBrk="1" fontAlgn="auto" latinLnBrk="0" hangingPunct="1">
              <a:lnSpc>
                <a:spcPct val="100000"/>
              </a:lnSpc>
              <a:spcBef>
                <a:spcPts val="0"/>
              </a:spcBef>
              <a:spcAft>
                <a:spcPts val="0"/>
              </a:spcAft>
              <a:buClrTx/>
              <a:buSzTx/>
              <a:buFontTx/>
              <a:buNone/>
              <a:tabLst/>
              <a:defRPr/>
            </a:pPr>
            <a:endParaRPr kumimoji="0" lang="en-IN" sz="2258"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0" y="6553747"/>
            <a:ext cx="7772399" cy="3515927"/>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386367" y="462900"/>
            <a:ext cx="6993488" cy="1191464"/>
          </a:xfrm>
          <a:prstGeom prst="rect">
            <a:avLst/>
          </a:prstGeom>
          <a:noFill/>
          <a:ln/>
        </p:spPr>
        <p:txBody>
          <a:bodyPr wrap="square" lIns="0" tIns="0" rIns="0" bIns="0" rtlCol="0" anchor="ctr"/>
          <a:lstStyle/>
          <a:p>
            <a:pPr marL="0" marR="0" lvl="0" indent="0" algn="l" defTabSz="114684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 from {</a:t>
            </a:r>
            <a:r>
              <a:rPr kumimoji="0" lang="en-US" sz="3200" b="0" i="0" u="none" strike="noStrike" kern="1200" cap="none" spc="0" normalizeH="0" baseline="0" noProof="0" err="1">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starting_sku</a:t>
            </a:r>
            <a:r>
              <a:rPr kumimoji="0" lang="en-US" sz="32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 to {</a:t>
            </a:r>
            <a:r>
              <a:rPr kumimoji="0" lang="en-US" sz="3200" b="0" i="0" u="none" strike="noStrike" kern="1200" cap="none" spc="0" normalizeH="0" baseline="0" noProof="0" err="1">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target_sku</a:t>
            </a:r>
            <a:r>
              <a:rPr kumimoji="0" lang="en-US" sz="32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a:t>
            </a: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386367" y="9005521"/>
            <a:ext cx="6993488" cy="675506"/>
          </a:xfrm>
          <a:prstGeom prst="rect">
            <a:avLst/>
          </a:prstGeom>
          <a:noFill/>
          <a:ln/>
        </p:spPr>
        <p:txBody>
          <a:bodyPr wrap="square" lIns="0" tIns="0" rIns="0" bIns="0" rtlCol="0" anchor="t" anchorCtr="0">
            <a:spAutoFit/>
          </a:bodyPr>
          <a:lstStyle/>
          <a:p>
            <a:pPr marL="0" marR="0" lvl="0" indent="0" algn="l" defTabSz="1146840" rtl="0" eaLnBrk="1" fontAlgn="auto" latinLnBrk="0" hangingPunct="1">
              <a:lnSpc>
                <a:spcPct val="100000"/>
              </a:lnSpc>
              <a:spcBef>
                <a:spcPts val="0"/>
              </a:spcBef>
              <a:spcAft>
                <a:spcPts val="0"/>
              </a:spcAft>
              <a:buClrTx/>
              <a:buSzTx/>
              <a:buFontTx/>
              <a:buNone/>
              <a:tabLst/>
              <a:defRPr/>
            </a:pPr>
            <a:r>
              <a:rPr kumimoji="0" lang="en-US" sz="878" b="0" i="0" u="none" strike="noStrike" kern="1200" cap="none" spc="0" normalizeH="0" baseline="0" noProof="0">
                <a:ln>
                  <a:noFill/>
                </a:ln>
                <a:solidFill>
                  <a:srgbClr val="000000"/>
                </a:solidFill>
                <a:effectLst/>
                <a:highlight>
                  <a:srgbClr val="FFFF00"/>
                </a:highlight>
                <a:uLnTx/>
                <a:uFillTx/>
                <a:latin typeface="Segoe UI Semibold"/>
                <a:ea typeface="+mn-ea"/>
                <a:cs typeface="Segoe UI Semibold"/>
              </a:rPr>
              <a:t>[NOTE - PLEASE DELETE BEFORE SENDING TO THE CUSTOMER]</a:t>
            </a:r>
            <a:endParaRPr kumimoji="0" lang="en-US" sz="1129"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1146840" rtl="0" eaLnBrk="1" fontAlgn="auto" latinLnBrk="0" hangingPunct="1">
              <a:lnSpc>
                <a:spcPct val="100000"/>
              </a:lnSpc>
              <a:spcBef>
                <a:spcPts val="0"/>
              </a:spcBef>
              <a:spcAft>
                <a:spcPts val="0"/>
              </a:spcAft>
              <a:buClrTx/>
              <a:buSzTx/>
              <a:buFontTx/>
              <a:buNone/>
              <a:tabLst/>
              <a:defRPr/>
            </a:pPr>
            <a:r>
              <a:rPr kumimoji="0" lang="en-US" sz="878" b="0" i="0" u="none" strike="noStrike" kern="1200" cap="none" spc="0" normalizeH="0" baseline="0" noProof="0">
                <a:ln>
                  <a:noFill/>
                </a:ln>
                <a:solidFill>
                  <a:srgbClr val="000000"/>
                </a:solidFill>
                <a:effectLst/>
                <a:highlight>
                  <a:srgbClr val="FFFF00"/>
                </a:highlight>
                <a:uLnTx/>
                <a:uFillTx/>
                <a:latin typeface="Segoe UI"/>
                <a:ea typeface="+mn-ea"/>
                <a:cs typeface="Segoe UI"/>
              </a:rPr>
              <a:t>The calculation above is based on active promos, partner MAICPP status, Microsoft Commercial Incentives, and Microsoft list price, </a:t>
            </a:r>
            <a:r>
              <a:rPr kumimoji="0" lang="en-US" sz="878" b="0" i="0" u="none" strike="noStrike" kern="1200" cap="none" spc="0" normalizeH="0" baseline="0" noProof="0">
                <a:ln>
                  <a:noFill/>
                </a:ln>
                <a:solidFill>
                  <a:srgbClr val="000000"/>
                </a:solidFill>
                <a:effectLst/>
                <a:highlight>
                  <a:srgbClr val="FFFF00"/>
                </a:highlight>
                <a:uLnTx/>
                <a:uFillTx/>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kumimoji="0" lang="en-US" sz="1129"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7" name="Table 6">
            <a:extLst>
              <a:ext uri="{FF2B5EF4-FFF2-40B4-BE49-F238E27FC236}">
                <a16:creationId xmlns:a16="http://schemas.microsoft.com/office/drawing/2014/main" id="{05C6C037-4354-CA3C-CC22-A3B1FFE1C4F0}"/>
              </a:ext>
            </a:extLst>
          </p:cNvPr>
          <p:cNvGraphicFramePr>
            <a:graphicFrameLocks noGrp="1"/>
          </p:cNvGraphicFramePr>
          <p:nvPr>
            <p:extLst>
              <p:ext uri="{D42A27DB-BD31-4B8C-83A1-F6EECF244321}">
                <p14:modId xmlns:p14="http://schemas.microsoft.com/office/powerpoint/2010/main" val="566931232"/>
              </p:ext>
            </p:extLst>
          </p:nvPr>
        </p:nvGraphicFramePr>
        <p:xfrm>
          <a:off x="386367" y="2262909"/>
          <a:ext cx="6910360" cy="6234542"/>
        </p:xfrm>
        <a:graphic>
          <a:graphicData uri="http://schemas.openxmlformats.org/drawingml/2006/table">
            <a:tbl>
              <a:tblPr firstRow="1" bandRow="1">
                <a:tableStyleId>{5C22544A-7EE6-4342-B048-85BDC9FD1C3A}</a:tableStyleId>
              </a:tblPr>
              <a:tblGrid>
                <a:gridCol w="3455180">
                  <a:extLst>
                    <a:ext uri="{9D8B030D-6E8A-4147-A177-3AD203B41FA5}">
                      <a16:colId xmlns:a16="http://schemas.microsoft.com/office/drawing/2014/main" val="4247787405"/>
                    </a:ext>
                  </a:extLst>
                </a:gridCol>
                <a:gridCol w="3455180">
                  <a:extLst>
                    <a:ext uri="{9D8B030D-6E8A-4147-A177-3AD203B41FA5}">
                      <a16:colId xmlns:a16="http://schemas.microsoft.com/office/drawing/2014/main" val="1337386488"/>
                    </a:ext>
                  </a:extLst>
                </a:gridCol>
              </a:tblGrid>
              <a:tr h="51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500" b="0" i="0" u="none" strike="noStrike" kern="1200" cap="none" spc="0" normalizeH="0" baseline="0" noProof="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8413923"/>
                  </a:ext>
                </a:extLst>
              </a:tr>
              <a:tr h="51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8291860"/>
                  </a:ext>
                </a:extLst>
              </a:tr>
              <a:tr h="51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5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5076723"/>
                  </a:ext>
                </a:extLst>
              </a:tr>
              <a:tr h="51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5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7904226"/>
                  </a:ext>
                </a:extLst>
              </a:tr>
              <a:tr h="51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5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334779"/>
                  </a:ext>
                </a:extLst>
              </a:tr>
              <a:tr h="865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5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5585198"/>
                  </a:ext>
                </a:extLst>
              </a:tr>
              <a:tr h="519641">
                <a:tc>
                  <a:txBody>
                    <a:bodyPr/>
                    <a:lstStyle/>
                    <a:p>
                      <a:pPr>
                        <a:buNone/>
                      </a:pPr>
                      <a:r>
                        <a:rPr lang="en-IN" sz="15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5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5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5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5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6887761"/>
                  </a:ext>
                </a:extLst>
              </a:tr>
              <a:tr h="865685">
                <a:tc>
                  <a:txBody>
                    <a:bodyPr/>
                    <a:lstStyle/>
                    <a:p>
                      <a:r>
                        <a:rPr lang="en-IN" sz="15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500">
                          <a:solidFill>
                            <a:srgbClr val="000000"/>
                          </a:solidFill>
                          <a:latin typeface="Segoe UI" panose="020B0502040204020203" pitchFamily="34" charset="0"/>
                          <a:ea typeface="Segoe UI Regular" pitchFamily="34" charset="-122"/>
                          <a:cs typeface="Segoe UI" panose="020B0502040204020203" pitchFamily="34" charset="0"/>
                        </a:rPr>
                        <a:t>{</a:t>
                      </a:r>
                      <a:r>
                        <a:rPr lang="en-US" sz="15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5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5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3494780"/>
                  </a:ext>
                </a:extLst>
              </a:tr>
              <a:tr h="51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5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5715843"/>
                  </a:ext>
                </a:extLst>
              </a:tr>
              <a:tr h="865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500" b="0"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50127491"/>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Props1.xml><?xml version="1.0" encoding="utf-8"?>
<ds:datastoreItem xmlns:ds="http://schemas.openxmlformats.org/officeDocument/2006/customXml" ds:itemID="{8A8EFAFD-73F5-4ACC-94D9-04EFE09C58EB}">
  <ds:schemaRefs>
    <ds:schemaRef ds:uri="http://schemas.microsoft.com/sharepoint/v3/contenttype/forms"/>
  </ds:schemaRefs>
</ds:datastoreItem>
</file>

<file path=customXml/itemProps2.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1</Notes>
  <HiddenSlides>0</HiddenSlides>
  <ScaleCrop>false</ScaleCrop>
  <HeadingPairs>
    <vt:vector size="4" baseType="variant">
      <vt:variant>
        <vt:lpstr>Theme</vt:lpstr>
      </vt:variant>
      <vt:variant>
        <vt:i4>3</vt:i4>
      </vt:variant>
      <vt:variant>
        <vt:lpstr>Slide Titles</vt:lpstr>
      </vt:variant>
      <vt:variant>
        <vt:i4>1</vt:i4>
      </vt:variant>
    </vt:vector>
  </HeadingPairs>
  <TitlesOfParts>
    <vt:vector size="4" baseType="lpstr">
      <vt:lpstr>CSP Template Diamond 06/23</vt:lpstr>
      <vt:lpstr>1_CSP Template Diamond 06/23</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2025-03-07T21:16:33Z</dcterms:created>
  <dcterms:modified xsi:type="dcterms:W3CDTF">2026-03-02T10:41:57Z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
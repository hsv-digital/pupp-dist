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 id="2147483744" r:id="rId5"/>
    <p:sldMasterId id="2147483746" r:id="rId6"/>
    <p:sldMasterId id="2147483748" r:id="rId7"/>
    <p:sldMasterId id="2147483751" r:id="rId8"/>
  </p:sldMasterIdLst>
  <p:notesMasterIdLst>
    <p:notesMasterId r:id="rId12"/>
  </p:notesMasterIdLst>
  <p:sldIdLst>
    <p:sldId id="2147470017" r:id="rId9"/>
    <p:sldId id="2147470009" r:id="rId10"/>
    <p:sldId id="323" r:id="rId11"/>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5616" userDrawn="1">
          <p15:clr>
            <a:srgbClr val="A4A3A4"/>
          </p15:clr>
        </p15:guide>
        <p15:guide id="4" pos="2448">
          <p15:clr>
            <a:srgbClr val="A4A3A4"/>
          </p15:clr>
        </p15:guide>
        <p15:guide id="5" orient="horz" pos="40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40C5"/>
    <a:srgbClr val="0F6CBD"/>
    <a:srgbClr val="912475"/>
    <a:srgbClr val="F2E5DE"/>
    <a:srgbClr val="FEFEFE"/>
    <a:srgbClr val="F2F2F2"/>
    <a:srgbClr val="FCF2F9"/>
    <a:srgbClr val="5EA6AB"/>
    <a:srgbClr val="E9FED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2236" y="68"/>
      </p:cViewPr>
      <p:guideLst>
        <p:guide orient="horz" pos="5616"/>
        <p:guide pos="2448"/>
        <p:guide orient="horz" pos="4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2.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ndan Jain" userId="4244b45b-25d1-413d-855b-6597e767c081" providerId="ADAL" clId="{67AB2A15-26B8-47FB-BEC6-EFDC03C3B3B6}"/>
    <pc:docChg chg="undo custSel addSld delSld modSld sldOrd delMainMaster">
      <pc:chgData name="Vandan Jain" userId="4244b45b-25d1-413d-855b-6597e767c081" providerId="ADAL" clId="{67AB2A15-26B8-47FB-BEC6-EFDC03C3B3B6}" dt="2026-05-08T01:22:35.423" v="463" actId="1038"/>
      <pc:docMkLst>
        <pc:docMk/>
      </pc:docMkLst>
      <pc:sldChg chg="modSp add mod">
        <pc:chgData name="Vandan Jain" userId="4244b45b-25d1-413d-855b-6597e767c081" providerId="ADAL" clId="{67AB2A15-26B8-47FB-BEC6-EFDC03C3B3B6}" dt="2026-05-08T01:22:35.423" v="463" actId="1038"/>
        <pc:sldMkLst>
          <pc:docMk/>
          <pc:sldMk cId="0" sldId="323"/>
        </pc:sldMkLst>
        <pc:spChg chg="mod">
          <ac:chgData name="Vandan Jain" userId="4244b45b-25d1-413d-855b-6597e767c081" providerId="ADAL" clId="{67AB2A15-26B8-47FB-BEC6-EFDC03C3B3B6}" dt="2026-05-08T01:22:35.423" v="463" actId="1038"/>
          <ac:spMkLst>
            <pc:docMk/>
            <pc:sldMk cId="0" sldId="323"/>
            <ac:spMk id="2" creationId="{05ABA1B7-9910-2D65-4D24-AA801543A30A}"/>
          </ac:spMkLst>
        </pc:spChg>
        <pc:spChg chg="mod">
          <ac:chgData name="Vandan Jain" userId="4244b45b-25d1-413d-855b-6597e767c081" providerId="ADAL" clId="{67AB2A15-26B8-47FB-BEC6-EFDC03C3B3B6}" dt="2026-05-08T01:22:20.988" v="449" actId="1035"/>
          <ac:spMkLst>
            <pc:docMk/>
            <pc:sldMk cId="0" sldId="323"/>
            <ac:spMk id="3" creationId="{2494E1E7-4551-4203-F48A-1BBE470D4AA3}"/>
          </ac:spMkLst>
        </pc:spChg>
        <pc:spChg chg="mod">
          <ac:chgData name="Vandan Jain" userId="4244b45b-25d1-413d-855b-6597e767c081" providerId="ADAL" clId="{67AB2A15-26B8-47FB-BEC6-EFDC03C3B3B6}" dt="2026-05-08T01:22:20.988" v="449" actId="1035"/>
          <ac:spMkLst>
            <pc:docMk/>
            <pc:sldMk cId="0" sldId="323"/>
            <ac:spMk id="7" creationId="{8C42749D-2B96-3F7A-D451-E13DDA49D124}"/>
          </ac:spMkLst>
        </pc:spChg>
        <pc:spChg chg="mod">
          <ac:chgData name="Vandan Jain" userId="4244b45b-25d1-413d-855b-6597e767c081" providerId="ADAL" clId="{67AB2A15-26B8-47FB-BEC6-EFDC03C3B3B6}" dt="2026-05-08T01:22:20.988" v="449" actId="1035"/>
          <ac:spMkLst>
            <pc:docMk/>
            <pc:sldMk cId="0" sldId="323"/>
            <ac:spMk id="8" creationId="{6254C82E-8A4F-A6EF-76D2-14EDACE1E71E}"/>
          </ac:spMkLst>
        </pc:spChg>
        <pc:spChg chg="mod">
          <ac:chgData name="Vandan Jain" userId="4244b45b-25d1-413d-855b-6597e767c081" providerId="ADAL" clId="{67AB2A15-26B8-47FB-BEC6-EFDC03C3B3B6}" dt="2026-05-08T01:21:36.513" v="398" actId="14100"/>
          <ac:spMkLst>
            <pc:docMk/>
            <pc:sldMk cId="0" sldId="323"/>
            <ac:spMk id="18" creationId="{6A037C20-C2D3-B2CA-A8AC-3C4CDE040D73}"/>
          </ac:spMkLst>
        </pc:spChg>
        <pc:spChg chg="mod">
          <ac:chgData name="Vandan Jain" userId="4244b45b-25d1-413d-855b-6597e767c081" providerId="ADAL" clId="{67AB2A15-26B8-47FB-BEC6-EFDC03C3B3B6}" dt="2026-05-08T01:22:20.988" v="449" actId="1035"/>
          <ac:spMkLst>
            <pc:docMk/>
            <pc:sldMk cId="0" sldId="323"/>
            <ac:spMk id="30" creationId="{C2F7E62D-CB2E-436E-CDA2-0C46F4DD1DB5}"/>
          </ac:spMkLst>
        </pc:spChg>
        <pc:spChg chg="mod">
          <ac:chgData name="Vandan Jain" userId="4244b45b-25d1-413d-855b-6597e767c081" providerId="ADAL" clId="{67AB2A15-26B8-47FB-BEC6-EFDC03C3B3B6}" dt="2026-05-08T01:22:20.988" v="449" actId="1035"/>
          <ac:spMkLst>
            <pc:docMk/>
            <pc:sldMk cId="0" sldId="323"/>
            <ac:spMk id="32" creationId="{4BE55295-41C6-347C-953D-346130F1696A}"/>
          </ac:spMkLst>
        </pc:spChg>
        <pc:spChg chg="mod">
          <ac:chgData name="Vandan Jain" userId="4244b45b-25d1-413d-855b-6597e767c081" providerId="ADAL" clId="{67AB2A15-26B8-47FB-BEC6-EFDC03C3B3B6}" dt="2026-05-08T01:22:20.988" v="449" actId="1035"/>
          <ac:spMkLst>
            <pc:docMk/>
            <pc:sldMk cId="0" sldId="323"/>
            <ac:spMk id="33" creationId="{3550B390-B492-7C18-D6DB-22D286AA5081}"/>
          </ac:spMkLst>
        </pc:spChg>
        <pc:spChg chg="mod">
          <ac:chgData name="Vandan Jain" userId="4244b45b-25d1-413d-855b-6597e767c081" providerId="ADAL" clId="{67AB2A15-26B8-47FB-BEC6-EFDC03C3B3B6}" dt="2026-05-08T01:22:20.988" v="449" actId="1035"/>
          <ac:spMkLst>
            <pc:docMk/>
            <pc:sldMk cId="0" sldId="323"/>
            <ac:spMk id="37" creationId="{DE71D118-A21E-128E-B4F2-8A76E0D42B02}"/>
          </ac:spMkLst>
        </pc:spChg>
        <pc:spChg chg="mod">
          <ac:chgData name="Vandan Jain" userId="4244b45b-25d1-413d-855b-6597e767c081" providerId="ADAL" clId="{67AB2A15-26B8-47FB-BEC6-EFDC03C3B3B6}" dt="2026-05-08T01:22:20.988" v="449" actId="1035"/>
          <ac:spMkLst>
            <pc:docMk/>
            <pc:sldMk cId="0" sldId="323"/>
            <ac:spMk id="38" creationId="{0A1BD91B-1A5A-186A-0FAF-4698970AC85D}"/>
          </ac:spMkLst>
        </pc:spChg>
        <pc:spChg chg="mod">
          <ac:chgData name="Vandan Jain" userId="4244b45b-25d1-413d-855b-6597e767c081" providerId="ADAL" clId="{67AB2A15-26B8-47FB-BEC6-EFDC03C3B3B6}" dt="2026-05-08T01:22:20.988" v="449" actId="1035"/>
          <ac:spMkLst>
            <pc:docMk/>
            <pc:sldMk cId="0" sldId="323"/>
            <ac:spMk id="39" creationId="{F18560B2-103E-9244-FFFE-2F5775AED53D}"/>
          </ac:spMkLst>
        </pc:spChg>
        <pc:spChg chg="mod">
          <ac:chgData name="Vandan Jain" userId="4244b45b-25d1-413d-855b-6597e767c081" providerId="ADAL" clId="{67AB2A15-26B8-47FB-BEC6-EFDC03C3B3B6}" dt="2026-05-08T01:22:30.291" v="451" actId="1076"/>
          <ac:spMkLst>
            <pc:docMk/>
            <pc:sldMk cId="0" sldId="323"/>
            <ac:spMk id="40" creationId="{07789302-35C1-021B-E9E7-E87B8A5595E2}"/>
          </ac:spMkLst>
        </pc:spChg>
        <pc:spChg chg="mod">
          <ac:chgData name="Vandan Jain" userId="4244b45b-25d1-413d-855b-6597e767c081" providerId="ADAL" clId="{67AB2A15-26B8-47FB-BEC6-EFDC03C3B3B6}" dt="2026-05-08T01:22:30.291" v="451" actId="1076"/>
          <ac:spMkLst>
            <pc:docMk/>
            <pc:sldMk cId="0" sldId="323"/>
            <ac:spMk id="41" creationId="{EE29070A-7AB7-D778-D2D0-FFFA0726609D}"/>
          </ac:spMkLst>
        </pc:spChg>
        <pc:spChg chg="mod">
          <ac:chgData name="Vandan Jain" userId="4244b45b-25d1-413d-855b-6597e767c081" providerId="ADAL" clId="{67AB2A15-26B8-47FB-BEC6-EFDC03C3B3B6}" dt="2026-05-08T01:22:09.662" v="424" actId="1076"/>
          <ac:spMkLst>
            <pc:docMk/>
            <pc:sldMk cId="0" sldId="323"/>
            <ac:spMk id="42" creationId="{BAAF3DF4-B7B1-2114-93C4-9F225B5D917F}"/>
          </ac:spMkLst>
        </pc:spChg>
        <pc:spChg chg="mod">
          <ac:chgData name="Vandan Jain" userId="4244b45b-25d1-413d-855b-6597e767c081" providerId="ADAL" clId="{67AB2A15-26B8-47FB-BEC6-EFDC03C3B3B6}" dt="2026-05-08T01:22:13.545" v="430" actId="1036"/>
          <ac:spMkLst>
            <pc:docMk/>
            <pc:sldMk cId="0" sldId="323"/>
            <ac:spMk id="43" creationId="{939841D7-6253-AEF6-0026-D03C6A4A13D9}"/>
          </ac:spMkLst>
        </pc:spChg>
        <pc:spChg chg="mod">
          <ac:chgData name="Vandan Jain" userId="4244b45b-25d1-413d-855b-6597e767c081" providerId="ADAL" clId="{67AB2A15-26B8-47FB-BEC6-EFDC03C3B3B6}" dt="2026-05-08T01:22:09.662" v="424" actId="1076"/>
          <ac:spMkLst>
            <pc:docMk/>
            <pc:sldMk cId="0" sldId="323"/>
            <ac:spMk id="44" creationId="{550C921C-D764-C8AF-B3A7-E07C5D358767}"/>
          </ac:spMkLst>
        </pc:spChg>
        <pc:spChg chg="mod">
          <ac:chgData name="Vandan Jain" userId="4244b45b-25d1-413d-855b-6597e767c081" providerId="ADAL" clId="{67AB2A15-26B8-47FB-BEC6-EFDC03C3B3B6}" dt="2026-05-08T01:22:30.291" v="451" actId="1076"/>
          <ac:spMkLst>
            <pc:docMk/>
            <pc:sldMk cId="0" sldId="323"/>
            <ac:spMk id="51" creationId="{E2B54135-5A94-F7ED-13AE-78B11A45D67F}"/>
          </ac:spMkLst>
        </pc:spChg>
        <pc:spChg chg="mod">
          <ac:chgData name="Vandan Jain" userId="4244b45b-25d1-413d-855b-6597e767c081" providerId="ADAL" clId="{67AB2A15-26B8-47FB-BEC6-EFDC03C3B3B6}" dt="2026-05-08T01:22:30.291" v="451" actId="1076"/>
          <ac:spMkLst>
            <pc:docMk/>
            <pc:sldMk cId="0" sldId="323"/>
            <ac:spMk id="62" creationId="{E4EFB238-0247-5189-C054-4387FC35B5D2}"/>
          </ac:spMkLst>
        </pc:spChg>
        <pc:spChg chg="mod">
          <ac:chgData name="Vandan Jain" userId="4244b45b-25d1-413d-855b-6597e767c081" providerId="ADAL" clId="{67AB2A15-26B8-47FB-BEC6-EFDC03C3B3B6}" dt="2026-05-08T01:22:30.291" v="451" actId="1076"/>
          <ac:spMkLst>
            <pc:docMk/>
            <pc:sldMk cId="0" sldId="323"/>
            <ac:spMk id="64" creationId="{251D3EEB-BE81-5D0A-7C3D-1359A36198B2}"/>
          </ac:spMkLst>
        </pc:spChg>
        <pc:spChg chg="mod">
          <ac:chgData name="Vandan Jain" userId="4244b45b-25d1-413d-855b-6597e767c081" providerId="ADAL" clId="{67AB2A15-26B8-47FB-BEC6-EFDC03C3B3B6}" dt="2026-05-08T01:22:30.291" v="451" actId="1076"/>
          <ac:spMkLst>
            <pc:docMk/>
            <pc:sldMk cId="0" sldId="323"/>
            <ac:spMk id="65" creationId="{EB622079-1E33-9DFE-3F7C-BADE6B636A79}"/>
          </ac:spMkLst>
        </pc:spChg>
        <pc:spChg chg="mod">
          <ac:chgData name="Vandan Jain" userId="4244b45b-25d1-413d-855b-6597e767c081" providerId="ADAL" clId="{67AB2A15-26B8-47FB-BEC6-EFDC03C3B3B6}" dt="2026-05-08T01:22:30.291" v="451" actId="1076"/>
          <ac:spMkLst>
            <pc:docMk/>
            <pc:sldMk cId="0" sldId="323"/>
            <ac:spMk id="69" creationId="{059CD9B6-0539-00EC-BF7F-F49182B6279B}"/>
          </ac:spMkLst>
        </pc:spChg>
        <pc:spChg chg="mod">
          <ac:chgData name="Vandan Jain" userId="4244b45b-25d1-413d-855b-6597e767c081" providerId="ADAL" clId="{67AB2A15-26B8-47FB-BEC6-EFDC03C3B3B6}" dt="2026-05-08T01:22:30.291" v="451" actId="1076"/>
          <ac:spMkLst>
            <pc:docMk/>
            <pc:sldMk cId="0" sldId="323"/>
            <ac:spMk id="70" creationId="{D1B6AB42-2089-4755-22B8-11CEBC722900}"/>
          </ac:spMkLst>
        </pc:spChg>
        <pc:spChg chg="mod">
          <ac:chgData name="Vandan Jain" userId="4244b45b-25d1-413d-855b-6597e767c081" providerId="ADAL" clId="{67AB2A15-26B8-47FB-BEC6-EFDC03C3B3B6}" dt="2026-05-08T01:22:02.707" v="423" actId="1036"/>
          <ac:spMkLst>
            <pc:docMk/>
            <pc:sldMk cId="0" sldId="323"/>
            <ac:spMk id="71" creationId="{DB025AE9-F288-2ACE-F3C8-1A9E25FF1B08}"/>
          </ac:spMkLst>
        </pc:spChg>
        <pc:spChg chg="mod">
          <ac:chgData name="Vandan Jain" userId="4244b45b-25d1-413d-855b-6597e767c081" providerId="ADAL" clId="{67AB2A15-26B8-47FB-BEC6-EFDC03C3B3B6}" dt="2026-05-08T01:22:30.291" v="451" actId="1076"/>
          <ac:spMkLst>
            <pc:docMk/>
            <pc:sldMk cId="0" sldId="323"/>
            <ac:spMk id="72" creationId="{89D89A9C-662E-5C7B-D03D-201EA058E46A}"/>
          </ac:spMkLst>
        </pc:spChg>
        <pc:spChg chg="mod">
          <ac:chgData name="Vandan Jain" userId="4244b45b-25d1-413d-855b-6597e767c081" providerId="ADAL" clId="{67AB2A15-26B8-47FB-BEC6-EFDC03C3B3B6}" dt="2026-05-08T01:22:13.545" v="430" actId="1036"/>
          <ac:spMkLst>
            <pc:docMk/>
            <pc:sldMk cId="0" sldId="323"/>
            <ac:spMk id="100" creationId="{FA5DD712-EADC-6310-22BE-446B2A2FDC9A}"/>
          </ac:spMkLst>
        </pc:spChg>
        <pc:grpChg chg="mod">
          <ac:chgData name="Vandan Jain" userId="4244b45b-25d1-413d-855b-6597e767c081" providerId="ADAL" clId="{67AB2A15-26B8-47FB-BEC6-EFDC03C3B3B6}" dt="2026-05-08T01:22:02.707" v="423" actId="1036"/>
          <ac:grpSpMkLst>
            <pc:docMk/>
            <pc:sldMk cId="0" sldId="323"/>
            <ac:grpSpMk id="10" creationId="{7B56E214-6A52-033C-E797-C50B3CD36B35}"/>
          </ac:grpSpMkLst>
        </pc:grpChg>
        <pc:picChg chg="mod">
          <ac:chgData name="Vandan Jain" userId="4244b45b-25d1-413d-855b-6597e767c081" providerId="ADAL" clId="{67AB2A15-26B8-47FB-BEC6-EFDC03C3B3B6}" dt="2026-05-08T01:21:41.393" v="399" actId="1076"/>
          <ac:picMkLst>
            <pc:docMk/>
            <pc:sldMk cId="0" sldId="323"/>
            <ac:picMk id="20" creationId="{3370F60D-179A-42D7-C07F-4B91F424C465}"/>
          </ac:picMkLst>
        </pc:picChg>
        <pc:picChg chg="mod">
          <ac:chgData name="Vandan Jain" userId="4244b45b-25d1-413d-855b-6597e767c081" providerId="ADAL" clId="{67AB2A15-26B8-47FB-BEC6-EFDC03C3B3B6}" dt="2026-05-08T01:22:30.291" v="451" actId="1076"/>
          <ac:picMkLst>
            <pc:docMk/>
            <pc:sldMk cId="0" sldId="323"/>
            <ac:picMk id="95" creationId="{D540F8AA-7AD7-5C7A-2959-81AF51FF6D29}"/>
          </ac:picMkLst>
        </pc:picChg>
        <pc:picChg chg="mod">
          <ac:chgData name="Vandan Jain" userId="4244b45b-25d1-413d-855b-6597e767c081" providerId="ADAL" clId="{67AB2A15-26B8-47FB-BEC6-EFDC03C3B3B6}" dt="2026-05-08T01:22:20.988" v="449" actId="1035"/>
          <ac:picMkLst>
            <pc:docMk/>
            <pc:sldMk cId="0" sldId="323"/>
            <ac:picMk id="98" creationId="{42CC6AAB-6C0C-A846-8F51-85F316B77CD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06FF-988B-468D-BED5-ECE17E3ED506}" type="datetimeFigureOut">
              <a:rPr lang="en-US" smtClean="0"/>
              <a:t>5/7/2026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9717BF-D6A1-41FB-AA9B-31E83E01F212}" type="slidenum">
              <a:rPr lang="en-US" smtClean="0"/>
              <a:t>‹#›</a:t>
            </a:fld>
            <a:endParaRPr lang="en-US"/>
          </a:p>
        </p:txBody>
      </p:sp>
    </p:spTree>
    <p:extLst>
      <p:ext uri="{BB962C8B-B14F-4D97-AF65-F5344CB8AC3E}">
        <p14:creationId xmlns:p14="http://schemas.microsoft.com/office/powerpoint/2010/main" val="3277930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8FBC1-F827-B88A-C5E4-5EE82A785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E8E1F-9120-2B00-4357-A351620D3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D5BA6-8BE9-F4C3-BEFD-1F19E258BDC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76F99C48-208A-4D60-0C12-350531E41FB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5604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7C806-E1D9-E4F7-E702-3D3691AA82E7}"/>
              </a:ext>
            </a:extLst>
          </p:cNvPr>
          <p:cNvSpPr>
            <a:spLocks noGrp="1"/>
          </p:cNvSpPr>
          <p:nvPr>
            <p:ph type="title"/>
          </p:nvPr>
        </p:nvSpPr>
        <p:spPr>
          <a:xfrm>
            <a:off x="366445" y="749450"/>
            <a:ext cx="7024307" cy="307777"/>
          </a:xfrm>
        </p:spPr>
        <p:txBody>
          <a:bodyPr/>
          <a:lstStyle>
            <a:lvl1pPr>
              <a:defRPr sz="2000">
                <a:solidFill>
                  <a:schemeClr val="tx1"/>
                </a:solidFill>
              </a:defRPr>
            </a:lvl1pPr>
          </a:lstStyle>
          <a:p>
            <a:r>
              <a:rPr lang="en-US"/>
              <a:t>Click to edit Master title style</a:t>
            </a:r>
          </a:p>
        </p:txBody>
      </p:sp>
    </p:spTree>
    <p:extLst>
      <p:ext uri="{BB962C8B-B14F-4D97-AF65-F5344CB8AC3E}">
        <p14:creationId xmlns:p14="http://schemas.microsoft.com/office/powerpoint/2010/main" val="342716689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6">
          <p15:clr>
            <a:srgbClr val="5ACBF0"/>
          </p15:clr>
        </p15:guide>
        <p15:guide id="2" orient="horz" pos="1866">
          <p15:clr>
            <a:srgbClr val="5ACBF0"/>
          </p15:clr>
        </p15:guide>
        <p15:guide id="3" orient="horz" pos="422">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24F23-3FD6-4A9A-2861-41FB1AFA2C82}"/>
              </a:ext>
            </a:extLst>
          </p:cNvPr>
          <p:cNvSpPr>
            <a:spLocks noGrp="1"/>
          </p:cNvSpPr>
          <p:nvPr>
            <p:ph type="ctrTitle"/>
          </p:nvPr>
        </p:nvSpPr>
        <p:spPr>
          <a:xfrm>
            <a:off x="971550" y="1646238"/>
            <a:ext cx="5829300" cy="350202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DDB3D1-4F7B-6919-C9FB-41B32C3EABA8}"/>
              </a:ext>
            </a:extLst>
          </p:cNvPr>
          <p:cNvSpPr>
            <a:spLocks noGrp="1"/>
          </p:cNvSpPr>
          <p:nvPr>
            <p:ph type="subTitle" idx="1"/>
          </p:nvPr>
        </p:nvSpPr>
        <p:spPr>
          <a:xfrm>
            <a:off x="971550" y="5283200"/>
            <a:ext cx="5829300" cy="242887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67809580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3624453"/>
            <a:ext cx="6606540" cy="1523494"/>
          </a:xfrm>
        </p:spPr>
        <p:txBody>
          <a:bodyPr anchor="b"/>
          <a:lstStyle>
            <a:lvl1pPr algn="ctr">
              <a:defRPr sz="4950"/>
            </a:lvl1pPr>
          </a:lstStyle>
          <a:p>
            <a:r>
              <a:rPr lang="en-US"/>
              <a:t>Click to edit Master title style</a:t>
            </a:r>
          </a:p>
        </p:txBody>
      </p:sp>
      <p:sp>
        <p:nvSpPr>
          <p:cNvPr id="3" name="Subtitle 2"/>
          <p:cNvSpPr>
            <a:spLocks noGrp="1"/>
          </p:cNvSpPr>
          <p:nvPr>
            <p:ph type="subTitle" idx="1"/>
          </p:nvPr>
        </p:nvSpPr>
        <p:spPr>
          <a:xfrm>
            <a:off x="971550" y="5282989"/>
            <a:ext cx="5829300" cy="304699"/>
          </a:xfrm>
        </p:spPr>
        <p:txBody>
          <a:bodyPr/>
          <a:lstStyle>
            <a:lvl1pPr marL="0" indent="0" algn="ctr">
              <a:buNone/>
              <a:defRPr sz="1980"/>
            </a:lvl1pPr>
            <a:lvl2pPr marL="377190" indent="0" algn="ctr">
              <a:buNone/>
              <a:defRPr sz="1650"/>
            </a:lvl2pPr>
            <a:lvl3pPr marL="754380" indent="0" algn="ctr">
              <a:buNone/>
              <a:defRPr sz="1485"/>
            </a:lvl3pPr>
            <a:lvl4pPr marL="1131570" indent="0" algn="ctr">
              <a:buNone/>
              <a:defRPr sz="1320"/>
            </a:lvl4pPr>
            <a:lvl5pPr marL="1508760" indent="0" algn="ctr">
              <a:buNone/>
              <a:defRPr sz="1320"/>
            </a:lvl5pPr>
            <a:lvl6pPr marL="1885950" indent="0" algn="ctr">
              <a:buNone/>
              <a:defRPr sz="1320"/>
            </a:lvl6pPr>
            <a:lvl7pPr marL="2263140" indent="0" algn="ctr">
              <a:buNone/>
              <a:defRPr sz="1320"/>
            </a:lvl7pPr>
            <a:lvl8pPr marL="2640330" indent="0" algn="ctr">
              <a:buNone/>
              <a:defRPr sz="1320"/>
            </a:lvl8pPr>
            <a:lvl9pPr marL="3017520" indent="0" algn="ctr">
              <a:buNone/>
              <a:defRPr sz="1320"/>
            </a:lvl9pPr>
          </a:lstStyle>
          <a:p>
            <a:r>
              <a:rPr lang="en-US"/>
              <a:t>Click to edit Master subtitle style</a:t>
            </a:r>
          </a:p>
        </p:txBody>
      </p:sp>
    </p:spTree>
    <p:extLst>
      <p:ext uri="{BB962C8B-B14F-4D97-AF65-F5344CB8AC3E}">
        <p14:creationId xmlns:p14="http://schemas.microsoft.com/office/powerpoint/2010/main" val="3242741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1" y="3754488"/>
            <a:ext cx="6606540" cy="1393460"/>
          </a:xfrm>
        </p:spPr>
        <p:txBody>
          <a:bodyPr anchor="b"/>
          <a:lstStyle>
            <a:lvl1pPr algn="ctr">
              <a:defRPr sz="4528"/>
            </a:lvl1pPr>
          </a:lstStyle>
          <a:p>
            <a:r>
              <a:rPr lang="en-US"/>
              <a:t>Click to edit Master title style</a:t>
            </a:r>
          </a:p>
        </p:txBody>
      </p:sp>
      <p:sp>
        <p:nvSpPr>
          <p:cNvPr id="3" name="Subtitle 2"/>
          <p:cNvSpPr>
            <a:spLocks noGrp="1"/>
          </p:cNvSpPr>
          <p:nvPr>
            <p:ph type="subTitle" idx="1"/>
          </p:nvPr>
        </p:nvSpPr>
        <p:spPr>
          <a:xfrm>
            <a:off x="971551" y="5282990"/>
            <a:ext cx="5829300" cy="278724"/>
          </a:xfrm>
        </p:spPr>
        <p:txBody>
          <a:bodyPr/>
          <a:lstStyle>
            <a:lvl1pPr marL="0" indent="0" algn="ctr">
              <a:buNone/>
              <a:defRPr sz="1811"/>
            </a:lvl1pPr>
            <a:lvl2pPr marL="344964" indent="0" algn="ctr">
              <a:buNone/>
              <a:defRPr sz="1509"/>
            </a:lvl2pPr>
            <a:lvl3pPr marL="689928" indent="0" algn="ctr">
              <a:buNone/>
              <a:defRPr sz="1358"/>
            </a:lvl3pPr>
            <a:lvl4pPr marL="1034892" indent="0" algn="ctr">
              <a:buNone/>
              <a:defRPr sz="1208"/>
            </a:lvl4pPr>
            <a:lvl5pPr marL="1379856" indent="0" algn="ctr">
              <a:buNone/>
              <a:defRPr sz="1208"/>
            </a:lvl5pPr>
            <a:lvl6pPr marL="1724820" indent="0" algn="ctr">
              <a:buNone/>
              <a:defRPr sz="1208"/>
            </a:lvl6pPr>
            <a:lvl7pPr marL="2069784" indent="0" algn="ctr">
              <a:buNone/>
              <a:defRPr sz="1208"/>
            </a:lvl7pPr>
            <a:lvl8pPr marL="2414748" indent="0" algn="ctr">
              <a:buNone/>
              <a:defRPr sz="1208"/>
            </a:lvl8pPr>
            <a:lvl9pPr marL="2759712" indent="0" algn="ctr">
              <a:buNone/>
              <a:defRPr sz="1208"/>
            </a:lvl9pPr>
          </a:lstStyle>
          <a:p>
            <a:r>
              <a:rPr lang="en-US"/>
              <a:t>Click to edit Master subtitle style</a:t>
            </a:r>
          </a:p>
        </p:txBody>
      </p:sp>
    </p:spTree>
    <p:extLst>
      <p:ext uri="{BB962C8B-B14F-4D97-AF65-F5344CB8AC3E}">
        <p14:creationId xmlns:p14="http://schemas.microsoft.com/office/powerpoint/2010/main" val="3827986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2" y="1646135"/>
            <a:ext cx="6606540" cy="3501813"/>
          </a:xfrm>
        </p:spPr>
        <p:txBody>
          <a:bodyPr anchor="b"/>
          <a:lstStyle>
            <a:lvl1pPr algn="ctr">
              <a:defRPr sz="4663"/>
            </a:lvl1pPr>
          </a:lstStyle>
          <a:p>
            <a:r>
              <a:rPr lang="en-US"/>
              <a:t>Click to edit Master title style</a:t>
            </a:r>
          </a:p>
        </p:txBody>
      </p:sp>
      <p:sp>
        <p:nvSpPr>
          <p:cNvPr id="3" name="Subtitle 2"/>
          <p:cNvSpPr>
            <a:spLocks noGrp="1"/>
          </p:cNvSpPr>
          <p:nvPr>
            <p:ph type="subTitle" idx="1"/>
          </p:nvPr>
        </p:nvSpPr>
        <p:spPr>
          <a:xfrm>
            <a:off x="971552" y="5282990"/>
            <a:ext cx="5829300" cy="2428451"/>
          </a:xfrm>
        </p:spPr>
        <p:txBody>
          <a:bodyPr/>
          <a:lstStyle>
            <a:lvl1pPr marL="0" indent="0" algn="ctr">
              <a:buNone/>
              <a:defRPr sz="1865"/>
            </a:lvl1pPr>
            <a:lvl2pPr marL="355386" indent="0" algn="ctr">
              <a:buNone/>
              <a:defRPr sz="1554"/>
            </a:lvl2pPr>
            <a:lvl3pPr marL="710771" indent="0" algn="ctr">
              <a:buNone/>
              <a:defRPr sz="1398"/>
            </a:lvl3pPr>
            <a:lvl4pPr marL="1066159" indent="0" algn="ctr">
              <a:buNone/>
              <a:defRPr sz="1244"/>
            </a:lvl4pPr>
            <a:lvl5pPr marL="1421544" indent="0" algn="ctr">
              <a:buNone/>
              <a:defRPr sz="1244"/>
            </a:lvl5pPr>
            <a:lvl6pPr marL="1776930" indent="0" algn="ctr">
              <a:buNone/>
              <a:defRPr sz="1244"/>
            </a:lvl6pPr>
            <a:lvl7pPr marL="2132317" indent="0" algn="ctr">
              <a:buNone/>
              <a:defRPr sz="1244"/>
            </a:lvl7pPr>
            <a:lvl8pPr marL="2487702" indent="0" algn="ctr">
              <a:buNone/>
              <a:defRPr sz="1244"/>
            </a:lvl8pPr>
            <a:lvl9pPr marL="2843088" indent="0" algn="ctr">
              <a:buNone/>
              <a:defRPr sz="1244"/>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376462599"/>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6" name="Graphic 5">
            <a:extLst>
              <a:ext uri="{FF2B5EF4-FFF2-40B4-BE49-F238E27FC236}">
                <a16:creationId xmlns:a16="http://schemas.microsoft.com/office/drawing/2014/main" id="{99E1F792-E3E4-D320-7BA5-A7D4D41040A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462965389"/>
      </p:ext>
    </p:extLst>
  </p:cSld>
  <p:clrMap bg1="lt1" tx1="dk1" bg2="lt2" tx2="dk2" accent1="accent1" accent2="accent2" accent3="accent3" accent4="accent4" accent5="accent5" accent6="accent6" hlink="hlink" folHlink="folHlink"/>
  <p:sldLayoutIdLst>
    <p:sldLayoutId id="2147483742"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6" y="1810207"/>
            <a:ext cx="4525518" cy="905104"/>
          </a:xfrm>
          <a:prstGeom prst="rect">
            <a:avLst/>
          </a:prstGeom>
        </p:spPr>
      </p:pic>
    </p:spTree>
    <p:extLst>
      <p:ext uri="{BB962C8B-B14F-4D97-AF65-F5344CB8AC3E}">
        <p14:creationId xmlns:p14="http://schemas.microsoft.com/office/powerpoint/2010/main" val="2863918117"/>
      </p:ext>
    </p:extLst>
  </p:cSld>
  <p:clrMap bg1="lt1" tx1="dk1" bg2="lt2" tx2="dk2" accent1="accent1" accent2="accent2" accent3="accent3" accent4="accent4" accent5="accent5" accent6="accent6" hlink="hlink" folHlink="folHlink"/>
  <p:sldLayoutIdLst>
    <p:sldLayoutId id="2147483750"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5" y="749450"/>
            <a:ext cx="7024307" cy="274691"/>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7" cy="954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16586" tIns="93269" rIns="116586" bIns="93269" numCol="1" spcCol="0" rtlCol="0" fromWordArt="0" anchor="t" anchorCtr="0" forceAA="0" compatLnSpc="1">
            <a:prstTxWarp prst="textNoShape">
              <a:avLst/>
            </a:prstTxWarp>
            <a:noAutofit/>
          </a:bodyPr>
          <a:lstStyle/>
          <a:p>
            <a:pPr algn="ctr" defTabSz="594451" fontAlgn="base">
              <a:lnSpc>
                <a:spcPct val="90000"/>
              </a:lnSpc>
              <a:spcBef>
                <a:spcPct val="0"/>
              </a:spcBef>
              <a:spcAft>
                <a:spcPct val="0"/>
              </a:spcAft>
            </a:pPr>
            <a:endParaRPr lang="en-US" sz="153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268886307"/>
      </p:ext>
    </p:extLst>
  </p:cSld>
  <p:clrMap bg1="lt1" tx1="dk1" bg2="lt2" tx2="dk2" accent1="accent1" accent2="accent2" accent3="accent3" accent4="accent4" accent5="accent5" accent6="accent6" hlink="hlink" folHlink="folHlink"/>
  <p:sldLayoutIdLst>
    <p:sldLayoutId id="2147483747" r:id="rId1"/>
  </p:sldLayoutIdLst>
  <p:transition>
    <p:fade/>
  </p:transition>
  <p:hf sldNum="0" hdr="0" ftr="0" dt="0"/>
  <p:txStyles>
    <p:titleStyle>
      <a:lvl1pPr algn="l" defTabSz="594623" rtl="0" eaLnBrk="1" latinLnBrk="0" hangingPunct="1">
        <a:lnSpc>
          <a:spcPct val="100000"/>
        </a:lnSpc>
        <a:spcBef>
          <a:spcPct val="0"/>
        </a:spcBef>
        <a:buNone/>
        <a:defRPr lang="en-US" sz="1785" b="0" kern="1200" cap="none" spc="-32" baseline="0" dirty="0" smtClean="0">
          <a:ln w="3175">
            <a:noFill/>
          </a:ln>
          <a:solidFill>
            <a:srgbClr val="000000"/>
          </a:solidFill>
          <a:effectLst/>
          <a:latin typeface="+mj-lt"/>
          <a:ea typeface="+mn-ea"/>
          <a:cs typeface="Segoe UI" pitchFamily="34" charset="0"/>
        </a:defRPr>
      </a:lvl1pPr>
    </p:titleStyle>
    <p:bodyStyle>
      <a:lvl1pPr marL="0" marR="0" indent="0" algn="l" defTabSz="594623" rtl="0" eaLnBrk="1" fontAlgn="auto" latinLnBrk="0" hangingPunct="1">
        <a:lnSpc>
          <a:spcPct val="100000"/>
        </a:lnSpc>
        <a:spcBef>
          <a:spcPts val="1148"/>
        </a:spcBef>
        <a:spcAft>
          <a:spcPts val="0"/>
        </a:spcAft>
        <a:buClrTx/>
        <a:buSzPct val="90000"/>
        <a:buFont typeface="Wingdings" panose="05000000000000000000" pitchFamily="2" charset="2"/>
        <a:buNone/>
        <a:tabLst/>
        <a:defRPr sz="1148" kern="1200" spc="0" baseline="0">
          <a:solidFill>
            <a:srgbClr val="000000"/>
          </a:solidFill>
          <a:latin typeface="+mj-lt"/>
          <a:ea typeface="+mn-ea"/>
          <a:cs typeface="Segoe UI Semilight" panose="020B0402040204020203" pitchFamily="34" charset="0"/>
        </a:defRPr>
      </a:lvl1pPr>
      <a:lvl2pPr marL="0" marR="0" indent="0" algn="l" defTabSz="594623" rtl="0" eaLnBrk="1" fontAlgn="auto" latinLnBrk="0" hangingPunct="1">
        <a:lnSpc>
          <a:spcPct val="100000"/>
        </a:lnSpc>
        <a:spcBef>
          <a:spcPts val="765"/>
        </a:spcBef>
        <a:spcAft>
          <a:spcPts val="0"/>
        </a:spcAft>
        <a:buClrTx/>
        <a:buSzPct val="90000"/>
        <a:buFont typeface="Wingdings" panose="05000000000000000000" pitchFamily="2" charset="2"/>
        <a:buNone/>
        <a:tabLst/>
        <a:defRPr sz="1020" kern="1200" spc="0" baseline="0">
          <a:solidFill>
            <a:srgbClr val="000000"/>
          </a:solidFill>
          <a:latin typeface="+mn-lt"/>
          <a:ea typeface="+mn-ea"/>
          <a:cs typeface="+mn-cs"/>
        </a:defRPr>
      </a:lvl2pPr>
      <a:lvl3pPr marL="127516" marR="0" indent="-127516" algn="l" defTabSz="594623" rtl="0" eaLnBrk="1" fontAlgn="auto" latinLnBrk="0" hangingPunct="1">
        <a:lnSpc>
          <a:spcPct val="100000"/>
        </a:lnSpc>
        <a:spcBef>
          <a:spcPts val="383"/>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3pPr>
      <a:lvl4pPr marL="256489" marR="0" indent="-115372"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4pPr>
      <a:lvl5pPr marL="384734" marR="0" indent="-128245" algn="l" defTabSz="59462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93" kern="1200" spc="0" baseline="0">
          <a:solidFill>
            <a:srgbClr val="000000"/>
          </a:solidFill>
          <a:latin typeface="+mn-lt"/>
          <a:ea typeface="+mn-ea"/>
          <a:cs typeface="+mn-cs"/>
        </a:defRPr>
      </a:lvl5pPr>
      <a:lvl6pPr marL="1635213"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6pPr>
      <a:lvl7pPr marL="1932525"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7pPr>
      <a:lvl8pPr marL="2229837"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8pPr>
      <a:lvl9pPr marL="2527149" indent="-148656" algn="l" defTabSz="594623" rtl="0" eaLnBrk="1" latinLnBrk="0" hangingPunct="1">
        <a:spcBef>
          <a:spcPct val="20000"/>
        </a:spcBef>
        <a:buFont typeface="Arial" pitchFamily="34" charset="0"/>
        <a:buChar char="•"/>
        <a:defRPr sz="1275" kern="1200">
          <a:solidFill>
            <a:schemeClr val="tx1"/>
          </a:solidFill>
          <a:latin typeface="+mn-lt"/>
          <a:ea typeface="+mn-ea"/>
          <a:cs typeface="+mn-cs"/>
        </a:defRPr>
      </a:lvl9pPr>
    </p:bodyStyle>
    <p:otherStyle>
      <a:defPPr>
        <a:defRPr lang="en-US"/>
      </a:defPPr>
      <a:lvl1pPr marL="0" algn="l" defTabSz="594623" rtl="0" eaLnBrk="1" latinLnBrk="0" hangingPunct="1">
        <a:defRPr sz="1148" kern="1200">
          <a:solidFill>
            <a:schemeClr val="tx1"/>
          </a:solidFill>
          <a:latin typeface="+mn-lt"/>
          <a:ea typeface="+mn-ea"/>
          <a:cs typeface="+mn-cs"/>
        </a:defRPr>
      </a:lvl1pPr>
      <a:lvl2pPr marL="297312" algn="l" defTabSz="594623" rtl="0" eaLnBrk="1" latinLnBrk="0" hangingPunct="1">
        <a:defRPr sz="1148" kern="1200">
          <a:solidFill>
            <a:schemeClr val="tx1"/>
          </a:solidFill>
          <a:latin typeface="+mn-lt"/>
          <a:ea typeface="+mn-ea"/>
          <a:cs typeface="+mn-cs"/>
        </a:defRPr>
      </a:lvl2pPr>
      <a:lvl3pPr marL="594623" algn="l" defTabSz="594623" rtl="0" eaLnBrk="1" latinLnBrk="0" hangingPunct="1">
        <a:defRPr sz="1148" kern="1200">
          <a:solidFill>
            <a:schemeClr val="tx1"/>
          </a:solidFill>
          <a:latin typeface="+mn-lt"/>
          <a:ea typeface="+mn-ea"/>
          <a:cs typeface="+mn-cs"/>
        </a:defRPr>
      </a:lvl3pPr>
      <a:lvl4pPr marL="891935" algn="l" defTabSz="594623" rtl="0" eaLnBrk="1" latinLnBrk="0" hangingPunct="1">
        <a:defRPr sz="1148" kern="1200">
          <a:solidFill>
            <a:schemeClr val="tx1"/>
          </a:solidFill>
          <a:latin typeface="+mn-lt"/>
          <a:ea typeface="+mn-ea"/>
          <a:cs typeface="+mn-cs"/>
        </a:defRPr>
      </a:lvl4pPr>
      <a:lvl5pPr marL="1189246" algn="l" defTabSz="594623" rtl="0" eaLnBrk="1" latinLnBrk="0" hangingPunct="1">
        <a:defRPr sz="1148" kern="1200">
          <a:solidFill>
            <a:schemeClr val="tx1"/>
          </a:solidFill>
          <a:latin typeface="+mn-lt"/>
          <a:ea typeface="+mn-ea"/>
          <a:cs typeface="+mn-cs"/>
        </a:defRPr>
      </a:lvl5pPr>
      <a:lvl6pPr marL="1486558" algn="l" defTabSz="594623" rtl="0" eaLnBrk="1" latinLnBrk="0" hangingPunct="1">
        <a:defRPr sz="1148" kern="1200">
          <a:solidFill>
            <a:schemeClr val="tx1"/>
          </a:solidFill>
          <a:latin typeface="+mn-lt"/>
          <a:ea typeface="+mn-ea"/>
          <a:cs typeface="+mn-cs"/>
        </a:defRPr>
      </a:lvl6pPr>
      <a:lvl7pPr marL="1783869" algn="l" defTabSz="594623" rtl="0" eaLnBrk="1" latinLnBrk="0" hangingPunct="1">
        <a:defRPr sz="1148" kern="1200">
          <a:solidFill>
            <a:schemeClr val="tx1"/>
          </a:solidFill>
          <a:latin typeface="+mn-lt"/>
          <a:ea typeface="+mn-ea"/>
          <a:cs typeface="+mn-cs"/>
        </a:defRPr>
      </a:lvl7pPr>
      <a:lvl8pPr marL="2081181" algn="l" defTabSz="594623" rtl="0" eaLnBrk="1" latinLnBrk="0" hangingPunct="1">
        <a:defRPr sz="1148" kern="1200">
          <a:solidFill>
            <a:schemeClr val="tx1"/>
          </a:solidFill>
          <a:latin typeface="+mn-lt"/>
          <a:ea typeface="+mn-ea"/>
          <a:cs typeface="+mn-cs"/>
        </a:defRPr>
      </a:lvl8pPr>
      <a:lvl9pPr marL="2378493" algn="l" defTabSz="594623" rtl="0" eaLnBrk="1" latinLnBrk="0" hangingPunct="1">
        <a:defRPr sz="1148"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366446" y="749450"/>
            <a:ext cx="7024308" cy="251303"/>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372427" y="2105404"/>
            <a:ext cx="7024308" cy="876944"/>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1" y="0"/>
            <a:ext cx="7772400" cy="100584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373075" cy="85831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6617" tIns="85294" rIns="106617" bIns="85294" numCol="1" spcCol="0" rtlCol="0" fromWordArt="0" anchor="t" anchorCtr="0" forceAA="0" compatLnSpc="1">
            <a:prstTxWarp prst="textNoShape">
              <a:avLst/>
            </a:prstTxWarp>
            <a:noAutofit/>
          </a:bodyPr>
          <a:lstStyle/>
          <a:p>
            <a:pPr algn="ctr" defTabSz="543663" fontAlgn="base">
              <a:lnSpc>
                <a:spcPct val="90000"/>
              </a:lnSpc>
              <a:spcBef>
                <a:spcPct val="0"/>
              </a:spcBef>
              <a:spcAft>
                <a:spcPct val="0"/>
              </a:spcAft>
            </a:pPr>
            <a:endParaRPr lang="en-US" sz="1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186538" cy="429157"/>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06617" tIns="85294" rIns="106617" bIns="85294" numCol="1" spcCol="0" rtlCol="0" fromWordArt="0" anchor="t" anchorCtr="0" forceAA="0" compatLnSpc="1">
            <a:prstTxWarp prst="textNoShape">
              <a:avLst/>
            </a:prstTxWarp>
            <a:noAutofit/>
          </a:bodyPr>
          <a:lstStyle/>
          <a:p>
            <a:pPr algn="ctr" defTabSz="543663" fontAlgn="base">
              <a:lnSpc>
                <a:spcPct val="90000"/>
              </a:lnSpc>
              <a:spcBef>
                <a:spcPct val="0"/>
              </a:spcBef>
              <a:spcAft>
                <a:spcPct val="0"/>
              </a:spcAft>
            </a:pPr>
            <a:endParaRPr lang="en-US" sz="1400">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a:extLst>
              <a:ext uri="{FF2B5EF4-FFF2-40B4-BE49-F238E27FC236}">
                <a16:creationId xmlns:a16="http://schemas.microsoft.com/office/drawing/2014/main" id="{A47DE8FB-8705-13E5-38E7-D0D35B44ADB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rot="5400000">
            <a:off x="6140157" y="1810206"/>
            <a:ext cx="4525518" cy="905104"/>
          </a:xfrm>
          <a:prstGeom prst="rect">
            <a:avLst/>
          </a:prstGeom>
        </p:spPr>
      </p:pic>
    </p:spTree>
    <p:extLst>
      <p:ext uri="{BB962C8B-B14F-4D97-AF65-F5344CB8AC3E}">
        <p14:creationId xmlns:p14="http://schemas.microsoft.com/office/powerpoint/2010/main" val="1203139573"/>
      </p:ext>
    </p:extLst>
  </p:cSld>
  <p:clrMap bg1="lt1" tx1="dk1" bg2="lt2" tx2="dk2" accent1="accent1" accent2="accent2" accent3="accent3" accent4="accent4" accent5="accent5" accent6="accent6" hlink="hlink" folHlink="folHlink"/>
  <p:sldLayoutIdLst>
    <p:sldLayoutId id="2147483749" r:id="rId1"/>
  </p:sldLayoutIdLst>
  <p:transition>
    <p:fade/>
  </p:transition>
  <p:hf sldNum="0" hdr="0" ftr="0" dt="0"/>
  <p:txStyles>
    <p:titleStyle>
      <a:lvl1pPr algn="l" defTabSz="543820" rtl="0" eaLnBrk="1" latinLnBrk="0" hangingPunct="1">
        <a:lnSpc>
          <a:spcPct val="100000"/>
        </a:lnSpc>
        <a:spcBef>
          <a:spcPct val="0"/>
        </a:spcBef>
        <a:buNone/>
        <a:defRPr lang="en-US" sz="1633" b="0" kern="1200" cap="none" spc="-29" baseline="0" dirty="0" smtClean="0">
          <a:ln w="3175">
            <a:noFill/>
          </a:ln>
          <a:solidFill>
            <a:srgbClr val="000000"/>
          </a:solidFill>
          <a:effectLst/>
          <a:latin typeface="+mj-lt"/>
          <a:ea typeface="+mn-ea"/>
          <a:cs typeface="Segoe UI" pitchFamily="34" charset="0"/>
        </a:defRPr>
      </a:lvl1pPr>
    </p:titleStyle>
    <p:bodyStyle>
      <a:lvl1pPr marL="0" marR="0" indent="0" algn="l" defTabSz="543820" rtl="0" eaLnBrk="1" fontAlgn="auto" latinLnBrk="0" hangingPunct="1">
        <a:lnSpc>
          <a:spcPct val="100000"/>
        </a:lnSpc>
        <a:spcBef>
          <a:spcPts val="1050"/>
        </a:spcBef>
        <a:spcAft>
          <a:spcPts val="0"/>
        </a:spcAft>
        <a:buClrTx/>
        <a:buSzPct val="90000"/>
        <a:buFont typeface="Wingdings" panose="05000000000000000000" pitchFamily="2" charset="2"/>
        <a:buNone/>
        <a:tabLst/>
        <a:defRPr sz="1050" kern="1200" spc="0" baseline="0">
          <a:solidFill>
            <a:srgbClr val="000000"/>
          </a:solidFill>
          <a:latin typeface="+mj-lt"/>
          <a:ea typeface="+mn-ea"/>
          <a:cs typeface="Segoe UI Semilight" panose="020B0402040204020203" pitchFamily="34" charset="0"/>
        </a:defRPr>
      </a:lvl1pPr>
      <a:lvl2pPr marL="0" marR="0" indent="0" algn="l" defTabSz="543820" rtl="0" eaLnBrk="1" fontAlgn="auto" latinLnBrk="0" hangingPunct="1">
        <a:lnSpc>
          <a:spcPct val="100000"/>
        </a:lnSpc>
        <a:spcBef>
          <a:spcPts val="700"/>
        </a:spcBef>
        <a:spcAft>
          <a:spcPts val="0"/>
        </a:spcAft>
        <a:buClrTx/>
        <a:buSzPct val="90000"/>
        <a:buFont typeface="Wingdings" panose="05000000000000000000" pitchFamily="2" charset="2"/>
        <a:buNone/>
        <a:tabLst/>
        <a:defRPr sz="933" kern="1200" spc="0" baseline="0">
          <a:solidFill>
            <a:srgbClr val="000000"/>
          </a:solidFill>
          <a:latin typeface="+mn-lt"/>
          <a:ea typeface="+mn-ea"/>
          <a:cs typeface="+mn-cs"/>
        </a:defRPr>
      </a:lvl2pPr>
      <a:lvl3pPr marL="116622" marR="0" indent="-116622" algn="l" defTabSz="543820" rtl="0" eaLnBrk="1" fontAlgn="auto" latinLnBrk="0" hangingPunct="1">
        <a:lnSpc>
          <a:spcPct val="100000"/>
        </a:lnSpc>
        <a:spcBef>
          <a:spcPts val="350"/>
        </a:spcBef>
        <a:spcAft>
          <a:spcPts val="0"/>
        </a:spcAft>
        <a:buClrTx/>
        <a:buSzPct val="90000"/>
        <a:buFont typeface="Wingdings" panose="05000000000000000000" pitchFamily="2" charset="2"/>
        <a:buChar char=""/>
        <a:tabLst/>
        <a:defRPr sz="816" kern="1200" spc="0" baseline="0">
          <a:solidFill>
            <a:srgbClr val="000000"/>
          </a:solidFill>
          <a:latin typeface="+mn-lt"/>
          <a:ea typeface="+mn-ea"/>
          <a:cs typeface="+mn-cs"/>
        </a:defRPr>
      </a:lvl3pPr>
      <a:lvl4pPr marL="234576" marR="0" indent="-105515" algn="l" defTabSz="54382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16" kern="1200" spc="0" baseline="0">
          <a:solidFill>
            <a:srgbClr val="000000"/>
          </a:solidFill>
          <a:latin typeface="+mn-lt"/>
          <a:ea typeface="+mn-ea"/>
          <a:cs typeface="+mn-cs"/>
        </a:defRPr>
      </a:lvl4pPr>
      <a:lvl5pPr marL="351863" marR="0" indent="-117288" algn="l" defTabSz="543820"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16" kern="1200" spc="0" baseline="0">
          <a:solidFill>
            <a:srgbClr val="000000"/>
          </a:solidFill>
          <a:latin typeface="+mn-lt"/>
          <a:ea typeface="+mn-ea"/>
          <a:cs typeface="+mn-cs"/>
        </a:defRPr>
      </a:lvl5pPr>
      <a:lvl6pPr marL="1495504" indent="-135955" algn="l" defTabSz="543820" rtl="0" eaLnBrk="1" latinLnBrk="0" hangingPunct="1">
        <a:spcBef>
          <a:spcPct val="20000"/>
        </a:spcBef>
        <a:buFont typeface="Arial" pitchFamily="34" charset="0"/>
        <a:buChar char="•"/>
        <a:defRPr sz="1166" kern="1200">
          <a:solidFill>
            <a:schemeClr val="tx1"/>
          </a:solidFill>
          <a:latin typeface="+mn-lt"/>
          <a:ea typeface="+mn-ea"/>
          <a:cs typeface="+mn-cs"/>
        </a:defRPr>
      </a:lvl6pPr>
      <a:lvl7pPr marL="1767415" indent="-135955" algn="l" defTabSz="543820" rtl="0" eaLnBrk="1" latinLnBrk="0" hangingPunct="1">
        <a:spcBef>
          <a:spcPct val="20000"/>
        </a:spcBef>
        <a:buFont typeface="Arial" pitchFamily="34" charset="0"/>
        <a:buChar char="•"/>
        <a:defRPr sz="1166" kern="1200">
          <a:solidFill>
            <a:schemeClr val="tx1"/>
          </a:solidFill>
          <a:latin typeface="+mn-lt"/>
          <a:ea typeface="+mn-ea"/>
          <a:cs typeface="+mn-cs"/>
        </a:defRPr>
      </a:lvl7pPr>
      <a:lvl8pPr marL="2039325" indent="-135955" algn="l" defTabSz="543820" rtl="0" eaLnBrk="1" latinLnBrk="0" hangingPunct="1">
        <a:spcBef>
          <a:spcPct val="20000"/>
        </a:spcBef>
        <a:buFont typeface="Arial" pitchFamily="34" charset="0"/>
        <a:buChar char="•"/>
        <a:defRPr sz="1166" kern="1200">
          <a:solidFill>
            <a:schemeClr val="tx1"/>
          </a:solidFill>
          <a:latin typeface="+mn-lt"/>
          <a:ea typeface="+mn-ea"/>
          <a:cs typeface="+mn-cs"/>
        </a:defRPr>
      </a:lvl8pPr>
      <a:lvl9pPr marL="2311236" indent="-135955" algn="l" defTabSz="543820" rtl="0" eaLnBrk="1" latinLnBrk="0" hangingPunct="1">
        <a:spcBef>
          <a:spcPct val="20000"/>
        </a:spcBef>
        <a:buFont typeface="Arial" pitchFamily="34" charset="0"/>
        <a:buChar char="•"/>
        <a:defRPr sz="1166" kern="1200">
          <a:solidFill>
            <a:schemeClr val="tx1"/>
          </a:solidFill>
          <a:latin typeface="+mn-lt"/>
          <a:ea typeface="+mn-ea"/>
          <a:cs typeface="+mn-cs"/>
        </a:defRPr>
      </a:lvl9pPr>
    </p:bodyStyle>
    <p:otherStyle>
      <a:defPPr>
        <a:defRPr lang="en-US"/>
      </a:defPPr>
      <a:lvl1pPr marL="0" algn="l" defTabSz="543820" rtl="0" eaLnBrk="1" latinLnBrk="0" hangingPunct="1">
        <a:defRPr sz="1050" kern="1200">
          <a:solidFill>
            <a:schemeClr val="tx1"/>
          </a:solidFill>
          <a:latin typeface="+mn-lt"/>
          <a:ea typeface="+mn-ea"/>
          <a:cs typeface="+mn-cs"/>
        </a:defRPr>
      </a:lvl1pPr>
      <a:lvl2pPr marL="271911" algn="l" defTabSz="543820" rtl="0" eaLnBrk="1" latinLnBrk="0" hangingPunct="1">
        <a:defRPr sz="1050" kern="1200">
          <a:solidFill>
            <a:schemeClr val="tx1"/>
          </a:solidFill>
          <a:latin typeface="+mn-lt"/>
          <a:ea typeface="+mn-ea"/>
          <a:cs typeface="+mn-cs"/>
        </a:defRPr>
      </a:lvl2pPr>
      <a:lvl3pPr marL="543820" algn="l" defTabSz="543820" rtl="0" eaLnBrk="1" latinLnBrk="0" hangingPunct="1">
        <a:defRPr sz="1050" kern="1200">
          <a:solidFill>
            <a:schemeClr val="tx1"/>
          </a:solidFill>
          <a:latin typeface="+mn-lt"/>
          <a:ea typeface="+mn-ea"/>
          <a:cs typeface="+mn-cs"/>
        </a:defRPr>
      </a:lvl3pPr>
      <a:lvl4pPr marL="815730" algn="l" defTabSz="543820" rtl="0" eaLnBrk="1" latinLnBrk="0" hangingPunct="1">
        <a:defRPr sz="1050" kern="1200">
          <a:solidFill>
            <a:schemeClr val="tx1"/>
          </a:solidFill>
          <a:latin typeface="+mn-lt"/>
          <a:ea typeface="+mn-ea"/>
          <a:cs typeface="+mn-cs"/>
        </a:defRPr>
      </a:lvl4pPr>
      <a:lvl5pPr marL="1087640" algn="l" defTabSz="543820" rtl="0" eaLnBrk="1" latinLnBrk="0" hangingPunct="1">
        <a:defRPr sz="1050" kern="1200">
          <a:solidFill>
            <a:schemeClr val="tx1"/>
          </a:solidFill>
          <a:latin typeface="+mn-lt"/>
          <a:ea typeface="+mn-ea"/>
          <a:cs typeface="+mn-cs"/>
        </a:defRPr>
      </a:lvl5pPr>
      <a:lvl6pPr marL="1359550" algn="l" defTabSz="543820" rtl="0" eaLnBrk="1" latinLnBrk="0" hangingPunct="1">
        <a:defRPr sz="1050" kern="1200">
          <a:solidFill>
            <a:schemeClr val="tx1"/>
          </a:solidFill>
          <a:latin typeface="+mn-lt"/>
          <a:ea typeface="+mn-ea"/>
          <a:cs typeface="+mn-cs"/>
        </a:defRPr>
      </a:lvl6pPr>
      <a:lvl7pPr marL="1631460" algn="l" defTabSz="543820" rtl="0" eaLnBrk="1" latinLnBrk="0" hangingPunct="1">
        <a:defRPr sz="1050" kern="1200">
          <a:solidFill>
            <a:schemeClr val="tx1"/>
          </a:solidFill>
          <a:latin typeface="+mn-lt"/>
          <a:ea typeface="+mn-ea"/>
          <a:cs typeface="+mn-cs"/>
        </a:defRPr>
      </a:lvl7pPr>
      <a:lvl8pPr marL="1903370" algn="l" defTabSz="543820" rtl="0" eaLnBrk="1" latinLnBrk="0" hangingPunct="1">
        <a:defRPr sz="1050" kern="1200">
          <a:solidFill>
            <a:schemeClr val="tx1"/>
          </a:solidFill>
          <a:latin typeface="+mn-lt"/>
          <a:ea typeface="+mn-ea"/>
          <a:cs typeface="+mn-cs"/>
        </a:defRPr>
      </a:lvl8pPr>
      <a:lvl9pPr marL="2175281" algn="l" defTabSz="543820" rtl="0" eaLnBrk="1" latinLnBrk="0" hangingPunct="1">
        <a:defRPr sz="105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235">
          <p15:clr>
            <a:srgbClr val="C35EA4"/>
          </p15:clr>
        </p15:guide>
        <p15:guide id="17" pos="4662">
          <p15:clr>
            <a:srgbClr val="C35EA4"/>
          </p15:clr>
        </p15:guide>
        <p15:guide id="25" orient="horz" pos="792">
          <p15:clr>
            <a:srgbClr val="C35EA4"/>
          </p15:clr>
        </p15:guide>
        <p15:guide id="26" orient="horz" pos="5792">
          <p15:clr>
            <a:srgbClr val="C35EA4"/>
          </p15:clr>
        </p15:guide>
        <p15:guide id="27" orient="horz" pos="270">
          <p15:clr>
            <a:srgbClr val="A4A3A4"/>
          </p15:clr>
        </p15:guide>
        <p15:guide id="28" pos="118">
          <p15:clr>
            <a:srgbClr val="A4A3A4"/>
          </p15:clr>
        </p15:guide>
        <p15:guide id="29" orient="horz" pos="6065">
          <p15:clr>
            <a:srgbClr val="A4A3A4"/>
          </p15:clr>
        </p15:guide>
        <p15:guide id="30" pos="4778">
          <p15:clr>
            <a:srgbClr val="A4A3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5" y="535520"/>
            <a:ext cx="6703695" cy="194415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34355" y="2677585"/>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34352" y="9322651"/>
            <a:ext cx="1748791" cy="535516"/>
          </a:xfrm>
          <a:prstGeom prst="rect">
            <a:avLst/>
          </a:prstGeom>
        </p:spPr>
        <p:txBody>
          <a:bodyPr vert="horz" lIns="91440" tIns="45720" rIns="91440" bIns="45720" rtlCol="0" anchor="ctr"/>
          <a:lstStyle>
            <a:lvl1pPr algn="l">
              <a:defRPr sz="933">
                <a:solidFill>
                  <a:schemeClr val="tx1">
                    <a:tint val="82000"/>
                  </a:schemeClr>
                </a:solidFill>
              </a:defRPr>
            </a:lvl1pPr>
          </a:lstStyle>
          <a:p>
            <a:fld id="{27475733-6F7F-4117-9D24-6C952A0F31DE}" type="datetimeFigureOut">
              <a:rPr lang="en-US" smtClean="0"/>
              <a:t>5/7/2026</a:t>
            </a:fld>
            <a:endParaRPr lang="en-US"/>
          </a:p>
        </p:txBody>
      </p:sp>
      <p:sp>
        <p:nvSpPr>
          <p:cNvPr id="5" name="Footer Placeholder 4"/>
          <p:cNvSpPr>
            <a:spLocks noGrp="1"/>
          </p:cNvSpPr>
          <p:nvPr>
            <p:ph type="ftr" sz="quarter" idx="3"/>
          </p:nvPr>
        </p:nvSpPr>
        <p:spPr>
          <a:xfrm>
            <a:off x="2574610" y="9322651"/>
            <a:ext cx="2623185" cy="535516"/>
          </a:xfrm>
          <a:prstGeom prst="rect">
            <a:avLst/>
          </a:prstGeom>
        </p:spPr>
        <p:txBody>
          <a:bodyPr vert="horz" lIns="91440" tIns="45720" rIns="91440" bIns="45720" rtlCol="0" anchor="ctr"/>
          <a:lstStyle>
            <a:lvl1pPr algn="ctr">
              <a:defRPr sz="933">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5489258" y="9322651"/>
            <a:ext cx="1748791" cy="535516"/>
          </a:xfrm>
          <a:prstGeom prst="rect">
            <a:avLst/>
          </a:prstGeom>
        </p:spPr>
        <p:txBody>
          <a:bodyPr vert="horz" lIns="91440" tIns="45720" rIns="91440" bIns="45720" rtlCol="0" anchor="ctr"/>
          <a:lstStyle>
            <a:lvl1pPr algn="r">
              <a:defRPr sz="933">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1656390662"/>
      </p:ext>
    </p:extLst>
  </p:cSld>
  <p:clrMap bg1="lt1" tx1="dk1" bg2="lt2" tx2="dk2" accent1="accent1" accent2="accent2" accent3="accent3" accent4="accent4" accent5="accent5" accent6="accent6" hlink="hlink" folHlink="folHlink"/>
  <p:sldLayoutIdLst>
    <p:sldLayoutId id="2147483752" r:id="rId1"/>
  </p:sldLayoutIdLst>
  <p:txStyles>
    <p:titleStyle>
      <a:lvl1pPr algn="l" defTabSz="710771" rtl="0" eaLnBrk="1" latinLnBrk="0" hangingPunct="1">
        <a:lnSpc>
          <a:spcPct val="90000"/>
        </a:lnSpc>
        <a:spcBef>
          <a:spcPct val="0"/>
        </a:spcBef>
        <a:buNone/>
        <a:defRPr sz="3420" kern="1200">
          <a:solidFill>
            <a:schemeClr val="tx1"/>
          </a:solidFill>
          <a:latin typeface="+mj-lt"/>
          <a:ea typeface="+mj-ea"/>
          <a:cs typeface="+mj-cs"/>
        </a:defRPr>
      </a:lvl1pPr>
    </p:titleStyle>
    <p:bodyStyle>
      <a:lvl1pPr marL="177694" indent="-177694" algn="l" defTabSz="710771" rtl="0" eaLnBrk="1" latinLnBrk="0" hangingPunct="1">
        <a:lnSpc>
          <a:spcPct val="90000"/>
        </a:lnSpc>
        <a:spcBef>
          <a:spcPts val="778"/>
        </a:spcBef>
        <a:buFont typeface="Arial" panose="020B0604020202020204" pitchFamily="34" charset="0"/>
        <a:buChar char="•"/>
        <a:defRPr sz="2176" kern="1200">
          <a:solidFill>
            <a:schemeClr val="tx1"/>
          </a:solidFill>
          <a:latin typeface="+mn-lt"/>
          <a:ea typeface="+mn-ea"/>
          <a:cs typeface="+mn-cs"/>
        </a:defRPr>
      </a:lvl1pPr>
      <a:lvl2pPr marL="533079" indent="-177694" algn="l" defTabSz="710771" rtl="0" eaLnBrk="1" latinLnBrk="0" hangingPunct="1">
        <a:lnSpc>
          <a:spcPct val="90000"/>
        </a:lnSpc>
        <a:spcBef>
          <a:spcPts val="389"/>
        </a:spcBef>
        <a:buFont typeface="Arial" panose="020B0604020202020204" pitchFamily="34" charset="0"/>
        <a:buChar char="•"/>
        <a:defRPr sz="1865" kern="1200">
          <a:solidFill>
            <a:schemeClr val="tx1"/>
          </a:solidFill>
          <a:latin typeface="+mn-lt"/>
          <a:ea typeface="+mn-ea"/>
          <a:cs typeface="+mn-cs"/>
        </a:defRPr>
      </a:lvl2pPr>
      <a:lvl3pPr marL="888465" indent="-177694" algn="l" defTabSz="710771" rtl="0" eaLnBrk="1" latinLnBrk="0" hangingPunct="1">
        <a:lnSpc>
          <a:spcPct val="90000"/>
        </a:lnSpc>
        <a:spcBef>
          <a:spcPts val="389"/>
        </a:spcBef>
        <a:buFont typeface="Arial" panose="020B0604020202020204" pitchFamily="34" charset="0"/>
        <a:buChar char="•"/>
        <a:defRPr sz="1554" kern="1200">
          <a:solidFill>
            <a:schemeClr val="tx1"/>
          </a:solidFill>
          <a:latin typeface="+mn-lt"/>
          <a:ea typeface="+mn-ea"/>
          <a:cs typeface="+mn-cs"/>
        </a:defRPr>
      </a:lvl3pPr>
      <a:lvl4pPr marL="1243852" indent="-177694" algn="l" defTabSz="710771" rtl="0" eaLnBrk="1" latinLnBrk="0" hangingPunct="1">
        <a:lnSpc>
          <a:spcPct val="90000"/>
        </a:lnSpc>
        <a:spcBef>
          <a:spcPts val="389"/>
        </a:spcBef>
        <a:buFont typeface="Arial" panose="020B0604020202020204" pitchFamily="34" charset="0"/>
        <a:buChar char="•"/>
        <a:defRPr sz="1398" kern="1200">
          <a:solidFill>
            <a:schemeClr val="tx1"/>
          </a:solidFill>
          <a:latin typeface="+mn-lt"/>
          <a:ea typeface="+mn-ea"/>
          <a:cs typeface="+mn-cs"/>
        </a:defRPr>
      </a:lvl4pPr>
      <a:lvl5pPr marL="1599237" indent="-177694" algn="l" defTabSz="710771" rtl="0" eaLnBrk="1" latinLnBrk="0" hangingPunct="1">
        <a:lnSpc>
          <a:spcPct val="90000"/>
        </a:lnSpc>
        <a:spcBef>
          <a:spcPts val="389"/>
        </a:spcBef>
        <a:buFont typeface="Arial" panose="020B0604020202020204" pitchFamily="34" charset="0"/>
        <a:buChar char="•"/>
        <a:defRPr sz="1398" kern="1200">
          <a:solidFill>
            <a:schemeClr val="tx1"/>
          </a:solidFill>
          <a:latin typeface="+mn-lt"/>
          <a:ea typeface="+mn-ea"/>
          <a:cs typeface="+mn-cs"/>
        </a:defRPr>
      </a:lvl5pPr>
      <a:lvl6pPr marL="1954624" indent="-177694" algn="l" defTabSz="710771" rtl="0" eaLnBrk="1" latinLnBrk="0" hangingPunct="1">
        <a:lnSpc>
          <a:spcPct val="90000"/>
        </a:lnSpc>
        <a:spcBef>
          <a:spcPts val="389"/>
        </a:spcBef>
        <a:buFont typeface="Arial" panose="020B0604020202020204" pitchFamily="34" charset="0"/>
        <a:buChar char="•"/>
        <a:defRPr sz="1398" kern="1200">
          <a:solidFill>
            <a:schemeClr val="tx1"/>
          </a:solidFill>
          <a:latin typeface="+mn-lt"/>
          <a:ea typeface="+mn-ea"/>
          <a:cs typeface="+mn-cs"/>
        </a:defRPr>
      </a:lvl6pPr>
      <a:lvl7pPr marL="2310009" indent="-177694" algn="l" defTabSz="710771" rtl="0" eaLnBrk="1" latinLnBrk="0" hangingPunct="1">
        <a:lnSpc>
          <a:spcPct val="90000"/>
        </a:lnSpc>
        <a:spcBef>
          <a:spcPts val="389"/>
        </a:spcBef>
        <a:buFont typeface="Arial" panose="020B0604020202020204" pitchFamily="34" charset="0"/>
        <a:buChar char="•"/>
        <a:defRPr sz="1398" kern="1200">
          <a:solidFill>
            <a:schemeClr val="tx1"/>
          </a:solidFill>
          <a:latin typeface="+mn-lt"/>
          <a:ea typeface="+mn-ea"/>
          <a:cs typeface="+mn-cs"/>
        </a:defRPr>
      </a:lvl7pPr>
      <a:lvl8pPr marL="2665396" indent="-177694" algn="l" defTabSz="710771" rtl="0" eaLnBrk="1" latinLnBrk="0" hangingPunct="1">
        <a:lnSpc>
          <a:spcPct val="90000"/>
        </a:lnSpc>
        <a:spcBef>
          <a:spcPts val="389"/>
        </a:spcBef>
        <a:buFont typeface="Arial" panose="020B0604020202020204" pitchFamily="34" charset="0"/>
        <a:buChar char="•"/>
        <a:defRPr sz="1398" kern="1200">
          <a:solidFill>
            <a:schemeClr val="tx1"/>
          </a:solidFill>
          <a:latin typeface="+mn-lt"/>
          <a:ea typeface="+mn-ea"/>
          <a:cs typeface="+mn-cs"/>
        </a:defRPr>
      </a:lvl8pPr>
      <a:lvl9pPr marL="3020782" indent="-177694" algn="l" defTabSz="710771" rtl="0" eaLnBrk="1" latinLnBrk="0" hangingPunct="1">
        <a:lnSpc>
          <a:spcPct val="90000"/>
        </a:lnSpc>
        <a:spcBef>
          <a:spcPts val="389"/>
        </a:spcBef>
        <a:buFont typeface="Arial" panose="020B0604020202020204" pitchFamily="34" charset="0"/>
        <a:buChar char="•"/>
        <a:defRPr sz="1398" kern="1200">
          <a:solidFill>
            <a:schemeClr val="tx1"/>
          </a:solidFill>
          <a:latin typeface="+mn-lt"/>
          <a:ea typeface="+mn-ea"/>
          <a:cs typeface="+mn-cs"/>
        </a:defRPr>
      </a:lvl9pPr>
    </p:bodyStyle>
    <p:otherStyle>
      <a:defPPr>
        <a:defRPr lang="en-US"/>
      </a:defPPr>
      <a:lvl1pPr marL="0" algn="l" defTabSz="710771" rtl="0" eaLnBrk="1" latinLnBrk="0" hangingPunct="1">
        <a:defRPr sz="1398" kern="1200">
          <a:solidFill>
            <a:schemeClr val="tx1"/>
          </a:solidFill>
          <a:latin typeface="+mn-lt"/>
          <a:ea typeface="+mn-ea"/>
          <a:cs typeface="+mn-cs"/>
        </a:defRPr>
      </a:lvl1pPr>
      <a:lvl2pPr marL="355386" algn="l" defTabSz="710771" rtl="0" eaLnBrk="1" latinLnBrk="0" hangingPunct="1">
        <a:defRPr sz="1398" kern="1200">
          <a:solidFill>
            <a:schemeClr val="tx1"/>
          </a:solidFill>
          <a:latin typeface="+mn-lt"/>
          <a:ea typeface="+mn-ea"/>
          <a:cs typeface="+mn-cs"/>
        </a:defRPr>
      </a:lvl2pPr>
      <a:lvl3pPr marL="710771" algn="l" defTabSz="710771" rtl="0" eaLnBrk="1" latinLnBrk="0" hangingPunct="1">
        <a:defRPr sz="1398" kern="1200">
          <a:solidFill>
            <a:schemeClr val="tx1"/>
          </a:solidFill>
          <a:latin typeface="+mn-lt"/>
          <a:ea typeface="+mn-ea"/>
          <a:cs typeface="+mn-cs"/>
        </a:defRPr>
      </a:lvl3pPr>
      <a:lvl4pPr marL="1066159" algn="l" defTabSz="710771" rtl="0" eaLnBrk="1" latinLnBrk="0" hangingPunct="1">
        <a:defRPr sz="1398" kern="1200">
          <a:solidFill>
            <a:schemeClr val="tx1"/>
          </a:solidFill>
          <a:latin typeface="+mn-lt"/>
          <a:ea typeface="+mn-ea"/>
          <a:cs typeface="+mn-cs"/>
        </a:defRPr>
      </a:lvl4pPr>
      <a:lvl5pPr marL="1421544" algn="l" defTabSz="710771" rtl="0" eaLnBrk="1" latinLnBrk="0" hangingPunct="1">
        <a:defRPr sz="1398" kern="1200">
          <a:solidFill>
            <a:schemeClr val="tx1"/>
          </a:solidFill>
          <a:latin typeface="+mn-lt"/>
          <a:ea typeface="+mn-ea"/>
          <a:cs typeface="+mn-cs"/>
        </a:defRPr>
      </a:lvl5pPr>
      <a:lvl6pPr marL="1776930" algn="l" defTabSz="710771" rtl="0" eaLnBrk="1" latinLnBrk="0" hangingPunct="1">
        <a:defRPr sz="1398" kern="1200">
          <a:solidFill>
            <a:schemeClr val="tx1"/>
          </a:solidFill>
          <a:latin typeface="+mn-lt"/>
          <a:ea typeface="+mn-ea"/>
          <a:cs typeface="+mn-cs"/>
        </a:defRPr>
      </a:lvl6pPr>
      <a:lvl7pPr marL="2132317" algn="l" defTabSz="710771" rtl="0" eaLnBrk="1" latinLnBrk="0" hangingPunct="1">
        <a:defRPr sz="1398" kern="1200">
          <a:solidFill>
            <a:schemeClr val="tx1"/>
          </a:solidFill>
          <a:latin typeface="+mn-lt"/>
          <a:ea typeface="+mn-ea"/>
          <a:cs typeface="+mn-cs"/>
        </a:defRPr>
      </a:lvl7pPr>
      <a:lvl8pPr marL="2487702" algn="l" defTabSz="710771" rtl="0" eaLnBrk="1" latinLnBrk="0" hangingPunct="1">
        <a:defRPr sz="1398" kern="1200">
          <a:solidFill>
            <a:schemeClr val="tx1"/>
          </a:solidFill>
          <a:latin typeface="+mn-lt"/>
          <a:ea typeface="+mn-ea"/>
          <a:cs typeface="+mn-cs"/>
        </a:defRPr>
      </a:lvl8pPr>
      <a:lvl9pPr marL="2843088" algn="l" defTabSz="710771" rtl="0" eaLnBrk="1" latinLnBrk="0" hangingPunct="1">
        <a:defRPr sz="13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p15:clr>
            <a:srgbClr val="F26B43"/>
          </p15:clr>
        </p15:guide>
        <p15:guide id="2" pos="238">
          <p15:clr>
            <a:srgbClr val="F26B43"/>
          </p15:clr>
        </p15:guide>
        <p15:guide id="3" pos="3322">
          <p15:clr>
            <a:srgbClr val="F26B43"/>
          </p15:clr>
        </p15:guide>
        <p15:guide id="4" orient="horz" pos="249">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hyperlink" Target="https://www.microsoft.com/en-us/investor/events/fy-2025/earnings-fy-2025-q1" TargetMode="External"/><Relationship Id="rId4" Type="http://schemas.openxmlformats.org/officeDocument/2006/relationships/image" Target="../media/image3.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3.png"/><Relationship Id="rId1" Type="http://schemas.openxmlformats.org/officeDocument/2006/relationships/slideLayout" Target="../slideLayouts/slideLayout5.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2039B-76F6-F207-68F0-D449282BC4A1}"/>
            </a:ext>
          </a:extLst>
        </p:cNvPr>
        <p:cNvGrpSpPr/>
        <p:nvPr/>
      </p:nvGrpSpPr>
      <p:grpSpPr>
        <a:xfrm>
          <a:off x="0" y="0"/>
          <a:ext cx="0" cy="0"/>
          <a:chOff x="0" y="0"/>
          <a:chExt cx="0" cy="0"/>
        </a:xfrm>
      </p:grpSpPr>
      <p:pic>
        <p:nvPicPr>
          <p:cNvPr id="6" name="Rectangle 3468742" descr="preencoded.png">
            <a:extLst>
              <a:ext uri="{FF2B5EF4-FFF2-40B4-BE49-F238E27FC236}">
                <a16:creationId xmlns:a16="http://schemas.microsoft.com/office/drawing/2014/main" id="{EEA7B906-4AA0-0E04-2A93-148972FF892C}"/>
              </a:ext>
            </a:extLst>
          </p:cNvPr>
          <p:cNvPicPr>
            <a:picLocks noChangeAspect="1"/>
          </p:cNvPicPr>
          <p:nvPr/>
        </p:nvPicPr>
        <p:blipFill>
          <a:blip r:embed="rId3"/>
          <a:srcRect t="1" b="17144"/>
          <a:stretch>
            <a:fillRect/>
          </a:stretch>
        </p:blipFill>
        <p:spPr>
          <a:xfrm>
            <a:off x="0" y="1"/>
            <a:ext cx="7772399" cy="10058400"/>
          </a:xfrm>
          <a:prstGeom prst="rect">
            <a:avLst/>
          </a:prstGeom>
        </p:spPr>
      </p:pic>
      <p:sp>
        <p:nvSpPr>
          <p:cNvPr id="20" name="Rectangle: Rounded Corners 19">
            <a:extLst>
              <a:ext uri="{FF2B5EF4-FFF2-40B4-BE49-F238E27FC236}">
                <a16:creationId xmlns:a16="http://schemas.microsoft.com/office/drawing/2014/main" id="{2E93921D-40F1-B109-8DB8-DE2210EC5464}"/>
              </a:ext>
            </a:extLst>
          </p:cNvPr>
          <p:cNvSpPr/>
          <p:nvPr/>
        </p:nvSpPr>
        <p:spPr bwMode="auto">
          <a:xfrm>
            <a:off x="2762333" y="1904072"/>
            <a:ext cx="2241800" cy="3735983"/>
          </a:xfrm>
          <a:prstGeom prst="roundRect">
            <a:avLst>
              <a:gd name="adj" fmla="val 5082"/>
            </a:avLst>
          </a:prstGeom>
          <a:solidFill>
            <a:schemeClr val="bg1"/>
          </a:solidFill>
          <a:ln w="6350">
            <a:solidFill>
              <a:srgbClr val="B740C5"/>
            </a:solidFill>
            <a:headEnd type="none" w="med" len="med"/>
            <a:tailEnd type="none" w="med" len="med"/>
          </a:ln>
          <a:effectLst>
            <a:outerShdw blurRad="114300" dist="38100" dir="2700000" algn="tl" rotWithShape="0">
              <a:prstClr val="black">
                <a:alpha val="19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gradFill>
                <a:gsLst>
                  <a:gs pos="0">
                    <a:srgbClr val="FFFFFF"/>
                  </a:gs>
                  <a:gs pos="100000">
                    <a:srgbClr val="FFFFFF"/>
                  </a:gs>
                </a:gsLst>
                <a:lin ang="5400000" scaled="0"/>
              </a:gradFill>
              <a:ea typeface="Segoe UI" pitchFamily="34" charset="0"/>
              <a:cs typeface="Segoe UI" pitchFamily="34" charset="0"/>
            </a:endParaRPr>
          </a:p>
        </p:txBody>
      </p:sp>
      <p:sp>
        <p:nvSpPr>
          <p:cNvPr id="23" name="Rectangle: Rounded Corners 22">
            <a:extLst>
              <a:ext uri="{FF2B5EF4-FFF2-40B4-BE49-F238E27FC236}">
                <a16:creationId xmlns:a16="http://schemas.microsoft.com/office/drawing/2014/main" id="{12B63E96-4366-A0F6-46C7-DA4BC9A3A03E}"/>
              </a:ext>
            </a:extLst>
          </p:cNvPr>
          <p:cNvSpPr/>
          <p:nvPr/>
        </p:nvSpPr>
        <p:spPr bwMode="auto">
          <a:xfrm>
            <a:off x="5168188" y="1912539"/>
            <a:ext cx="2241800" cy="3735983"/>
          </a:xfrm>
          <a:prstGeom prst="roundRect">
            <a:avLst>
              <a:gd name="adj" fmla="val 5082"/>
            </a:avLst>
          </a:prstGeom>
          <a:solidFill>
            <a:schemeClr val="bg1"/>
          </a:solidFill>
          <a:ln w="6350">
            <a:solidFill>
              <a:srgbClr val="B740C5"/>
            </a:solidFill>
            <a:headEnd type="none" w="med" len="med"/>
            <a:tailEnd type="none" w="med" len="med"/>
          </a:ln>
          <a:effectLst>
            <a:outerShdw blurRad="114300" dist="38100" dir="2700000" algn="tl" rotWithShape="0">
              <a:prstClr val="black">
                <a:alpha val="19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Rounded Corners 7">
            <a:extLst>
              <a:ext uri="{FF2B5EF4-FFF2-40B4-BE49-F238E27FC236}">
                <a16:creationId xmlns:a16="http://schemas.microsoft.com/office/drawing/2014/main" id="{AED3F73B-0F53-5190-CBC5-5D6775AE7D80}"/>
              </a:ext>
            </a:extLst>
          </p:cNvPr>
          <p:cNvSpPr/>
          <p:nvPr/>
        </p:nvSpPr>
        <p:spPr bwMode="auto">
          <a:xfrm>
            <a:off x="373063" y="1912541"/>
            <a:ext cx="2241800" cy="3735983"/>
          </a:xfrm>
          <a:prstGeom prst="roundRect">
            <a:avLst>
              <a:gd name="adj" fmla="val 5082"/>
            </a:avLst>
          </a:prstGeom>
          <a:solidFill>
            <a:schemeClr val="bg1"/>
          </a:solidFill>
          <a:ln w="6350">
            <a:solidFill>
              <a:srgbClr val="B740C5"/>
            </a:solidFill>
            <a:headEnd type="none" w="med" len="med"/>
            <a:tailEnd type="none" w="med" len="med"/>
          </a:ln>
          <a:effectLst>
            <a:outerShdw blurRad="114300" dist="38100" dir="2700000" algn="tl" rotWithShape="0">
              <a:prstClr val="black">
                <a:alpha val="19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gradFill>
                <a:gsLst>
                  <a:gs pos="0">
                    <a:srgbClr val="FFFFFF"/>
                  </a:gs>
                  <a:gs pos="100000">
                    <a:srgbClr val="FFFFFF"/>
                  </a:gs>
                </a:gsLst>
                <a:lin ang="5400000" scaled="0"/>
              </a:gradFill>
              <a:ea typeface="Segoe UI" pitchFamily="34" charset="0"/>
              <a:cs typeface="Segoe UI" pitchFamily="34" charset="0"/>
            </a:endParaRPr>
          </a:p>
        </p:txBody>
      </p:sp>
      <p:pic>
        <p:nvPicPr>
          <p:cNvPr id="19" name="Picture 18">
            <a:extLst>
              <a:ext uri="{FF2B5EF4-FFF2-40B4-BE49-F238E27FC236}">
                <a16:creationId xmlns:a16="http://schemas.microsoft.com/office/drawing/2014/main" id="{CA624FEB-D5E3-2B7C-4E99-AC65A871B3F7}"/>
              </a:ext>
            </a:extLst>
          </p:cNvPr>
          <p:cNvPicPr>
            <a:picLocks noChangeAspect="1"/>
          </p:cNvPicPr>
          <p:nvPr/>
        </p:nvPicPr>
        <p:blipFill>
          <a:blip r:embed="rId4"/>
          <a:srcRect l="-25877" t="56128" r="60860" b="-102"/>
          <a:stretch>
            <a:fillRect/>
          </a:stretch>
        </p:blipFill>
        <p:spPr>
          <a:xfrm>
            <a:off x="1267282" y="1919"/>
            <a:ext cx="6502703" cy="1989131"/>
          </a:xfrm>
          <a:prstGeom prst="rect">
            <a:avLst/>
          </a:prstGeom>
        </p:spPr>
      </p:pic>
      <p:sp>
        <p:nvSpPr>
          <p:cNvPr id="32" name="Title 31">
            <a:extLst>
              <a:ext uri="{FF2B5EF4-FFF2-40B4-BE49-F238E27FC236}">
                <a16:creationId xmlns:a16="http://schemas.microsoft.com/office/drawing/2014/main" id="{E21249B4-1589-0C17-030D-2A035C47203A}"/>
              </a:ext>
            </a:extLst>
          </p:cNvPr>
          <p:cNvSpPr txBox="1">
            <a:spLocks noGrp="1"/>
          </p:cNvSpPr>
          <p:nvPr>
            <p:ph type="title" idx="4294967295"/>
          </p:nvPr>
        </p:nvSpPr>
        <p:spPr>
          <a:xfrm>
            <a:off x="372423" y="729422"/>
            <a:ext cx="6263909" cy="430887"/>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502920">
              <a:spcBef>
                <a:spcPts val="0"/>
              </a:spcBef>
            </a:pPr>
            <a:r>
              <a:rPr lang="en-US" sz="2800">
                <a:solidFill>
                  <a:schemeClr val="tx1"/>
                </a:solidFill>
                <a:latin typeface="Segoe Sans Display Semibold" pitchFamily="2" charset="0"/>
                <a:cs typeface="Segoe Sans Display Semibold" pitchFamily="2" charset="0"/>
              </a:rPr>
              <a:t>Microsoft 365 Copilot Business</a:t>
            </a:r>
          </a:p>
        </p:txBody>
      </p:sp>
      <p:sp>
        <p:nvSpPr>
          <p:cNvPr id="4" name="TextBox 3">
            <a:extLst>
              <a:ext uri="{FF2B5EF4-FFF2-40B4-BE49-F238E27FC236}">
                <a16:creationId xmlns:a16="http://schemas.microsoft.com/office/drawing/2014/main" id="{4C614D19-1062-BB7F-E599-F43EB3612ACD}"/>
              </a:ext>
            </a:extLst>
          </p:cNvPr>
          <p:cNvSpPr txBox="1">
            <a:spLocks/>
          </p:cNvSpPr>
          <p:nvPr/>
        </p:nvSpPr>
        <p:spPr>
          <a:xfrm>
            <a:off x="372423" y="1224079"/>
            <a:ext cx="5926777" cy="507831"/>
          </a:xfrm>
          <a:prstGeom prst="rect">
            <a:avLst/>
          </a:prstGeom>
          <a:noFill/>
        </p:spPr>
        <p:txBody>
          <a:bodyPr wrap="square" lIns="0" tIns="0" rIns="0" bIns="0" rtlCol="0" anchor="t" anchorCtr="0">
            <a:spAutoFit/>
          </a:bodyPr>
          <a:lstStyle/>
          <a:p>
            <a:pPr defTabSz="914400">
              <a:spcAft>
                <a:spcPts val="1200"/>
              </a:spcAft>
              <a:defRPr/>
            </a:pPr>
            <a:r>
              <a:rPr lang="en-US" sz="1100"/>
              <a:t>Copilot is the UI for AI that combines the power of LLM with the web and work data and applications that supercharges productivity, unlocks value, transforms business processes with Agents and inherits existing security, privacy, identity enterprise ready policies.</a:t>
            </a:r>
            <a:endParaRPr kumimoji="0" lang="en-US" sz="11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p:txBody>
      </p:sp>
      <p:sp>
        <p:nvSpPr>
          <p:cNvPr id="12" name="TextBox 11">
            <a:extLst>
              <a:ext uri="{FF2B5EF4-FFF2-40B4-BE49-F238E27FC236}">
                <a16:creationId xmlns:a16="http://schemas.microsoft.com/office/drawing/2014/main" id="{60C1C25E-7BA7-E690-9058-C553C8A30243}"/>
              </a:ext>
            </a:extLst>
          </p:cNvPr>
          <p:cNvSpPr txBox="1"/>
          <p:nvPr/>
        </p:nvSpPr>
        <p:spPr>
          <a:xfrm>
            <a:off x="597533" y="2033908"/>
            <a:ext cx="1896519" cy="492443"/>
          </a:xfrm>
          <a:prstGeom prst="rect">
            <a:avLst/>
          </a:prstGeom>
          <a:noFill/>
        </p:spPr>
        <p:txBody>
          <a:bodyPr wrap="square" lIns="0" tIns="0" rIns="0" bIns="0" rtlCol="0">
            <a:spAutoFit/>
          </a:bodyPr>
          <a:lstStyle/>
          <a:p>
            <a:r>
              <a:rPr lang="en-IN" sz="1600">
                <a:solidFill>
                  <a:srgbClr val="B740C5"/>
                </a:solidFill>
                <a:latin typeface="+mj-lt"/>
              </a:rPr>
              <a:t>Secure and compliant</a:t>
            </a:r>
          </a:p>
        </p:txBody>
      </p:sp>
      <p:sp>
        <p:nvSpPr>
          <p:cNvPr id="13" name="TextBox 12">
            <a:extLst>
              <a:ext uri="{FF2B5EF4-FFF2-40B4-BE49-F238E27FC236}">
                <a16:creationId xmlns:a16="http://schemas.microsoft.com/office/drawing/2014/main" id="{C2D61B87-4843-C698-43DE-8D3330AD0798}"/>
              </a:ext>
            </a:extLst>
          </p:cNvPr>
          <p:cNvSpPr txBox="1"/>
          <p:nvPr/>
        </p:nvSpPr>
        <p:spPr>
          <a:xfrm>
            <a:off x="2966920" y="2033908"/>
            <a:ext cx="1339180" cy="492443"/>
          </a:xfrm>
          <a:prstGeom prst="rect">
            <a:avLst/>
          </a:prstGeom>
          <a:noFill/>
        </p:spPr>
        <p:txBody>
          <a:bodyPr wrap="square" lIns="0" tIns="0" rIns="0" bIns="0" rtlCol="0">
            <a:spAutoFit/>
          </a:bodyPr>
          <a:lstStyle/>
          <a:p>
            <a:r>
              <a:rPr lang="en-IN" sz="1600">
                <a:solidFill>
                  <a:srgbClr val="B740C5"/>
                </a:solidFill>
                <a:latin typeface="+mj-lt"/>
              </a:rPr>
              <a:t>Powered by Work IQ</a:t>
            </a:r>
          </a:p>
        </p:txBody>
      </p:sp>
      <p:sp>
        <p:nvSpPr>
          <p:cNvPr id="14" name="TextBox 13">
            <a:extLst>
              <a:ext uri="{FF2B5EF4-FFF2-40B4-BE49-F238E27FC236}">
                <a16:creationId xmlns:a16="http://schemas.microsoft.com/office/drawing/2014/main" id="{FD96F95B-30FB-97D3-4FA1-78BB5E1FC28B}"/>
              </a:ext>
            </a:extLst>
          </p:cNvPr>
          <p:cNvSpPr txBox="1"/>
          <p:nvPr/>
        </p:nvSpPr>
        <p:spPr>
          <a:xfrm>
            <a:off x="5382066" y="2033908"/>
            <a:ext cx="1896519" cy="492443"/>
          </a:xfrm>
          <a:prstGeom prst="rect">
            <a:avLst/>
          </a:prstGeom>
          <a:noFill/>
        </p:spPr>
        <p:txBody>
          <a:bodyPr wrap="square" lIns="0" tIns="0" rIns="0" bIns="0" rtlCol="0">
            <a:spAutoFit/>
          </a:bodyPr>
          <a:lstStyle/>
          <a:p>
            <a:r>
              <a:rPr lang="en-IN" sz="1600">
                <a:solidFill>
                  <a:srgbClr val="B740C5"/>
                </a:solidFill>
                <a:latin typeface="+mj-lt"/>
              </a:rPr>
              <a:t>Measurable business value</a:t>
            </a:r>
          </a:p>
        </p:txBody>
      </p:sp>
      <p:sp>
        <p:nvSpPr>
          <p:cNvPr id="15" name="TextBox 14">
            <a:extLst>
              <a:ext uri="{FF2B5EF4-FFF2-40B4-BE49-F238E27FC236}">
                <a16:creationId xmlns:a16="http://schemas.microsoft.com/office/drawing/2014/main" id="{D8D88B12-47F4-61D4-69C6-9480BF60BE3F}"/>
              </a:ext>
            </a:extLst>
          </p:cNvPr>
          <p:cNvSpPr txBox="1">
            <a:spLocks/>
          </p:cNvSpPr>
          <p:nvPr/>
        </p:nvSpPr>
        <p:spPr>
          <a:xfrm>
            <a:off x="582185" y="2586193"/>
            <a:ext cx="1896519" cy="2693045"/>
          </a:xfrm>
          <a:prstGeom prst="rect">
            <a:avLst/>
          </a:prstGeom>
          <a:noFill/>
        </p:spPr>
        <p:txBody>
          <a:bodyPr wrap="square" lIns="0" tIns="0" rIns="0" bIns="0" rtlCol="0" anchor="t" anchorCtr="0">
            <a:spAutoFit/>
          </a:bodyPr>
          <a:lstStyle/>
          <a:p>
            <a:pPr marL="228600" lvl="0" indent="-228600" defTabSz="914400">
              <a:spcAft>
                <a:spcPts val="600"/>
              </a:spcAft>
              <a:buFont typeface="+mj-lt"/>
              <a:buAutoNum type="arabicPeriod"/>
              <a:defRPr/>
            </a:pPr>
            <a:r>
              <a:rPr lang="en-US" sz="1000">
                <a:solidFill>
                  <a:schemeClr val="tx1">
                    <a:lumMod val="95000"/>
                    <a:lumOff val="5000"/>
                  </a:schemeClr>
                </a:solidFill>
              </a:rPr>
              <a:t>Honors existing Microsoft 365 permissions and policies for data access</a:t>
            </a:r>
          </a:p>
          <a:p>
            <a:pPr marL="228600" lvl="0" indent="-228600" defTabSz="914400">
              <a:spcAft>
                <a:spcPts val="600"/>
              </a:spcAft>
              <a:buFont typeface="+mj-lt"/>
              <a:buAutoNum type="arabicPeriod"/>
              <a:defRPr/>
            </a:pPr>
            <a:r>
              <a:rPr lang="en-US" sz="1000">
                <a:solidFill>
                  <a:schemeClr val="tx1">
                    <a:lumMod val="95000"/>
                    <a:lumOff val="5000"/>
                  </a:schemeClr>
                </a:solidFill>
              </a:rPr>
              <a:t>Data is secure at rest and in transit</a:t>
            </a:r>
          </a:p>
          <a:p>
            <a:pPr marL="228600" lvl="0" indent="-228600" defTabSz="914400">
              <a:spcAft>
                <a:spcPts val="600"/>
              </a:spcAft>
              <a:buFont typeface="+mj-lt"/>
              <a:buAutoNum type="arabicPeriod"/>
              <a:defRPr/>
            </a:pPr>
            <a:r>
              <a:rPr lang="en-US" sz="1000">
                <a:solidFill>
                  <a:schemeClr val="tx1">
                    <a:lumMod val="95000"/>
                    <a:lumOff val="5000"/>
                  </a:schemeClr>
                </a:solidFill>
              </a:rPr>
              <a:t>Your data is not used to train foundational model</a:t>
            </a:r>
          </a:p>
          <a:p>
            <a:pPr marL="228600" lvl="0" indent="-228600" defTabSz="914400">
              <a:spcAft>
                <a:spcPts val="600"/>
              </a:spcAft>
              <a:buFont typeface="+mj-lt"/>
              <a:buAutoNum type="arabicPeriod"/>
              <a:defRPr/>
            </a:pPr>
            <a:r>
              <a:rPr lang="en-US" sz="1000">
                <a:solidFill>
                  <a:schemeClr val="tx1">
                    <a:lumMod val="95000"/>
                    <a:lumOff val="5000"/>
                  </a:schemeClr>
                </a:solidFill>
              </a:rPr>
              <a:t>You are protected against    AI security and copyright risk</a:t>
            </a:r>
          </a:p>
          <a:p>
            <a:pPr marL="228600" lvl="0" indent="-228600" defTabSz="914400">
              <a:spcAft>
                <a:spcPts val="600"/>
              </a:spcAft>
              <a:buFont typeface="+mj-lt"/>
              <a:buAutoNum type="arabicPeriod"/>
              <a:defRPr/>
            </a:pPr>
            <a:r>
              <a:rPr lang="en-US" sz="1000">
                <a:solidFill>
                  <a:schemeClr val="tx1">
                    <a:lumMod val="95000"/>
                    <a:lumOff val="5000"/>
                  </a:schemeClr>
                </a:solidFill>
              </a:rPr>
              <a:t>You control your data and your data’s location</a:t>
            </a:r>
          </a:p>
          <a:p>
            <a:pPr marL="228600" lvl="0" indent="-228600" defTabSz="914400">
              <a:spcAft>
                <a:spcPts val="600"/>
              </a:spcAft>
              <a:buFont typeface="+mj-lt"/>
              <a:buAutoNum type="arabicPeriod"/>
              <a:defRPr/>
            </a:pPr>
            <a:r>
              <a:rPr lang="en-US" sz="1000">
                <a:solidFill>
                  <a:schemeClr val="tx1">
                    <a:lumMod val="95000"/>
                    <a:lumOff val="5000"/>
                  </a:schemeClr>
                </a:solidFill>
              </a:rPr>
              <a:t>Search queries are abstracted/ de identified from the user's prompt     and grounding data</a:t>
            </a:r>
          </a:p>
        </p:txBody>
      </p:sp>
      <p:sp>
        <p:nvSpPr>
          <p:cNvPr id="16" name="TextBox 15">
            <a:extLst>
              <a:ext uri="{FF2B5EF4-FFF2-40B4-BE49-F238E27FC236}">
                <a16:creationId xmlns:a16="http://schemas.microsoft.com/office/drawing/2014/main" id="{51630319-4545-09D1-5BF9-3BA578E5812D}"/>
              </a:ext>
            </a:extLst>
          </p:cNvPr>
          <p:cNvSpPr txBox="1">
            <a:spLocks/>
          </p:cNvSpPr>
          <p:nvPr/>
        </p:nvSpPr>
        <p:spPr>
          <a:xfrm>
            <a:off x="2966920" y="2586193"/>
            <a:ext cx="1915857" cy="2923877"/>
          </a:xfrm>
          <a:prstGeom prst="rect">
            <a:avLst/>
          </a:prstGeom>
          <a:noFill/>
        </p:spPr>
        <p:txBody>
          <a:bodyPr wrap="square" lIns="0" tIns="0" rIns="0" bIns="0" rtlCol="0" anchor="t" anchorCtr="0">
            <a:spAutoFit/>
          </a:bodyPr>
          <a:lstStyle/>
          <a:p>
            <a:pPr lvl="0" defTabSz="914400">
              <a:spcAft>
                <a:spcPts val="600"/>
              </a:spcAft>
              <a:defRPr/>
            </a:pPr>
            <a:r>
              <a:rPr lang="en-US" sz="1000">
                <a:solidFill>
                  <a:schemeClr val="tx1">
                    <a:lumMod val="95000"/>
                    <a:lumOff val="5000"/>
                  </a:schemeClr>
                </a:solidFill>
              </a:rPr>
              <a:t>Work IQ is the intelligence layer that enables M365 Copilot and agents to know your work inside and out. It connects your context, workflows and relationships to deliver an experience that is built for you. </a:t>
            </a:r>
          </a:p>
          <a:p>
            <a:pPr lvl="0" defTabSz="914400">
              <a:spcAft>
                <a:spcPts val="600"/>
              </a:spcAft>
              <a:defRPr/>
            </a:pPr>
            <a:r>
              <a:rPr lang="en-US" sz="1000">
                <a:solidFill>
                  <a:schemeClr val="tx1">
                    <a:lumMod val="95000"/>
                    <a:lumOff val="5000"/>
                  </a:schemeClr>
                </a:solidFill>
              </a:rPr>
              <a:t>It includes three (3) components:</a:t>
            </a:r>
          </a:p>
          <a:p>
            <a:pPr marL="228600" indent="-228600">
              <a:buFont typeface="+mj-lt"/>
              <a:buAutoNum type="arabicPeriod"/>
            </a:pPr>
            <a:r>
              <a:rPr lang="en-US" sz="1000" b="1">
                <a:solidFill>
                  <a:schemeClr val="tx1">
                    <a:lumMod val="95000"/>
                    <a:lumOff val="5000"/>
                  </a:schemeClr>
                </a:solidFill>
              </a:rPr>
              <a:t>Data</a:t>
            </a:r>
            <a:r>
              <a:rPr lang="en-US" sz="1000">
                <a:solidFill>
                  <a:schemeClr val="tx1">
                    <a:lumMod val="95000"/>
                    <a:lumOff val="5000"/>
                  </a:schemeClr>
                </a:solidFill>
              </a:rPr>
              <a:t> spanning your personal work data like files, emails, and messages, as well as your organizations data; </a:t>
            </a:r>
          </a:p>
          <a:p>
            <a:pPr marL="228600" indent="-228600">
              <a:buFont typeface="+mj-lt"/>
              <a:buAutoNum type="arabicPeriod"/>
            </a:pPr>
            <a:r>
              <a:rPr lang="en-US" sz="1000" b="1">
                <a:solidFill>
                  <a:schemeClr val="tx1">
                    <a:lumMod val="95000"/>
                    <a:lumOff val="5000"/>
                  </a:schemeClr>
                </a:solidFill>
              </a:rPr>
              <a:t>Memory</a:t>
            </a:r>
            <a:r>
              <a:rPr lang="en-US" sz="1000">
                <a:solidFill>
                  <a:schemeClr val="tx1">
                    <a:lumMod val="95000"/>
                    <a:lumOff val="5000"/>
                  </a:schemeClr>
                </a:solidFill>
              </a:rPr>
              <a:t> from your work profile, custom instructions and saved preferences; </a:t>
            </a:r>
          </a:p>
          <a:p>
            <a:pPr marL="228600" indent="-228600">
              <a:buFont typeface="+mj-lt"/>
              <a:buAutoNum type="arabicPeriod"/>
            </a:pPr>
            <a:r>
              <a:rPr lang="en-US" sz="1000" b="1">
                <a:solidFill>
                  <a:schemeClr val="tx1">
                    <a:lumMod val="95000"/>
                    <a:lumOff val="5000"/>
                  </a:schemeClr>
                </a:solidFill>
              </a:rPr>
              <a:t>Inference</a:t>
            </a:r>
            <a:r>
              <a:rPr lang="en-US" sz="1000">
                <a:solidFill>
                  <a:schemeClr val="tx1">
                    <a:lumMod val="95000"/>
                    <a:lumOff val="5000"/>
                  </a:schemeClr>
                </a:solidFill>
              </a:rPr>
              <a:t>, i.e. organizational relationships, work patterns,   and workflows </a:t>
            </a:r>
          </a:p>
        </p:txBody>
      </p:sp>
      <p:pic>
        <p:nvPicPr>
          <p:cNvPr id="17" name="Picture 16" descr="A screenshot of a computer&#10;&#10;AI-generated content may be incorrect.">
            <a:extLst>
              <a:ext uri="{FF2B5EF4-FFF2-40B4-BE49-F238E27FC236}">
                <a16:creationId xmlns:a16="http://schemas.microsoft.com/office/drawing/2014/main" id="{6C9EA9E0-8A75-49A8-EEC2-161579DB8169}"/>
              </a:ext>
            </a:extLst>
          </p:cNvPr>
          <p:cNvPicPr>
            <a:picLocks noChangeAspect="1"/>
          </p:cNvPicPr>
          <p:nvPr/>
        </p:nvPicPr>
        <p:blipFill>
          <a:blip r:embed="rId5"/>
          <a:stretch>
            <a:fillRect/>
          </a:stretch>
        </p:blipFill>
        <p:spPr>
          <a:xfrm>
            <a:off x="378422" y="5850070"/>
            <a:ext cx="7015556" cy="4007011"/>
          </a:xfrm>
          <a:prstGeom prst="rect">
            <a:avLst/>
          </a:prstGeom>
        </p:spPr>
      </p:pic>
      <p:sp>
        <p:nvSpPr>
          <p:cNvPr id="18" name="TextBox 17">
            <a:extLst>
              <a:ext uri="{FF2B5EF4-FFF2-40B4-BE49-F238E27FC236}">
                <a16:creationId xmlns:a16="http://schemas.microsoft.com/office/drawing/2014/main" id="{0DF0B249-68A9-BEB9-D14E-F0F6F3301598}"/>
              </a:ext>
            </a:extLst>
          </p:cNvPr>
          <p:cNvSpPr txBox="1">
            <a:spLocks/>
          </p:cNvSpPr>
          <p:nvPr/>
        </p:nvSpPr>
        <p:spPr>
          <a:xfrm>
            <a:off x="5382066" y="2586193"/>
            <a:ext cx="1808003" cy="2462213"/>
          </a:xfrm>
          <a:prstGeom prst="rect">
            <a:avLst/>
          </a:prstGeom>
          <a:noFill/>
        </p:spPr>
        <p:txBody>
          <a:bodyPr wrap="square" lIns="0" tIns="0" rIns="0" bIns="0" rtlCol="0" anchor="t" anchorCtr="0">
            <a:spAutoFit/>
          </a:bodyPr>
          <a:lstStyle/>
          <a:p>
            <a:pPr lvl="0" defTabSz="914400">
              <a:spcAft>
                <a:spcPts val="600"/>
              </a:spcAft>
              <a:defRPr/>
            </a:pPr>
            <a:r>
              <a:rPr lang="en-US" sz="1400" b="1">
                <a:solidFill>
                  <a:schemeClr val="tx1">
                    <a:lumMod val="95000"/>
                    <a:lumOff val="5000"/>
                  </a:schemeClr>
                </a:solidFill>
              </a:rPr>
              <a:t>77% </a:t>
            </a:r>
            <a:r>
              <a:rPr lang="en-US" sz="1000">
                <a:solidFill>
                  <a:schemeClr val="tx1">
                    <a:lumMod val="95000"/>
                    <a:lumOff val="5000"/>
                  </a:schemeClr>
                </a:solidFill>
              </a:rPr>
              <a:t>of early adopters said they don’t want to give up Copilot</a:t>
            </a:r>
          </a:p>
          <a:p>
            <a:pPr lvl="0" defTabSz="914400">
              <a:spcAft>
                <a:spcPts val="600"/>
              </a:spcAft>
              <a:defRPr/>
            </a:pPr>
            <a:r>
              <a:rPr lang="en-US" sz="1400" b="1">
                <a:solidFill>
                  <a:schemeClr val="tx1">
                    <a:lumMod val="95000"/>
                    <a:lumOff val="5000"/>
                  </a:schemeClr>
                </a:solidFill>
              </a:rPr>
              <a:t>84% </a:t>
            </a:r>
            <a:r>
              <a:rPr lang="en-US" sz="1000">
                <a:solidFill>
                  <a:schemeClr val="tx1">
                    <a:lumMod val="95000"/>
                    <a:lumOff val="5000"/>
                  </a:schemeClr>
                </a:solidFill>
              </a:rPr>
              <a:t>easier to actions after a meeting</a:t>
            </a:r>
          </a:p>
          <a:p>
            <a:pPr lvl="0" defTabSz="914400">
              <a:spcAft>
                <a:spcPts val="600"/>
              </a:spcAft>
              <a:defRPr/>
            </a:pPr>
            <a:r>
              <a:rPr lang="en-US" sz="1400" b="1">
                <a:solidFill>
                  <a:schemeClr val="tx1">
                    <a:lumMod val="95000"/>
                    <a:lumOff val="5000"/>
                  </a:schemeClr>
                </a:solidFill>
              </a:rPr>
              <a:t>75% </a:t>
            </a:r>
            <a:r>
              <a:rPr lang="en-US" sz="1000">
                <a:solidFill>
                  <a:schemeClr val="tx1">
                    <a:lumMod val="95000"/>
                    <a:lumOff val="5000"/>
                  </a:schemeClr>
                </a:solidFill>
              </a:rPr>
              <a:t>users save time by finding whatever they need</a:t>
            </a:r>
          </a:p>
          <a:p>
            <a:pPr lvl="0" defTabSz="914400">
              <a:spcAft>
                <a:spcPts val="600"/>
              </a:spcAft>
              <a:defRPr/>
            </a:pPr>
            <a:r>
              <a:rPr lang="en-US" sz="1400" b="1">
                <a:solidFill>
                  <a:schemeClr val="tx1">
                    <a:lumMod val="95000"/>
                    <a:lumOff val="5000"/>
                  </a:schemeClr>
                </a:solidFill>
              </a:rPr>
              <a:t>3.8x</a:t>
            </a:r>
            <a:r>
              <a:rPr lang="en-US" sz="1000">
                <a:solidFill>
                  <a:schemeClr val="tx1">
                    <a:lumMod val="95000"/>
                    <a:lumOff val="5000"/>
                  </a:schemeClr>
                </a:solidFill>
              </a:rPr>
              <a:t> faster to get caught up, identify decisions, and draft an email</a:t>
            </a:r>
          </a:p>
          <a:p>
            <a:pPr lvl="0" defTabSz="914400">
              <a:spcAft>
                <a:spcPts val="600"/>
              </a:spcAft>
              <a:defRPr/>
            </a:pPr>
            <a:r>
              <a:rPr lang="en-US" sz="1400" b="1">
                <a:solidFill>
                  <a:schemeClr val="tx1">
                    <a:lumMod val="95000"/>
                    <a:lumOff val="5000"/>
                  </a:schemeClr>
                </a:solidFill>
              </a:rPr>
              <a:t>85% </a:t>
            </a:r>
            <a:r>
              <a:rPr lang="en-US" sz="1000">
                <a:solidFill>
                  <a:schemeClr val="tx1">
                    <a:lumMod val="95000"/>
                    <a:lumOff val="5000"/>
                  </a:schemeClr>
                </a:solidFill>
              </a:rPr>
              <a:t>users find it easier to get to a good first draft faster</a:t>
            </a:r>
          </a:p>
        </p:txBody>
      </p:sp>
      <p:pic>
        <p:nvPicPr>
          <p:cNvPr id="21" name="Graphic 8" descr="Microsoft Security">
            <a:extLst>
              <a:ext uri="{FF2B5EF4-FFF2-40B4-BE49-F238E27FC236}">
                <a16:creationId xmlns:a16="http://schemas.microsoft.com/office/drawing/2014/main" id="{58396E43-F561-6CB3-5327-B5C181ED1A8D}"/>
              </a:ext>
            </a:extLst>
          </p:cNvPr>
          <p:cNvPicPr>
            <a:picLocks noChangeAspect="1"/>
          </p:cNvPicPr>
          <p:nvPr/>
        </p:nvPicPr>
        <p:blipFill>
          <a:blip>
            <a:extLst>
              <a:ext uri="{96DAC541-7B7A-43D3-8B79-37D633B846F1}">
                <asvg:svgBlip xmlns:asvg="http://schemas.microsoft.com/office/drawing/2016/SVG/main" r:embed="rId6"/>
              </a:ext>
            </a:extLst>
          </a:blip>
          <a:srcRect r="39635"/>
          <a:stretch>
            <a:fillRect/>
          </a:stretch>
        </p:blipFill>
        <p:spPr bwMode="black">
          <a:xfrm>
            <a:off x="372423" y="376059"/>
            <a:ext cx="978442" cy="202251"/>
          </a:xfrm>
          <a:prstGeom prst="rect">
            <a:avLst/>
          </a:prstGeom>
        </p:spPr>
      </p:pic>
    </p:spTree>
    <p:extLst>
      <p:ext uri="{BB962C8B-B14F-4D97-AF65-F5344CB8AC3E}">
        <p14:creationId xmlns:p14="http://schemas.microsoft.com/office/powerpoint/2010/main" val="2606674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0" y="-6637"/>
            <a:ext cx="7772399" cy="10065036"/>
          </a:xfrm>
          <a:prstGeom prst="rect">
            <a:avLst/>
          </a:prstGeom>
        </p:spPr>
      </p:pic>
      <p:sp>
        <p:nvSpPr>
          <p:cNvPr id="91" name="Rectangle: Rounded Corners 90">
            <a:extLst>
              <a:ext uri="{FF2B5EF4-FFF2-40B4-BE49-F238E27FC236}">
                <a16:creationId xmlns:a16="http://schemas.microsoft.com/office/drawing/2014/main" id="{1F261787-A532-6E06-5DBB-DC560E196235}"/>
              </a:ext>
            </a:extLst>
          </p:cNvPr>
          <p:cNvSpPr/>
          <p:nvPr/>
        </p:nvSpPr>
        <p:spPr bwMode="auto">
          <a:xfrm>
            <a:off x="210769" y="2066161"/>
            <a:ext cx="2057819" cy="339785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p>
            <a:pPr marL="0" marR="0" lvl="0" indent="0" algn="l" defTabSz="852805" rtl="0" eaLnBrk="1" fontAlgn="base" latinLnBrk="0" hangingPunct="1">
              <a:lnSpc>
                <a:spcPct val="100000"/>
              </a:lnSpc>
              <a:spcBef>
                <a:spcPct val="0"/>
              </a:spcBef>
              <a:spcAft>
                <a:spcPct val="0"/>
              </a:spcAft>
              <a:buClrTx/>
              <a:buSzTx/>
              <a:buFontTx/>
              <a:buNone/>
              <a:tabLst/>
              <a:defRPr/>
            </a:pPr>
            <a:endParaRPr kumimoji="0" lang="en-IN" sz="1829"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2D7F975A-EFFC-ED2A-C751-F90289DD4D12}"/>
              </a:ext>
            </a:extLst>
          </p:cNvPr>
          <p:cNvSpPr/>
          <p:nvPr/>
        </p:nvSpPr>
        <p:spPr bwMode="auto">
          <a:xfrm>
            <a:off x="412543" y="4173490"/>
            <a:ext cx="1668491" cy="698019"/>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p>
            <a:pPr marL="0" marR="0" lvl="0" indent="0" algn="l" defTabSz="852805" rtl="0" eaLnBrk="1" fontAlgn="base" latinLnBrk="0" hangingPunct="1">
              <a:lnSpc>
                <a:spcPct val="100000"/>
              </a:lnSpc>
              <a:spcBef>
                <a:spcPct val="0"/>
              </a:spcBef>
              <a:spcAft>
                <a:spcPct val="0"/>
              </a:spcAft>
              <a:buClrTx/>
              <a:buSzTx/>
              <a:buFontTx/>
              <a:buNone/>
              <a:tabLst/>
              <a:defRPr/>
            </a:pPr>
            <a:endParaRPr kumimoji="0" lang="en-IN" sz="1464" b="0" i="0" u="none" strike="noStrike" kern="1200" cap="none" spc="0" normalizeH="0" baseline="0" noProof="0" err="1">
              <a:ln>
                <a:noFill/>
              </a:ln>
              <a:solidFill>
                <a:srgbClr val="C03BC4"/>
              </a:solidFill>
              <a:effectLst/>
              <a:uLnTx/>
              <a:uFillTx/>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0" y="-8174"/>
            <a:ext cx="7787180" cy="1909129"/>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326" y="-4341"/>
            <a:ext cx="7764802" cy="187322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67242" tIns="133793" rIns="167242" bIns="133793" numCol="1" spcCol="0" rtlCol="0" fromWordArt="0" anchor="t" anchorCtr="0" forceAA="0" compatLnSpc="1">
            <a:prstTxWarp prst="textNoShape">
              <a:avLst/>
            </a:prstTxWarp>
            <a:noAutofit/>
          </a:bodyPr>
          <a:lstStyle/>
          <a:p>
            <a:pPr marL="0" marR="0" lvl="0" indent="0" algn="l" defTabSz="852805" rtl="0" eaLnBrk="1" fontAlgn="base" latinLnBrk="0" hangingPunct="1">
              <a:lnSpc>
                <a:spcPct val="100000"/>
              </a:lnSpc>
              <a:spcBef>
                <a:spcPct val="0"/>
              </a:spcBef>
              <a:spcAft>
                <a:spcPct val="0"/>
              </a:spcAft>
              <a:buClrTx/>
              <a:buSzTx/>
              <a:buFontTx/>
              <a:buNone/>
              <a:tabLst/>
              <a:defRPr/>
            </a:pPr>
            <a:endParaRPr kumimoji="0" lang="en-US" sz="1829"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0" y="-4342"/>
            <a:ext cx="7787180" cy="1909129"/>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title" idx="4294967295"/>
          </p:nvPr>
        </p:nvSpPr>
        <p:spPr>
          <a:xfrm>
            <a:off x="241385" y="718974"/>
            <a:ext cx="5114935" cy="78816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defTabSz="459952">
              <a:spcBef>
                <a:spcPts val="0"/>
              </a:spcBef>
            </a:pPr>
            <a:r>
              <a:rPr lang="en-US" sz="2561">
                <a:solidFill>
                  <a:srgbClr val="C03BC4"/>
                </a:solidFill>
                <a:cs typeface="Segoe Sans Display Semilight" pitchFamily="2" charset="0"/>
              </a:rPr>
              <a:t>Microsoft Purview Suite </a:t>
            </a:r>
            <a:r>
              <a:rPr lang="en-US" sz="2561">
                <a:solidFill>
                  <a:schemeClr val="tx1"/>
                </a:solidFill>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471673" y="2092707"/>
            <a:ext cx="4600436" cy="562975"/>
          </a:xfrm>
          <a:prstGeom prst="rect">
            <a:avLst/>
          </a:prstGeom>
          <a:noFill/>
        </p:spPr>
        <p:txBody>
          <a:bodyPr wrap="square" lIns="0" tIns="0" rIns="0" bIns="0" rtlCol="0" anchor="t" anchorCtr="0">
            <a:spAutoFit/>
          </a:bodyPr>
          <a:lstStyle/>
          <a:p>
            <a:pPr marL="0" marR="0" lvl="0" indent="0" algn="l" defTabSz="836275" rtl="0" eaLnBrk="1" fontAlgn="auto" latinLnBrk="0" hangingPunct="1">
              <a:lnSpc>
                <a:spcPct val="100000"/>
              </a:lnSpc>
              <a:spcBef>
                <a:spcPts val="0"/>
              </a:spcBef>
              <a:spcAft>
                <a:spcPts val="1647"/>
              </a:spcAft>
              <a:buClrTx/>
              <a:buSzTx/>
              <a:buFontTx/>
              <a:buNone/>
              <a:tabLst/>
              <a:defRPr/>
            </a:pPr>
            <a:r>
              <a:rPr kumimoji="0" lang="en-US" sz="1829"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491605" y="2765428"/>
            <a:ext cx="5070026" cy="2577629"/>
          </a:xfrm>
          <a:prstGeom prst="rect">
            <a:avLst/>
          </a:prstGeom>
          <a:noFill/>
        </p:spPr>
        <p:txBody>
          <a:bodyPr wrap="square" lIns="0" tIns="0" rIns="0" bIns="0" rtlCol="0" anchor="t" anchorCtr="0">
            <a:spAutoFit/>
          </a:bodyPr>
          <a:lstStyle/>
          <a:p>
            <a:pPr marL="0" marR="0" lvl="0" indent="0" algn="l" defTabSz="836275" rtl="0" eaLnBrk="1" fontAlgn="auto" latinLnBrk="0" hangingPunct="1">
              <a:lnSpc>
                <a:spcPct val="100000"/>
              </a:lnSpc>
              <a:spcBef>
                <a:spcPts val="0"/>
              </a:spcBef>
              <a:spcAft>
                <a:spcPts val="731"/>
              </a:spcAft>
              <a:buClrTx/>
              <a:buSzTx/>
              <a:buFontTx/>
              <a:buNone/>
              <a:tabLst/>
              <a:defRPr/>
            </a:pPr>
            <a:r>
              <a:rPr kumimoji="0" lang="en-US" sz="1400" b="0" i="0" u="none" strike="noStrike" kern="1200" cap="none" spc="0" normalizeH="0" baseline="0" noProof="0">
                <a:ln>
                  <a:noFill/>
                </a:ln>
                <a:solidFill>
                  <a:srgbClr val="000000"/>
                </a:solidFill>
                <a:effectLst/>
                <a:uLnTx/>
                <a:uFillTx/>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kumimoji="0" lang="en-US" sz="2400" b="0" i="0" u="none" strike="noStrike" kern="1200" cap="none" spc="0" normalizeH="0" baseline="0" noProof="0">
              <a:ln>
                <a:noFill/>
              </a:ln>
              <a:solidFill>
                <a:srgbClr val="000000"/>
              </a:solidFill>
              <a:effectLst/>
              <a:uLnTx/>
              <a:uFillTx/>
              <a:latin typeface="Segoe UI"/>
              <a:ea typeface="+mn-lt"/>
              <a:cs typeface="Segoe UI"/>
            </a:endParaRPr>
          </a:p>
          <a:p>
            <a:pPr marL="167255" marR="0" lvl="0" indent="-167255" algn="l" defTabSz="418138" rtl="0" eaLnBrk="1" fontAlgn="auto" latinLnBrk="0" hangingPunct="1">
              <a:lnSpc>
                <a:spcPct val="100000"/>
              </a:lnSpc>
              <a:spcBef>
                <a:spcPts val="549"/>
              </a:spcBef>
              <a:spcAft>
                <a:spcPts val="731"/>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Sans Display"/>
              </a:rPr>
              <a:t>Safeguard sensitive data across clouds, apps, and endpoints.</a:t>
            </a:r>
          </a:p>
          <a:p>
            <a:pPr marL="167255" marR="0" lvl="0" indent="-167255" algn="l" defTabSz="418138" rtl="0" eaLnBrk="1" fontAlgn="auto" latinLnBrk="0" hangingPunct="1">
              <a:lnSpc>
                <a:spcPct val="100000"/>
              </a:lnSpc>
              <a:spcBef>
                <a:spcPts val="0"/>
              </a:spcBef>
              <a:spcAft>
                <a:spcPts val="731"/>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Sans Display"/>
              </a:rPr>
              <a:t>Identify and remediate critical risks within your organization.</a:t>
            </a:r>
          </a:p>
          <a:p>
            <a:pPr marL="167255" marR="0" lvl="0" indent="-167255" algn="l" defTabSz="418138" rtl="0" eaLnBrk="1" fontAlgn="auto" latinLnBrk="0" hangingPunct="1">
              <a:lnSpc>
                <a:spcPct val="100000"/>
              </a:lnSpc>
              <a:spcBef>
                <a:spcPts val="0"/>
              </a:spcBef>
              <a:spcAft>
                <a:spcPts val="731"/>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Sans Display"/>
                <a:ea typeface="+mn-ea"/>
                <a:cs typeface="Segoe Sans Display"/>
              </a:rPr>
              <a:t>Investigate and respond to legal requirements with relevant data.</a:t>
            </a:r>
          </a:p>
          <a:p>
            <a:pPr marL="167255" marR="0" lvl="0" indent="-167255" algn="l" defTabSz="418138" rtl="0" eaLnBrk="1" fontAlgn="auto" latinLnBrk="0" hangingPunct="1">
              <a:lnSpc>
                <a:spcPct val="100000"/>
              </a:lnSpc>
              <a:spcBef>
                <a:spcPts val="0"/>
              </a:spcBef>
              <a:spcAft>
                <a:spcPts val="731"/>
              </a:spcAft>
              <a:buClrTx/>
              <a:buSzTx/>
              <a:buFont typeface="Arial" panose="020B0604020202020204" pitchFamily="34" charset="0"/>
              <a:buChar char="•"/>
              <a:tabLst/>
              <a:defRPr/>
            </a:pPr>
            <a:r>
              <a:rPr kumimoji="0" lang="en-US" sz="1400" b="0" i="0" u="none" strike="noStrike" kern="1200" cap="none" spc="0" normalizeH="0" baseline="0" noProof="0">
                <a:ln>
                  <a:noFill/>
                </a:ln>
                <a:solidFill>
                  <a:srgbClr val="000000"/>
                </a:solidFill>
                <a:effectLst/>
                <a:uLnTx/>
                <a:uFillTx/>
                <a:latin typeface="Segoe UI"/>
                <a:ea typeface="+mn-lt"/>
                <a:cs typeface="Segoe UI"/>
              </a:rPr>
              <a:t>Built-in assessments and actions for 350+ regional regulations</a:t>
            </a:r>
            <a:endParaRPr kumimoji="0" lang="en-US" sz="2400" b="0" i="0" u="none" strike="noStrike" kern="1200" cap="none" spc="0" normalizeH="0" baseline="0" noProof="0">
              <a:ln>
                <a:noFill/>
              </a:ln>
              <a:solidFill>
                <a:srgbClr val="000000"/>
              </a:solidFill>
              <a:effectLst/>
              <a:uLnTx/>
              <a:uFillTx/>
              <a:latin typeface="Segoe UI"/>
              <a:ea typeface="+mn-ea"/>
              <a:cs typeface="+mn-cs"/>
            </a:endParaRPr>
          </a:p>
        </p:txBody>
      </p:sp>
      <p:grpSp>
        <p:nvGrpSpPr>
          <p:cNvPr id="24" name="Group 23">
            <a:extLst>
              <a:ext uri="{FF2B5EF4-FFF2-40B4-BE49-F238E27FC236}">
                <a16:creationId xmlns:a16="http://schemas.microsoft.com/office/drawing/2014/main" id="{B5803776-5E8B-2132-6273-96CF7F5813DA}"/>
              </a:ext>
            </a:extLst>
          </p:cNvPr>
          <p:cNvGrpSpPr/>
          <p:nvPr/>
        </p:nvGrpSpPr>
        <p:grpSpPr>
          <a:xfrm>
            <a:off x="514911" y="4277643"/>
            <a:ext cx="1476618" cy="489713"/>
            <a:chOff x="45932" y="4239805"/>
            <a:chExt cx="1614691" cy="535504"/>
          </a:xfrm>
        </p:grpSpPr>
        <p:pic>
          <p:nvPicPr>
            <p:cNvPr id="13" name="Picture 12">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4"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6"/>
                </a:ext>
              </a:extLst>
            </a:blip>
            <a:srcRect l="1020" r="1020"/>
            <a:stretch/>
          </p:blipFill>
          <p:spPr>
            <a:xfrm>
              <a:off x="1155319" y="4270005"/>
              <a:ext cx="505304" cy="505304"/>
            </a:xfrm>
            <a:prstGeom prst="rect">
              <a:avLst/>
            </a:prstGeom>
          </p:spPr>
        </p:pic>
        <p:grpSp>
          <p:nvGrpSpPr>
            <p:cNvPr id="15" name="Group 14">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20" name="Oval 19">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Overflow="overflow" horzOverflow="overflow" vert="horz" wrap="square" lIns="65843" tIns="32922" rIns="65843" bIns="32922" numCol="1" spcCol="0" rtlCol="0" fromWordArt="0" anchor="ctr" anchorCtr="0" forceAA="0" compatLnSpc="1">
                <a:prstTxWarp prst="textNoShape">
                  <a:avLst/>
                </a:prstTxWarp>
                <a:noAutofit/>
              </a:bodyPr>
              <a:lstStyle/>
              <a:p>
                <a:pPr marL="0" marR="0" lvl="0" indent="0" algn="ctr" defTabSz="836275" rtl="0" eaLnBrk="1" fontAlgn="base" latinLnBrk="0" hangingPunct="1">
                  <a:lnSpc>
                    <a:spcPct val="100000"/>
                  </a:lnSpc>
                  <a:spcBef>
                    <a:spcPct val="0"/>
                  </a:spcBef>
                  <a:spcAft>
                    <a:spcPct val="0"/>
                  </a:spcAft>
                  <a:buClrTx/>
                  <a:buSzTx/>
                  <a:buFontTx/>
                  <a:buNone/>
                  <a:tabLst/>
                  <a:defRPr/>
                </a:pPr>
                <a:endParaRPr kumimoji="0" lang="en-US" sz="1647" b="1" i="0" u="none" strike="noStrike" kern="1200" cap="none" spc="0" normalizeH="0" baseline="0" noProof="0">
                  <a:ln w="3175">
                    <a:noFill/>
                  </a:ln>
                  <a:gradFill>
                    <a:gsLst>
                      <a:gs pos="53147">
                        <a:srgbClr val="FFFFFF"/>
                      </a:gs>
                      <a:gs pos="28000">
                        <a:srgbClr val="FFFFFF"/>
                      </a:gs>
                    </a:gsLst>
                    <a:path path="circle">
                      <a:fillToRect l="100000" b="100000"/>
                    </a:path>
                  </a:gradFill>
                  <a:effectLst/>
                  <a:uLnTx/>
                  <a:uFillTx/>
                  <a:latin typeface="Segoe UI Semibold"/>
                  <a:ea typeface="+mn-ea"/>
                  <a:cs typeface="Segoe UI" pitchFamily="34" charset="0"/>
                </a:endParaRPr>
              </a:p>
            </p:txBody>
          </p:sp>
          <p:pic>
            <p:nvPicPr>
              <p:cNvPr id="23"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pic>
        <p:nvPicPr>
          <p:cNvPr id="26" name="Graphic 25" descr="Microsoft Security">
            <a:extLst>
              <a:ext uri="{FF2B5EF4-FFF2-40B4-BE49-F238E27FC236}">
                <a16:creationId xmlns:a16="http://schemas.microsoft.com/office/drawing/2014/main" id="{36292F35-2848-FBFE-9DA2-A06F3BB28FE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bwMode="black">
          <a:xfrm>
            <a:off x="270497" y="314622"/>
            <a:ext cx="1655280" cy="209823"/>
          </a:xfrm>
          <a:prstGeom prst="rect">
            <a:avLst/>
          </a:prstGeom>
        </p:spPr>
      </p:pic>
      <p:sp>
        <p:nvSpPr>
          <p:cNvPr id="5" name="TextBox 4">
            <a:extLst>
              <a:ext uri="{FF2B5EF4-FFF2-40B4-BE49-F238E27FC236}">
                <a16:creationId xmlns:a16="http://schemas.microsoft.com/office/drawing/2014/main" id="{40A7A011-A5B1-B465-6A3F-B4941EFA893C}"/>
              </a:ext>
            </a:extLst>
          </p:cNvPr>
          <p:cNvSpPr txBox="1"/>
          <p:nvPr/>
        </p:nvSpPr>
        <p:spPr>
          <a:xfrm>
            <a:off x="340785" y="2532528"/>
            <a:ext cx="1802201" cy="1309718"/>
          </a:xfrm>
          <a:prstGeom prst="rect">
            <a:avLst/>
          </a:prstGeom>
          <a:noFill/>
        </p:spPr>
        <p:txBody>
          <a:bodyPr wrap="square" lIns="0" tIns="0" rIns="0" bIns="0">
            <a:spAutoFit/>
          </a:bodyPr>
          <a:lstStyle/>
          <a:p>
            <a:pPr marL="0" marR="0" lvl="0" indent="0" algn="ctr" defTabSz="836245" rtl="0" eaLnBrk="1" fontAlgn="auto" latinLnBrk="0" hangingPunct="1">
              <a:lnSpc>
                <a:spcPct val="100000"/>
              </a:lnSpc>
              <a:spcBef>
                <a:spcPts val="1097"/>
              </a:spcBef>
              <a:spcAft>
                <a:spcPts val="0"/>
              </a:spcAft>
              <a:buClrTx/>
              <a:buSzTx/>
              <a:buFontTx/>
              <a:buNone/>
              <a:tabLst/>
              <a:defRPr/>
            </a:pPr>
            <a:r>
              <a:rPr kumimoji="0" lang="en-US" sz="1647" b="0" i="0" u="none" strike="noStrike" kern="1200" cap="none" spc="0" normalizeH="0" baseline="0" noProof="0">
                <a:ln>
                  <a:noFill/>
                </a:ln>
                <a:solidFill>
                  <a:srgbClr val="FFFFFF"/>
                </a:solidFill>
                <a:effectLst/>
                <a:uLnTx/>
                <a:uFillTx/>
                <a:latin typeface="Segoe UI Semibold"/>
                <a:ea typeface="+mn-ea"/>
                <a:cs typeface="Segoe Sans Display" pitchFamily="2" charset="0"/>
              </a:rPr>
              <a:t>AI transformation is happening now</a:t>
            </a:r>
          </a:p>
          <a:p>
            <a:pPr marL="0" marR="0" lvl="0" indent="0" algn="ctr" defTabSz="836245" rtl="0" eaLnBrk="1" fontAlgn="auto" latinLnBrk="0" hangingPunct="1">
              <a:lnSpc>
                <a:spcPct val="100000"/>
              </a:lnSpc>
              <a:spcBef>
                <a:spcPts val="549"/>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rPr>
              <a:t>Secure and govern your data estate and get ready for AI</a:t>
            </a:r>
            <a:endParaRPr kumimoji="0" lang="en-US" sz="24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pic>
        <p:nvPicPr>
          <p:cNvPr id="6" name="Rectangle 34658333" descr="preencoded.png">
            <a:extLst>
              <a:ext uri="{FF2B5EF4-FFF2-40B4-BE49-F238E27FC236}">
                <a16:creationId xmlns:a16="http://schemas.microsoft.com/office/drawing/2014/main" id="{B4B6EACD-AEF3-328C-9596-D61023B5C614}"/>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87325" y="5696445"/>
            <a:ext cx="7397750" cy="3642981"/>
          </a:xfrm>
          <a:prstGeom prst="rect">
            <a:avLst/>
          </a:prstGeom>
        </p:spPr>
      </p:pic>
      <p:sp>
        <p:nvSpPr>
          <p:cNvPr id="7" name="Rectangle 6">
            <a:extLst>
              <a:ext uri="{FF2B5EF4-FFF2-40B4-BE49-F238E27FC236}">
                <a16:creationId xmlns:a16="http://schemas.microsoft.com/office/drawing/2014/main" id="{3BAE62EA-B268-0B97-3EDC-355FC47FEB95}"/>
              </a:ext>
            </a:extLst>
          </p:cNvPr>
          <p:cNvSpPr/>
          <p:nvPr/>
        </p:nvSpPr>
        <p:spPr>
          <a:xfrm>
            <a:off x="5576331" y="6660340"/>
            <a:ext cx="1809347" cy="2376000"/>
          </a:xfrm>
          <a:prstGeom prst="rect">
            <a:avLst/>
          </a:prstGeom>
          <a:solidFill>
            <a:srgbClr val="F8F2F7"/>
          </a:solidFill>
          <a:ln w="9525"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2BF553EF-BE9C-D8AE-CE23-DE63974B3372}"/>
              </a:ext>
            </a:extLst>
          </p:cNvPr>
          <p:cNvSpPr/>
          <p:nvPr/>
        </p:nvSpPr>
        <p:spPr>
          <a:xfrm>
            <a:off x="371474" y="6701160"/>
            <a:ext cx="1835811" cy="2376000"/>
          </a:xfrm>
          <a:prstGeom prst="rect">
            <a:avLst/>
          </a:prstGeom>
          <a:solidFill>
            <a:srgbClr val="F8F2F7"/>
          </a:solidFill>
          <a:ln w="9525" cap="flat">
            <a:no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Left Bracket 8">
            <a:extLst>
              <a:ext uri="{FF2B5EF4-FFF2-40B4-BE49-F238E27FC236}">
                <a16:creationId xmlns:a16="http://schemas.microsoft.com/office/drawing/2014/main" id="{3590D0CE-6006-CE5D-F29E-71E3686750B5}"/>
              </a:ext>
            </a:extLst>
          </p:cNvPr>
          <p:cNvSpPr/>
          <p:nvPr/>
        </p:nvSpPr>
        <p:spPr>
          <a:xfrm rot="16200000" flipH="1">
            <a:off x="3571646" y="2901726"/>
            <a:ext cx="629108" cy="6998956"/>
          </a:xfrm>
          <a:prstGeom prst="leftBracket">
            <a:avLst>
              <a:gd name="adj" fmla="val 0"/>
            </a:avLst>
          </a:prstGeom>
          <a:ln w="9525" cap="rnd">
            <a:solidFill>
              <a:schemeClr val="bg2">
                <a:lumMod val="90000"/>
              </a:scheme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Segoe UI"/>
              <a:ea typeface="+mn-ea"/>
              <a:cs typeface="+mn-cs"/>
            </a:endParaRPr>
          </a:p>
        </p:txBody>
      </p:sp>
      <p:sp>
        <p:nvSpPr>
          <p:cNvPr id="10" name="Title 1">
            <a:extLst>
              <a:ext uri="{FF2B5EF4-FFF2-40B4-BE49-F238E27FC236}">
                <a16:creationId xmlns:a16="http://schemas.microsoft.com/office/drawing/2014/main" id="{AE669242-A775-1B3D-588B-FC9C220A0757}"/>
              </a:ext>
            </a:extLst>
          </p:cNvPr>
          <p:cNvSpPr txBox="1">
            <a:spLocks/>
          </p:cNvSpPr>
          <p:nvPr/>
        </p:nvSpPr>
        <p:spPr>
          <a:xfrm>
            <a:off x="1352766" y="5882261"/>
            <a:ext cx="5078656" cy="589061"/>
          </a:xfrm>
          <a:prstGeom prst="rect">
            <a:avLst/>
          </a:prstGeom>
          <a:solidFill>
            <a:srgbClr val="FFFFFF"/>
          </a:solidFill>
          <a:ln w="9525">
            <a:noFill/>
          </a:ln>
        </p:spPr>
        <p:txBody>
          <a:bodyPr vert="horz" wrap="square" lIns="91440" tIns="45720" rIns="91440" bIns="45720"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14367" rtl="0" eaLnBrk="1" fontAlgn="auto"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w="3175">
                  <a:noFill/>
                </a:ln>
                <a:solidFill>
                  <a:srgbClr val="912475"/>
                </a:solidFill>
                <a:effectLst/>
                <a:uLnTx/>
                <a:uFillTx/>
                <a:latin typeface="Segoe UI Semibold"/>
                <a:ea typeface="+mj-lt"/>
                <a:cs typeface="Segoe UI Semibold"/>
              </a:rPr>
              <a:t>Save 47% per license with the Microsoft Purview Suite for Business Premium</a:t>
            </a:r>
          </a:p>
        </p:txBody>
      </p:sp>
      <p:grpSp>
        <p:nvGrpSpPr>
          <p:cNvPr id="11" name="Group 10">
            <a:extLst>
              <a:ext uri="{FF2B5EF4-FFF2-40B4-BE49-F238E27FC236}">
                <a16:creationId xmlns:a16="http://schemas.microsoft.com/office/drawing/2014/main" id="{6D0E581D-B458-6136-3E13-07990E84D856}"/>
              </a:ext>
            </a:extLst>
          </p:cNvPr>
          <p:cNvGrpSpPr/>
          <p:nvPr/>
        </p:nvGrpSpPr>
        <p:grpSpPr>
          <a:xfrm>
            <a:off x="3916864" y="7216194"/>
            <a:ext cx="1421701" cy="1421700"/>
            <a:chOff x="3916864" y="6500445"/>
            <a:chExt cx="1421701" cy="1421700"/>
          </a:xfrm>
        </p:grpSpPr>
        <p:sp>
          <p:nvSpPr>
            <p:cNvPr id="12" name="Freeform 5">
              <a:extLst>
                <a:ext uri="{FF2B5EF4-FFF2-40B4-BE49-F238E27FC236}">
                  <a16:creationId xmlns:a16="http://schemas.microsoft.com/office/drawing/2014/main" id="{D15B20F1-6E5B-3428-95B2-DDA83381DC81}"/>
                </a:ext>
              </a:extLst>
            </p:cNvPr>
            <p:cNvSpPr>
              <a:spLocks noChangeAspect="1"/>
            </p:cNvSpPr>
            <p:nvPr/>
          </p:nvSpPr>
          <p:spPr bwMode="auto">
            <a:xfrm>
              <a:off x="3916864" y="6500445"/>
              <a:ext cx="1421701" cy="1421700"/>
            </a:xfrm>
            <a:custGeom>
              <a:avLst/>
              <a:gdLst>
                <a:gd name="T0" fmla="*/ 200 w 400"/>
                <a:gd name="T1" fmla="*/ 0 h 400"/>
                <a:gd name="T2" fmla="*/ 200 w 400"/>
                <a:gd name="T3" fmla="*/ 0 h 400"/>
                <a:gd name="T4" fmla="*/ 253 w 400"/>
                <a:gd name="T5" fmla="*/ 7 h 400"/>
                <a:gd name="T6" fmla="*/ 301 w 400"/>
                <a:gd name="T7" fmla="*/ 28 h 400"/>
                <a:gd name="T8" fmla="*/ 341 w 400"/>
                <a:gd name="T9" fmla="*/ 59 h 400"/>
                <a:gd name="T10" fmla="*/ 372 w 400"/>
                <a:gd name="T11" fmla="*/ 99 h 400"/>
                <a:gd name="T12" fmla="*/ 393 w 400"/>
                <a:gd name="T13" fmla="*/ 147 h 400"/>
                <a:gd name="T14" fmla="*/ 400 w 400"/>
                <a:gd name="T15" fmla="*/ 200 h 400"/>
                <a:gd name="T16" fmla="*/ 393 w 400"/>
                <a:gd name="T17" fmla="*/ 253 h 400"/>
                <a:gd name="T18" fmla="*/ 372 w 400"/>
                <a:gd name="T19" fmla="*/ 301 h 400"/>
                <a:gd name="T20" fmla="*/ 341 w 400"/>
                <a:gd name="T21" fmla="*/ 342 h 400"/>
                <a:gd name="T22" fmla="*/ 301 w 400"/>
                <a:gd name="T23" fmla="*/ 373 h 400"/>
                <a:gd name="T24" fmla="*/ 253 w 400"/>
                <a:gd name="T25" fmla="*/ 393 h 400"/>
                <a:gd name="T26" fmla="*/ 200 w 400"/>
                <a:gd name="T27" fmla="*/ 400 h 400"/>
                <a:gd name="T28" fmla="*/ 147 w 400"/>
                <a:gd name="T29" fmla="*/ 393 h 400"/>
                <a:gd name="T30" fmla="*/ 99 w 400"/>
                <a:gd name="T31" fmla="*/ 373 h 400"/>
                <a:gd name="T32" fmla="*/ 58 w 400"/>
                <a:gd name="T33" fmla="*/ 342 h 400"/>
                <a:gd name="T34" fmla="*/ 27 w 400"/>
                <a:gd name="T35" fmla="*/ 301 h 400"/>
                <a:gd name="T36" fmla="*/ 7 w 400"/>
                <a:gd name="T37" fmla="*/ 253 h 400"/>
                <a:gd name="T38" fmla="*/ 0 w 400"/>
                <a:gd name="T39" fmla="*/ 200 h 400"/>
                <a:gd name="T40" fmla="*/ 7 w 400"/>
                <a:gd name="T41" fmla="*/ 147 h 400"/>
                <a:gd name="T42" fmla="*/ 27 w 400"/>
                <a:gd name="T43" fmla="*/ 99 h 400"/>
                <a:gd name="T44" fmla="*/ 58 w 400"/>
                <a:gd name="T45" fmla="*/ 59 h 400"/>
                <a:gd name="T46" fmla="*/ 99 w 400"/>
                <a:gd name="T47" fmla="*/ 28 h 400"/>
                <a:gd name="T48" fmla="*/ 147 w 400"/>
                <a:gd name="T49" fmla="*/ 7 h 400"/>
                <a:gd name="T50" fmla="*/ 200 w 400"/>
                <a:gd name="T51" fmla="*/ 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0" h="400">
                  <a:moveTo>
                    <a:pt x="200" y="0"/>
                  </a:moveTo>
                  <a:lnTo>
                    <a:pt x="200" y="0"/>
                  </a:lnTo>
                  <a:cubicBezTo>
                    <a:pt x="218" y="0"/>
                    <a:pt x="236" y="3"/>
                    <a:pt x="253" y="7"/>
                  </a:cubicBezTo>
                  <a:cubicBezTo>
                    <a:pt x="270" y="12"/>
                    <a:pt x="286" y="19"/>
                    <a:pt x="301" y="28"/>
                  </a:cubicBezTo>
                  <a:cubicBezTo>
                    <a:pt x="316" y="36"/>
                    <a:pt x="329" y="47"/>
                    <a:pt x="341" y="59"/>
                  </a:cubicBezTo>
                  <a:cubicBezTo>
                    <a:pt x="353" y="71"/>
                    <a:pt x="364" y="84"/>
                    <a:pt x="372" y="99"/>
                  </a:cubicBezTo>
                  <a:cubicBezTo>
                    <a:pt x="381" y="114"/>
                    <a:pt x="388" y="130"/>
                    <a:pt x="393" y="147"/>
                  </a:cubicBezTo>
                  <a:cubicBezTo>
                    <a:pt x="397" y="164"/>
                    <a:pt x="400" y="182"/>
                    <a:pt x="400" y="200"/>
                  </a:cubicBezTo>
                  <a:cubicBezTo>
                    <a:pt x="400" y="219"/>
                    <a:pt x="397" y="236"/>
                    <a:pt x="393" y="253"/>
                  </a:cubicBezTo>
                  <a:cubicBezTo>
                    <a:pt x="388" y="270"/>
                    <a:pt x="381" y="286"/>
                    <a:pt x="372" y="301"/>
                  </a:cubicBezTo>
                  <a:cubicBezTo>
                    <a:pt x="364" y="316"/>
                    <a:pt x="353" y="329"/>
                    <a:pt x="341" y="342"/>
                  </a:cubicBezTo>
                  <a:cubicBezTo>
                    <a:pt x="329" y="354"/>
                    <a:pt x="316" y="364"/>
                    <a:pt x="301" y="373"/>
                  </a:cubicBezTo>
                  <a:cubicBezTo>
                    <a:pt x="286" y="381"/>
                    <a:pt x="270" y="388"/>
                    <a:pt x="253" y="393"/>
                  </a:cubicBezTo>
                  <a:cubicBezTo>
                    <a:pt x="236" y="398"/>
                    <a:pt x="218" y="400"/>
                    <a:pt x="200" y="400"/>
                  </a:cubicBezTo>
                  <a:cubicBezTo>
                    <a:pt x="181" y="400"/>
                    <a:pt x="164" y="398"/>
                    <a:pt x="147" y="393"/>
                  </a:cubicBezTo>
                  <a:cubicBezTo>
                    <a:pt x="130" y="388"/>
                    <a:pt x="114" y="381"/>
                    <a:pt x="99" y="373"/>
                  </a:cubicBezTo>
                  <a:cubicBezTo>
                    <a:pt x="84" y="364"/>
                    <a:pt x="71" y="354"/>
                    <a:pt x="58" y="342"/>
                  </a:cubicBezTo>
                  <a:cubicBezTo>
                    <a:pt x="46" y="329"/>
                    <a:pt x="36" y="316"/>
                    <a:pt x="27" y="301"/>
                  </a:cubicBezTo>
                  <a:cubicBezTo>
                    <a:pt x="19" y="286"/>
                    <a:pt x="12" y="270"/>
                    <a:pt x="7" y="253"/>
                  </a:cubicBezTo>
                  <a:cubicBezTo>
                    <a:pt x="2" y="236"/>
                    <a:pt x="0" y="219"/>
                    <a:pt x="0" y="200"/>
                  </a:cubicBezTo>
                  <a:cubicBezTo>
                    <a:pt x="0" y="182"/>
                    <a:pt x="2" y="164"/>
                    <a:pt x="7" y="147"/>
                  </a:cubicBezTo>
                  <a:cubicBezTo>
                    <a:pt x="12" y="130"/>
                    <a:pt x="19" y="114"/>
                    <a:pt x="27" y="99"/>
                  </a:cubicBezTo>
                  <a:cubicBezTo>
                    <a:pt x="36" y="84"/>
                    <a:pt x="46" y="71"/>
                    <a:pt x="58" y="59"/>
                  </a:cubicBezTo>
                  <a:cubicBezTo>
                    <a:pt x="71" y="47"/>
                    <a:pt x="84" y="36"/>
                    <a:pt x="99" y="28"/>
                  </a:cubicBezTo>
                  <a:cubicBezTo>
                    <a:pt x="114" y="19"/>
                    <a:pt x="130" y="12"/>
                    <a:pt x="147" y="7"/>
                  </a:cubicBezTo>
                  <a:cubicBezTo>
                    <a:pt x="164" y="3"/>
                    <a:pt x="181" y="0"/>
                    <a:pt x="200" y="0"/>
                  </a:cubicBezTo>
                  <a:close/>
                </a:path>
              </a:pathLst>
            </a:custGeom>
            <a:solidFill>
              <a:srgbClr val="B740C5"/>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90000"/>
                </a:lnSpc>
                <a:spcBef>
                  <a:spcPct val="0"/>
                </a:spcBef>
                <a:spcAft>
                  <a:spcPct val="0"/>
                </a:spcAft>
                <a:buClrTx/>
                <a:buSzTx/>
                <a:buFontTx/>
                <a:buNone/>
                <a:tabLst/>
                <a:defRPr/>
              </a:pPr>
              <a:endParaRPr kumimoji="0" lang="en-US" sz="1600" b="1" i="0" u="none" strike="noStrike" kern="0" cap="none" spc="0" normalizeH="0" baseline="0" noProof="0">
                <a:ln w="3175">
                  <a:noFill/>
                </a:ln>
                <a:gradFill>
                  <a:gsLst>
                    <a:gs pos="71910">
                      <a:srgbClr val="000000"/>
                    </a:gs>
                    <a:gs pos="53933">
                      <a:srgbClr val="000000"/>
                    </a:gs>
                  </a:gsLst>
                  <a:path path="circle">
                    <a:fillToRect l="100000" b="100000"/>
                  </a:path>
                </a:gradFill>
                <a:effectLst/>
                <a:uLnTx/>
                <a:uFillTx/>
                <a:latin typeface="Segoe Sans Display" pitchFamily="2" charset="0"/>
                <a:ea typeface="+mn-ea"/>
                <a:cs typeface="Segoe Sans Display" pitchFamily="2" charset="0"/>
              </a:endParaRPr>
            </a:p>
          </p:txBody>
        </p:sp>
        <p:sp>
          <p:nvSpPr>
            <p:cNvPr id="16" name="Oval 15">
              <a:extLst>
                <a:ext uri="{FF2B5EF4-FFF2-40B4-BE49-F238E27FC236}">
                  <a16:creationId xmlns:a16="http://schemas.microsoft.com/office/drawing/2014/main" id="{8E6A6ABB-D1B7-0993-943B-0E2F43F72D10}"/>
                </a:ext>
              </a:extLst>
            </p:cNvPr>
            <p:cNvSpPr/>
            <p:nvPr/>
          </p:nvSpPr>
          <p:spPr bwMode="auto">
            <a:xfrm>
              <a:off x="4092534" y="6676115"/>
              <a:ext cx="1070360" cy="1070359"/>
            </a:xfrm>
            <a:prstGeom prst="ellipse">
              <a:avLst/>
            </a:prstGeom>
            <a:solidFill>
              <a:srgbClr val="FFFFFF"/>
            </a:solidFill>
            <a:ln w="28575" cap="flat" cmpd="sng" algn="ctr">
              <a:noFill/>
              <a:prstDash val="solid"/>
              <a:headEnd type="none" w="med" len="med"/>
              <a:tailEnd type="none" w="med" len="med"/>
            </a:ln>
            <a:effectLst/>
          </p:spPr>
          <p:txBody>
            <a:bodyPr rot="0" spcFirstLastPara="0" vertOverflow="overflow" horzOverflow="overflow" vert="horz" wrap="none" lIns="0" tIns="91440" rIns="0" bIns="9144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srgbClr val="052252"/>
                  </a:solidFill>
                  <a:effectLst/>
                  <a:uLnTx/>
                  <a:uFillTx/>
                  <a:latin typeface="Segoe Sans Display Semibold"/>
                  <a:ea typeface="+mn-ea"/>
                  <a:cs typeface="Segoe Sans Display" pitchFamily="2" charset="0"/>
                </a:rPr>
                <a:t>$10</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Microsoft Purview </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Suite for Business </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Premium*</a:t>
              </a:r>
              <a:endParaRPr kumimoji="0" lang="en-US" sz="1000" b="0" i="0" u="none" strike="noStrike" kern="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endParaRPr>
            </a:p>
          </p:txBody>
        </p:sp>
      </p:grpSp>
      <p:grpSp>
        <p:nvGrpSpPr>
          <p:cNvPr id="18" name="Group 17">
            <a:extLst>
              <a:ext uri="{FF2B5EF4-FFF2-40B4-BE49-F238E27FC236}">
                <a16:creationId xmlns:a16="http://schemas.microsoft.com/office/drawing/2014/main" id="{06F1F8A8-7D53-BC62-6080-D6D2CCFA8D6E}"/>
              </a:ext>
            </a:extLst>
          </p:cNvPr>
          <p:cNvGrpSpPr/>
          <p:nvPr/>
        </p:nvGrpSpPr>
        <p:grpSpPr>
          <a:xfrm>
            <a:off x="2225040" y="6808980"/>
            <a:ext cx="3322320" cy="2252893"/>
            <a:chOff x="2198563" y="6252709"/>
            <a:chExt cx="3375273" cy="1925585"/>
          </a:xfrm>
        </p:grpSpPr>
        <p:sp>
          <p:nvSpPr>
            <p:cNvPr id="19" name="Right Brace 18">
              <a:extLst>
                <a:ext uri="{FF2B5EF4-FFF2-40B4-BE49-F238E27FC236}">
                  <a16:creationId xmlns:a16="http://schemas.microsoft.com/office/drawing/2014/main" id="{1BC18C89-C90E-F6BC-5AC4-E216BEE6E183}"/>
                </a:ext>
                <a:ext uri="{C183D7F6-B498-43B3-948B-1728B52AA6E4}">
                  <adec:decorative xmlns:adec="http://schemas.microsoft.com/office/drawing/2017/decorative" val="1"/>
                </a:ext>
              </a:extLst>
            </p:cNvPr>
            <p:cNvSpPr/>
            <p:nvPr/>
          </p:nvSpPr>
          <p:spPr>
            <a:xfrm>
              <a:off x="2198563" y="6252709"/>
              <a:ext cx="194085" cy="1925585"/>
            </a:xfrm>
            <a:prstGeom prst="rightBrace">
              <a:avLst/>
            </a:prstGeom>
            <a:noFill/>
            <a:ln w="19050" cap="flat" cmpd="sng" algn="ctr">
              <a:solidFill>
                <a:srgbClr val="912475"/>
              </a:solidFill>
              <a:prstDash val="solid"/>
              <a:headEnd type="none" w="lg" len="med"/>
              <a:tailEnd type="none" w="lg"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Sans Display"/>
                <a:ea typeface="+mn-ea"/>
                <a:cs typeface="+mn-cs"/>
              </a:endParaRPr>
            </a:p>
          </p:txBody>
        </p:sp>
        <p:sp>
          <p:nvSpPr>
            <p:cNvPr id="21" name="Right Brace 20">
              <a:extLst>
                <a:ext uri="{FF2B5EF4-FFF2-40B4-BE49-F238E27FC236}">
                  <a16:creationId xmlns:a16="http://schemas.microsoft.com/office/drawing/2014/main" id="{51CF8F86-6648-1657-0BEF-1CA7137EEFB7}"/>
                </a:ext>
                <a:ext uri="{C183D7F6-B498-43B3-948B-1728B52AA6E4}">
                  <adec:decorative xmlns:adec="http://schemas.microsoft.com/office/drawing/2017/decorative" val="1"/>
                </a:ext>
              </a:extLst>
            </p:cNvPr>
            <p:cNvSpPr/>
            <p:nvPr/>
          </p:nvSpPr>
          <p:spPr>
            <a:xfrm flipH="1">
              <a:off x="5379751" y="6252709"/>
              <a:ext cx="194085" cy="1925585"/>
            </a:xfrm>
            <a:prstGeom prst="rightBrace">
              <a:avLst/>
            </a:prstGeom>
            <a:noFill/>
            <a:ln w="19050" cap="flat" cmpd="sng" algn="ctr">
              <a:solidFill>
                <a:srgbClr val="B740C5"/>
              </a:solidFill>
              <a:prstDash val="solid"/>
              <a:headEnd type="none" w="lg" len="med"/>
              <a:tailEnd type="none" w="lg"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Segoe Sans Display"/>
                <a:ea typeface="+mn-ea"/>
                <a:cs typeface="+mn-cs"/>
              </a:endParaRPr>
            </a:p>
          </p:txBody>
        </p:sp>
      </p:grpSp>
      <p:grpSp>
        <p:nvGrpSpPr>
          <p:cNvPr id="22" name="Group 21">
            <a:extLst>
              <a:ext uri="{FF2B5EF4-FFF2-40B4-BE49-F238E27FC236}">
                <a16:creationId xmlns:a16="http://schemas.microsoft.com/office/drawing/2014/main" id="{CA14AD1E-F7C7-D875-A77D-813A7929594A}"/>
              </a:ext>
            </a:extLst>
          </p:cNvPr>
          <p:cNvGrpSpPr/>
          <p:nvPr/>
        </p:nvGrpSpPr>
        <p:grpSpPr>
          <a:xfrm>
            <a:off x="2442306" y="7216194"/>
            <a:ext cx="1421701" cy="1421700"/>
            <a:chOff x="2442306" y="6500445"/>
            <a:chExt cx="1421701" cy="1421700"/>
          </a:xfrm>
        </p:grpSpPr>
        <p:sp>
          <p:nvSpPr>
            <p:cNvPr id="25" name="Freeform 5">
              <a:extLst>
                <a:ext uri="{FF2B5EF4-FFF2-40B4-BE49-F238E27FC236}">
                  <a16:creationId xmlns:a16="http://schemas.microsoft.com/office/drawing/2014/main" id="{D1CE9D20-73E8-2282-B491-1580616B59A5}"/>
                </a:ext>
                <a:ext uri="{C183D7F6-B498-43B3-948B-1728B52AA6E4}">
                  <adec:decorative xmlns:adec="http://schemas.microsoft.com/office/drawing/2017/decorative" val="1"/>
                </a:ext>
              </a:extLst>
            </p:cNvPr>
            <p:cNvSpPr>
              <a:spLocks noChangeAspect="1"/>
            </p:cNvSpPr>
            <p:nvPr/>
          </p:nvSpPr>
          <p:spPr bwMode="auto">
            <a:xfrm>
              <a:off x="2442306" y="6500445"/>
              <a:ext cx="1421701" cy="1421700"/>
            </a:xfrm>
            <a:custGeom>
              <a:avLst/>
              <a:gdLst>
                <a:gd name="T0" fmla="*/ 200 w 400"/>
                <a:gd name="T1" fmla="*/ 0 h 400"/>
                <a:gd name="T2" fmla="*/ 200 w 400"/>
                <a:gd name="T3" fmla="*/ 0 h 400"/>
                <a:gd name="T4" fmla="*/ 253 w 400"/>
                <a:gd name="T5" fmla="*/ 7 h 400"/>
                <a:gd name="T6" fmla="*/ 301 w 400"/>
                <a:gd name="T7" fmla="*/ 28 h 400"/>
                <a:gd name="T8" fmla="*/ 341 w 400"/>
                <a:gd name="T9" fmla="*/ 59 h 400"/>
                <a:gd name="T10" fmla="*/ 372 w 400"/>
                <a:gd name="T11" fmla="*/ 99 h 400"/>
                <a:gd name="T12" fmla="*/ 393 w 400"/>
                <a:gd name="T13" fmla="*/ 147 h 400"/>
                <a:gd name="T14" fmla="*/ 400 w 400"/>
                <a:gd name="T15" fmla="*/ 200 h 400"/>
                <a:gd name="T16" fmla="*/ 393 w 400"/>
                <a:gd name="T17" fmla="*/ 253 h 400"/>
                <a:gd name="T18" fmla="*/ 372 w 400"/>
                <a:gd name="T19" fmla="*/ 301 h 400"/>
                <a:gd name="T20" fmla="*/ 341 w 400"/>
                <a:gd name="T21" fmla="*/ 342 h 400"/>
                <a:gd name="T22" fmla="*/ 301 w 400"/>
                <a:gd name="T23" fmla="*/ 373 h 400"/>
                <a:gd name="T24" fmla="*/ 253 w 400"/>
                <a:gd name="T25" fmla="*/ 393 h 400"/>
                <a:gd name="T26" fmla="*/ 200 w 400"/>
                <a:gd name="T27" fmla="*/ 400 h 400"/>
                <a:gd name="T28" fmla="*/ 147 w 400"/>
                <a:gd name="T29" fmla="*/ 393 h 400"/>
                <a:gd name="T30" fmla="*/ 99 w 400"/>
                <a:gd name="T31" fmla="*/ 373 h 400"/>
                <a:gd name="T32" fmla="*/ 58 w 400"/>
                <a:gd name="T33" fmla="*/ 342 h 400"/>
                <a:gd name="T34" fmla="*/ 27 w 400"/>
                <a:gd name="T35" fmla="*/ 301 h 400"/>
                <a:gd name="T36" fmla="*/ 7 w 400"/>
                <a:gd name="T37" fmla="*/ 253 h 400"/>
                <a:gd name="T38" fmla="*/ 0 w 400"/>
                <a:gd name="T39" fmla="*/ 200 h 400"/>
                <a:gd name="T40" fmla="*/ 7 w 400"/>
                <a:gd name="T41" fmla="*/ 147 h 400"/>
                <a:gd name="T42" fmla="*/ 27 w 400"/>
                <a:gd name="T43" fmla="*/ 99 h 400"/>
                <a:gd name="T44" fmla="*/ 58 w 400"/>
                <a:gd name="T45" fmla="*/ 59 h 400"/>
                <a:gd name="T46" fmla="*/ 99 w 400"/>
                <a:gd name="T47" fmla="*/ 28 h 400"/>
                <a:gd name="T48" fmla="*/ 147 w 400"/>
                <a:gd name="T49" fmla="*/ 7 h 400"/>
                <a:gd name="T50" fmla="*/ 200 w 400"/>
                <a:gd name="T51" fmla="*/ 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00" h="400">
                  <a:moveTo>
                    <a:pt x="200" y="0"/>
                  </a:moveTo>
                  <a:lnTo>
                    <a:pt x="200" y="0"/>
                  </a:lnTo>
                  <a:cubicBezTo>
                    <a:pt x="218" y="0"/>
                    <a:pt x="236" y="3"/>
                    <a:pt x="253" y="7"/>
                  </a:cubicBezTo>
                  <a:cubicBezTo>
                    <a:pt x="270" y="12"/>
                    <a:pt x="286" y="19"/>
                    <a:pt x="301" y="28"/>
                  </a:cubicBezTo>
                  <a:cubicBezTo>
                    <a:pt x="316" y="36"/>
                    <a:pt x="329" y="47"/>
                    <a:pt x="341" y="59"/>
                  </a:cubicBezTo>
                  <a:cubicBezTo>
                    <a:pt x="353" y="71"/>
                    <a:pt x="364" y="84"/>
                    <a:pt x="372" y="99"/>
                  </a:cubicBezTo>
                  <a:cubicBezTo>
                    <a:pt x="381" y="114"/>
                    <a:pt x="388" y="130"/>
                    <a:pt x="393" y="147"/>
                  </a:cubicBezTo>
                  <a:cubicBezTo>
                    <a:pt x="397" y="164"/>
                    <a:pt x="400" y="182"/>
                    <a:pt x="400" y="200"/>
                  </a:cubicBezTo>
                  <a:cubicBezTo>
                    <a:pt x="400" y="219"/>
                    <a:pt x="397" y="236"/>
                    <a:pt x="393" y="253"/>
                  </a:cubicBezTo>
                  <a:cubicBezTo>
                    <a:pt x="388" y="270"/>
                    <a:pt x="381" y="286"/>
                    <a:pt x="372" y="301"/>
                  </a:cubicBezTo>
                  <a:cubicBezTo>
                    <a:pt x="364" y="316"/>
                    <a:pt x="353" y="329"/>
                    <a:pt x="341" y="342"/>
                  </a:cubicBezTo>
                  <a:cubicBezTo>
                    <a:pt x="329" y="354"/>
                    <a:pt x="316" y="364"/>
                    <a:pt x="301" y="373"/>
                  </a:cubicBezTo>
                  <a:cubicBezTo>
                    <a:pt x="286" y="381"/>
                    <a:pt x="270" y="388"/>
                    <a:pt x="253" y="393"/>
                  </a:cubicBezTo>
                  <a:cubicBezTo>
                    <a:pt x="236" y="398"/>
                    <a:pt x="218" y="400"/>
                    <a:pt x="200" y="400"/>
                  </a:cubicBezTo>
                  <a:cubicBezTo>
                    <a:pt x="181" y="400"/>
                    <a:pt x="164" y="398"/>
                    <a:pt x="147" y="393"/>
                  </a:cubicBezTo>
                  <a:cubicBezTo>
                    <a:pt x="130" y="388"/>
                    <a:pt x="114" y="381"/>
                    <a:pt x="99" y="373"/>
                  </a:cubicBezTo>
                  <a:cubicBezTo>
                    <a:pt x="84" y="364"/>
                    <a:pt x="71" y="354"/>
                    <a:pt x="58" y="342"/>
                  </a:cubicBezTo>
                  <a:cubicBezTo>
                    <a:pt x="46" y="329"/>
                    <a:pt x="36" y="316"/>
                    <a:pt x="27" y="301"/>
                  </a:cubicBezTo>
                  <a:cubicBezTo>
                    <a:pt x="19" y="286"/>
                    <a:pt x="12" y="270"/>
                    <a:pt x="7" y="253"/>
                  </a:cubicBezTo>
                  <a:cubicBezTo>
                    <a:pt x="2" y="236"/>
                    <a:pt x="0" y="219"/>
                    <a:pt x="0" y="200"/>
                  </a:cubicBezTo>
                  <a:cubicBezTo>
                    <a:pt x="0" y="182"/>
                    <a:pt x="2" y="164"/>
                    <a:pt x="7" y="147"/>
                  </a:cubicBezTo>
                  <a:cubicBezTo>
                    <a:pt x="12" y="130"/>
                    <a:pt x="19" y="114"/>
                    <a:pt x="27" y="99"/>
                  </a:cubicBezTo>
                  <a:cubicBezTo>
                    <a:pt x="36" y="84"/>
                    <a:pt x="46" y="71"/>
                    <a:pt x="58" y="59"/>
                  </a:cubicBezTo>
                  <a:cubicBezTo>
                    <a:pt x="71" y="47"/>
                    <a:pt x="84" y="36"/>
                    <a:pt x="99" y="28"/>
                  </a:cubicBezTo>
                  <a:cubicBezTo>
                    <a:pt x="114" y="19"/>
                    <a:pt x="130" y="12"/>
                    <a:pt x="147" y="7"/>
                  </a:cubicBezTo>
                  <a:cubicBezTo>
                    <a:pt x="164" y="3"/>
                    <a:pt x="181" y="0"/>
                    <a:pt x="200" y="0"/>
                  </a:cubicBezTo>
                  <a:close/>
                </a:path>
              </a:pathLst>
            </a:custGeom>
            <a:solidFill>
              <a:srgbClr val="912475"/>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base" latinLnBrk="0" hangingPunct="1">
                <a:lnSpc>
                  <a:spcPct val="100000"/>
                </a:lnSpc>
                <a:spcBef>
                  <a:spcPct val="0"/>
                </a:spcBef>
                <a:spcAft>
                  <a:spcPct val="0"/>
                </a:spcAft>
                <a:buClrTx/>
                <a:buSzTx/>
                <a:buFontTx/>
                <a:buNone/>
                <a:tabLst/>
                <a:defRPr/>
              </a:pPr>
              <a:endParaRPr kumimoji="0" lang="en-US" sz="1400" b="1" i="0" u="none" strike="noStrike" kern="0" cap="none" spc="0" normalizeH="0" baseline="0" noProof="0">
                <a:ln w="3175">
                  <a:noFill/>
                </a:ln>
                <a:gradFill>
                  <a:gsLst>
                    <a:gs pos="76437">
                      <a:srgbClr val="FFFFFF"/>
                    </a:gs>
                    <a:gs pos="55747">
                      <a:srgbClr val="FFFFFF"/>
                    </a:gs>
                  </a:gsLst>
                  <a:path path="circle">
                    <a:fillToRect l="100000" b="100000"/>
                  </a:path>
                </a:gradFill>
                <a:effectLst/>
                <a:uLnTx/>
                <a:uFillTx/>
                <a:latin typeface="Segoe Sans Display" pitchFamily="2" charset="0"/>
                <a:ea typeface="+mn-ea"/>
                <a:cs typeface="Segoe Sans Display" pitchFamily="2" charset="0"/>
              </a:endParaRPr>
            </a:p>
          </p:txBody>
        </p:sp>
        <p:sp>
          <p:nvSpPr>
            <p:cNvPr id="27" name="Oval 26">
              <a:extLst>
                <a:ext uri="{FF2B5EF4-FFF2-40B4-BE49-F238E27FC236}">
                  <a16:creationId xmlns:a16="http://schemas.microsoft.com/office/drawing/2014/main" id="{8447743A-882B-3948-B5C7-2F4E9EF09A69}"/>
                </a:ext>
                <a:ext uri="{C183D7F6-B498-43B3-948B-1728B52AA6E4}">
                  <adec:decorative xmlns:adec="http://schemas.microsoft.com/office/drawing/2017/decorative" val="1"/>
                </a:ext>
              </a:extLst>
            </p:cNvPr>
            <p:cNvSpPr/>
            <p:nvPr/>
          </p:nvSpPr>
          <p:spPr bwMode="auto">
            <a:xfrm>
              <a:off x="2617977" y="6676116"/>
              <a:ext cx="1070360" cy="1070360"/>
            </a:xfrm>
            <a:prstGeom prst="ellipse">
              <a:avLst/>
            </a:prstGeom>
            <a:solidFill>
              <a:srgbClr val="FFFFFF"/>
            </a:solidFill>
            <a:ln w="28575" cap="flat" cmpd="sng" algn="ctr">
              <a:noFill/>
              <a:prstDash val="solid"/>
              <a:headEnd type="none" w="med" len="med"/>
              <a:tailEnd type="none" w="med" len="med"/>
            </a:ln>
            <a:effectLst/>
          </p:spPr>
          <p:txBody>
            <a:bodyPr rot="0" spcFirstLastPara="0" vertOverflow="overflow" horzOverflow="overflow" vert="horz" wrap="none" lIns="0" tIns="91440" rIns="0" bIns="9144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endParaRPr>
            </a:p>
          </p:txBody>
        </p:sp>
        <p:sp>
          <p:nvSpPr>
            <p:cNvPr id="28" name="TextBox 27">
              <a:extLst>
                <a:ext uri="{FF2B5EF4-FFF2-40B4-BE49-F238E27FC236}">
                  <a16:creationId xmlns:a16="http://schemas.microsoft.com/office/drawing/2014/main" id="{2B40F71F-1C1D-6777-DA8A-2AE09C3F7EFA}"/>
                </a:ext>
              </a:extLst>
            </p:cNvPr>
            <p:cNvSpPr txBox="1"/>
            <p:nvPr/>
          </p:nvSpPr>
          <p:spPr>
            <a:xfrm>
              <a:off x="2607904" y="6934296"/>
              <a:ext cx="1090504"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100" normalizeH="0" baseline="0" noProof="0">
                  <a:ln>
                    <a:noFill/>
                  </a:ln>
                  <a:solidFill>
                    <a:srgbClr val="052252"/>
                  </a:solidFill>
                  <a:effectLst/>
                  <a:uLnTx/>
                  <a:uFillTx/>
                  <a:latin typeface="Segoe Sans Display Semibold"/>
                  <a:ea typeface="+mn-ea"/>
                  <a:cs typeface="Segoe Sans Display" pitchFamily="2" charset="0"/>
                </a:rPr>
                <a:t>&gt;$19.00</a:t>
              </a:r>
            </a:p>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value of </a:t>
              </a:r>
              <a:b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b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individual  licenses</a:t>
              </a:r>
              <a:endParaRPr kumimoji="0" lang="en-US" sz="1400" b="0" i="0" u="none" strike="noStrike" kern="1200" cap="none" spc="0" normalizeH="0" baseline="0" noProof="0">
                <a:ln>
                  <a:noFill/>
                </a:ln>
                <a:solidFill>
                  <a:srgbClr val="000000"/>
                </a:solidFill>
                <a:effectLst/>
                <a:uLnTx/>
                <a:uFillTx/>
                <a:latin typeface="Segoe Sans Display"/>
                <a:ea typeface="+mn-ea"/>
                <a:cs typeface="+mn-cs"/>
              </a:endParaRPr>
            </a:p>
          </p:txBody>
        </p:sp>
      </p:grpSp>
      <p:sp>
        <p:nvSpPr>
          <p:cNvPr id="29" name="Title 1">
            <a:extLst>
              <a:ext uri="{FF2B5EF4-FFF2-40B4-BE49-F238E27FC236}">
                <a16:creationId xmlns:a16="http://schemas.microsoft.com/office/drawing/2014/main" id="{5E1FF252-E1C6-1F21-1D71-56EF20D1D9D0}"/>
              </a:ext>
            </a:extLst>
          </p:cNvPr>
          <p:cNvSpPr txBox="1">
            <a:spLocks/>
          </p:cNvSpPr>
          <p:nvPr/>
        </p:nvSpPr>
        <p:spPr>
          <a:xfrm>
            <a:off x="2780538" y="6816256"/>
            <a:ext cx="2211324" cy="365760"/>
          </a:xfrm>
          <a:prstGeom prst="rect">
            <a:avLst/>
          </a:prstGeom>
          <a:noFill/>
          <a:ln w="9525">
            <a:noFill/>
          </a:ln>
        </p:spPr>
        <p:txBody>
          <a:bodyPr vert="horz" wrap="square" lIns="91440" tIns="45720" rIns="91440" bIns="45720" rtlCol="0" anchor="ctr" anchorCtr="0">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marL="0" marR="0" lvl="0" indent="0" algn="ctr" defTabSz="914367" rtl="0" eaLnBrk="1" fontAlgn="auto"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w="3175">
                  <a:noFill/>
                </a:ln>
                <a:solidFill>
                  <a:srgbClr val="000000"/>
                </a:solidFill>
                <a:effectLst/>
                <a:uLnTx/>
                <a:uFillTx/>
                <a:latin typeface="Segoe UI Semibold"/>
                <a:ea typeface="+mj-lt"/>
                <a:cs typeface="Segoe UI Semibold"/>
              </a:rPr>
              <a:t>Per user, per month </a:t>
            </a:r>
            <a:endParaRPr kumimoji="0" lang="en-US" sz="2800" b="0" i="0" u="none" strike="noStrike" kern="1200" cap="none" spc="-50" normalizeH="0" baseline="0" noProof="0">
              <a:ln w="3175">
                <a:noFill/>
              </a:ln>
              <a:solidFill>
                <a:srgbClr val="000000"/>
              </a:solidFill>
              <a:effectLst/>
              <a:uLnTx/>
              <a:uFillTx/>
              <a:latin typeface="Segoe UI Semibold"/>
              <a:ea typeface="+mn-ea"/>
              <a:cs typeface="Segoe UI" pitchFamily="34" charset="0"/>
            </a:endParaRPr>
          </a:p>
        </p:txBody>
      </p:sp>
      <p:sp>
        <p:nvSpPr>
          <p:cNvPr id="30" name="TextBox 29">
            <a:extLst>
              <a:ext uri="{FF2B5EF4-FFF2-40B4-BE49-F238E27FC236}">
                <a16:creationId xmlns:a16="http://schemas.microsoft.com/office/drawing/2014/main" id="{05972822-D490-5A45-2E5B-A8903FD224AA}"/>
              </a:ext>
            </a:extLst>
          </p:cNvPr>
          <p:cNvSpPr txBox="1"/>
          <p:nvPr/>
        </p:nvSpPr>
        <p:spPr>
          <a:xfrm>
            <a:off x="5667380" y="6951884"/>
            <a:ext cx="1718297" cy="1464503"/>
          </a:xfrm>
          <a:prstGeom prst="rect">
            <a:avLst/>
          </a:prstGeom>
          <a:noFill/>
        </p:spPr>
        <p:txBody>
          <a:bodyPr wrap="square" lIns="91440" tIns="45720" rIns="91440" bIns="4572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4367" rtl="0" eaLnBrk="1" fontAlgn="auto" latinLnBrk="0" hangingPunct="1">
              <a:lnSpc>
                <a:spcPct val="100000"/>
              </a:lnSpc>
              <a:spcBef>
                <a:spcPts val="0"/>
              </a:spcBef>
              <a:spcAft>
                <a:spcPts val="300"/>
              </a:spcAft>
              <a:buClrTx/>
              <a:buSzPct val="100000"/>
              <a:buFontTx/>
              <a:buNone/>
              <a:tabLst/>
              <a:defRPr/>
            </a:pPr>
            <a:r>
              <a:rPr kumimoji="0" lang="en-US" sz="11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Microsoft Purview Suite for Business Premium</a:t>
            </a:r>
          </a:p>
          <a:p>
            <a:pPr marL="171450" marR="0" lvl="0" indent="-171450" algn="l" defTabSz="914367"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kumimoji="0" lang="en-US" sz="1050" b="0" i="0" u="none" strike="noStrike" kern="1200" cap="none" spc="0" normalizeH="0" baseline="0" noProof="0">
                <a:ln>
                  <a:noFill/>
                </a:ln>
                <a:solidFill>
                  <a:srgbClr val="912475"/>
                </a:solidFill>
                <a:effectLst/>
                <a:uLnTx/>
                <a:uFillTx/>
                <a:latin typeface="Segoe UI" panose="020B0502040204020203" pitchFamily="34" charset="0"/>
                <a:ea typeface="+mn-ea"/>
                <a:cs typeface="Segoe UI" panose="020B0502040204020203" pitchFamily="34" charset="0"/>
              </a:rPr>
              <a:t>Save ~47% </a:t>
            </a:r>
            <a:r>
              <a:rPr kumimoji="0" lang="en-US" sz="105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per license</a:t>
            </a:r>
          </a:p>
          <a:p>
            <a:pPr marL="171450" marR="0" lvl="0" indent="-171450" algn="l" defTabSz="914367"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Prepare for Enable </a:t>
            </a:r>
            <a:r>
              <a:rPr kumimoji="0" lang="en-US" sz="1050" b="0" i="0" u="none" strike="noStrike" kern="1200" cap="none" spc="0" normalizeH="0" baseline="0" noProof="0">
                <a:ln>
                  <a:noFill/>
                </a:ln>
                <a:solidFill>
                  <a:srgbClr val="912475"/>
                </a:solidFill>
                <a:effectLst/>
                <a:uLnTx/>
                <a:uFillTx/>
                <a:latin typeface="Segoe UI" panose="020B0502040204020203" pitchFamily="34" charset="0"/>
                <a:ea typeface="+mn-ea"/>
                <a:cs typeface="Segoe UI" panose="020B0502040204020203" pitchFamily="34" charset="0"/>
              </a:rPr>
              <a:t>end-to-end</a:t>
            </a:r>
            <a:r>
              <a:rPr kumimoji="0" lang="en-US" sz="105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 data security + compliance</a:t>
            </a:r>
          </a:p>
          <a:p>
            <a:pPr marL="171450" marR="0" lvl="0" indent="-171450" algn="l" defTabSz="914367" rtl="0" eaLnBrk="1" fontAlgn="auto" latinLnBrk="0" hangingPunct="1">
              <a:lnSpc>
                <a:spcPct val="100000"/>
              </a:lnSpc>
              <a:spcBef>
                <a:spcPts val="0"/>
              </a:spcBef>
              <a:spcAft>
                <a:spcPts val="100"/>
              </a:spcAft>
              <a:buClrTx/>
              <a:buSzPct val="100000"/>
              <a:buFont typeface="Arial" panose="020B0604020202020204" pitchFamily="34" charset="0"/>
              <a:buChar char="•"/>
              <a:tabLst/>
              <a:defRPr/>
            </a:pPr>
            <a:r>
              <a:rPr kumimoji="0" lang="en-US" sz="1050" b="0" i="0" u="none" strike="noStrike" kern="1200" cap="none" spc="0" normalizeH="0" baseline="0" noProof="0">
                <a:ln>
                  <a:noFill/>
                </a:ln>
                <a:solidFill>
                  <a:srgbClr val="912475"/>
                </a:solidFill>
                <a:effectLst/>
                <a:uLnTx/>
                <a:uFillTx/>
                <a:latin typeface="Segoe UI" panose="020B0502040204020203" pitchFamily="34" charset="0"/>
                <a:ea typeface="+mn-ea"/>
                <a:cs typeface="Segoe UI" panose="020B0502040204020203" pitchFamily="34" charset="0"/>
              </a:rPr>
              <a:t>GenAI + regulatory requirements</a:t>
            </a:r>
          </a:p>
        </p:txBody>
      </p:sp>
      <p:sp>
        <p:nvSpPr>
          <p:cNvPr id="31" name="TextBox 30">
            <a:extLst>
              <a:ext uri="{FF2B5EF4-FFF2-40B4-BE49-F238E27FC236}">
                <a16:creationId xmlns:a16="http://schemas.microsoft.com/office/drawing/2014/main" id="{C841B42B-5DFB-ED82-5456-4A667AFC4E16}"/>
              </a:ext>
            </a:extLst>
          </p:cNvPr>
          <p:cNvSpPr txBox="1"/>
          <p:nvPr/>
        </p:nvSpPr>
        <p:spPr>
          <a:xfrm>
            <a:off x="372563" y="6822800"/>
            <a:ext cx="1904144" cy="2239074"/>
          </a:xfrm>
          <a:prstGeom prst="rect">
            <a:avLst/>
          </a:prstGeom>
          <a:noFill/>
        </p:spPr>
        <p:txBody>
          <a:bodyPr wrap="square" lIns="91440" tIns="45720" rIns="91440" bIns="45720" rtlCol="0" anchor="t" anchorCtr="0">
            <a:spAutoFit/>
          </a:bodyPr>
          <a:lstStyle>
            <a:defPPr>
              <a:defRPr lang="en-US"/>
            </a:defPPr>
            <a:lvl1pPr marR="0" lvl="0" indent="0" algn="ctr" defTabSz="914367" fontAlgn="auto">
              <a:lnSpc>
                <a:spcPct val="100000"/>
              </a:lnSpc>
              <a:spcBef>
                <a:spcPts val="0"/>
              </a:spcBef>
              <a:spcAft>
                <a:spcPts val="0"/>
              </a:spcAft>
              <a:buClrTx/>
              <a:buSzTx/>
              <a:buFontTx/>
              <a:buNone/>
              <a:tabLst/>
              <a:defRPr sz="1600" b="0" i="0">
                <a:solidFill>
                  <a:schemeClr val="tx1"/>
                </a:solidFill>
                <a:effectLst/>
                <a:latin typeface="Segoe Sans Display" pitchFamily="2" charset="0"/>
                <a:cs typeface="Segoe Sans Display" pitchFamily="2"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4367" rtl="0" eaLnBrk="1" fontAlgn="auto" latinLnBrk="0" hangingPunct="1">
              <a:lnSpc>
                <a:spcPct val="100000"/>
              </a:lnSpc>
              <a:spcBef>
                <a:spcPts val="0"/>
              </a:spcBef>
              <a:spcAft>
                <a:spcPts val="0"/>
              </a:spcAft>
              <a:buClrTx/>
              <a:buSzPct val="100000"/>
              <a:buFontTx/>
              <a:buNone/>
              <a:tabLst/>
              <a:defRPr/>
            </a:pPr>
            <a:r>
              <a:rPr kumimoji="0" lang="en-US" sz="1400" b="0" i="0" u="none" strike="noStrike" kern="1200" cap="none" spc="0" normalizeH="0" baseline="0" noProof="0">
                <a:ln>
                  <a:noFill/>
                </a:ln>
                <a:solidFill>
                  <a:srgbClr val="912475"/>
                </a:solidFill>
                <a:effectLst/>
                <a:uLnTx/>
                <a:uFillTx/>
                <a:latin typeface="Segoe UI Semibold"/>
                <a:ea typeface="+mn-ea"/>
                <a:cs typeface="Segoe UI" panose="020B0502040204020203" pitchFamily="34" charset="0"/>
              </a:rPr>
              <a:t>Microsoft Purview</a:t>
            </a:r>
          </a:p>
          <a:p>
            <a:pPr marL="0" marR="0" lvl="0" indent="0" algn="l" defTabSz="914367" rtl="0" eaLnBrk="1" fontAlgn="auto" latinLnBrk="0" hangingPunct="1">
              <a:lnSpc>
                <a:spcPct val="100000"/>
              </a:lnSpc>
              <a:spcBef>
                <a:spcPts val="0"/>
              </a:spcBef>
              <a:spcAft>
                <a:spcPts val="300"/>
              </a:spcAft>
              <a:buClrTx/>
              <a:buSzPct val="100000"/>
              <a:buFontTx/>
              <a:buNone/>
              <a:tabLst/>
              <a:defRPr/>
            </a:pPr>
            <a:r>
              <a:rPr kumimoji="0" lang="en-US" sz="1000" b="0" i="0" u="none" strike="noStrike" kern="1200" cap="none" spc="0" normalizeH="0" baseline="0" noProof="0">
                <a:ln>
                  <a:noFill/>
                </a:ln>
                <a:solidFill>
                  <a:srgbClr val="000000"/>
                </a:solidFill>
                <a:effectLst/>
                <a:uLnTx/>
                <a:uFillTx/>
                <a:latin typeface="Segoe Sans Display Semibold"/>
                <a:ea typeface="+mn-ea"/>
                <a:cs typeface="Segoe Sans Display Semibold"/>
              </a:rPr>
              <a:t>Standalone bundles</a:t>
            </a:r>
          </a:p>
          <a:p>
            <a:pPr marL="0" marR="0" lvl="0" indent="0" algn="l" defTabSz="914367" rtl="0" eaLnBrk="1" fontAlgn="auto" latinLnBrk="0" hangingPunct="1">
              <a:lnSpc>
                <a:spcPct val="100000"/>
              </a:lnSpc>
              <a:spcBef>
                <a:spcPts val="0"/>
              </a:spcBef>
              <a:spcAft>
                <a:spcPts val="0"/>
              </a:spcAft>
              <a:buClrTx/>
              <a:buSzPct val="100000"/>
              <a:buFontTx/>
              <a:buNone/>
              <a:tabLst/>
              <a:defRPr/>
            </a:pPr>
            <a:r>
              <a:rPr kumimoji="0" lang="en-US" sz="1100" b="0" i="0" u="none" strike="noStrike" kern="1200" cap="none" spc="0" normalizeH="0" baseline="0" noProof="0">
                <a:ln>
                  <a:noFill/>
                </a:ln>
                <a:solidFill>
                  <a:srgbClr val="912475"/>
                </a:solidFill>
                <a:effectLst/>
                <a:uLnTx/>
                <a:uFillTx/>
                <a:latin typeface="Segoe Sans Display"/>
                <a:ea typeface="+mn-ea"/>
                <a:cs typeface="Segoe Sans Display"/>
              </a:rPr>
              <a:t>Information Protection + Governance</a:t>
            </a:r>
            <a:r>
              <a:rPr kumimoji="0" lang="en-US" sz="1050" b="0" i="0" u="none" strike="noStrike" kern="1200" cap="none" spc="0" normalizeH="0" baseline="0" noProof="0">
                <a:ln>
                  <a:noFill/>
                </a:ln>
                <a:solidFill>
                  <a:srgbClr val="912475"/>
                </a:solidFill>
                <a:effectLst/>
                <a:uLnTx/>
                <a:uFillTx/>
                <a:latin typeface="Segoe Sans Display"/>
                <a:ea typeface="+mn-ea"/>
                <a:cs typeface="Segoe Sans Display"/>
              </a:rPr>
              <a:t>	</a:t>
            </a:r>
            <a:r>
              <a:rPr kumimoji="0" lang="en-US" sz="1050" b="0" i="0" u="none" strike="noStrike" kern="1200" cap="none" spc="0" normalizeH="0" baseline="0" noProof="0">
                <a:ln>
                  <a:noFill/>
                </a:ln>
                <a:solidFill>
                  <a:srgbClr val="0078D4"/>
                </a:solidFill>
                <a:effectLst/>
                <a:uLnTx/>
                <a:uFillTx/>
                <a:latin typeface="Segoe Sans Display"/>
                <a:ea typeface="+mn-ea"/>
                <a:cs typeface="Segoe Sans Display"/>
              </a:rPr>
              <a:t>                   </a:t>
            </a:r>
            <a:r>
              <a:rPr kumimoji="0" lang="en-US" sz="1100" b="1" i="0" u="none" strike="noStrike" kern="1200" cap="none" spc="0" normalizeH="0" baseline="0" noProof="0">
                <a:ln>
                  <a:noFill/>
                </a:ln>
                <a:solidFill>
                  <a:srgbClr val="000000"/>
                </a:solidFill>
                <a:effectLst/>
                <a:uLnTx/>
                <a:uFillTx/>
                <a:latin typeface="Segoe Sans Display"/>
                <a:ea typeface="+mn-ea"/>
                <a:cs typeface="Segoe Sans Display"/>
              </a:rPr>
              <a:t>$7</a:t>
            </a:r>
            <a:endParaRPr kumimoji="0" lang="en-US" sz="1050" b="1" i="0" u="none" strike="noStrike" kern="1200" cap="none" spc="0" normalizeH="0" baseline="0" noProof="0">
              <a:ln>
                <a:noFill/>
              </a:ln>
              <a:solidFill>
                <a:srgbClr val="000000"/>
              </a:solidFill>
              <a:effectLst/>
              <a:uLnTx/>
              <a:uFillTx/>
              <a:latin typeface="Segoe Sans Display"/>
              <a:ea typeface="+mn-ea"/>
              <a:cs typeface="Segoe Sans Display"/>
            </a:endParaRPr>
          </a:p>
          <a:p>
            <a:pPr marL="0" marR="0" lvl="0" indent="0" algn="l" defTabSz="914367" rtl="0" eaLnBrk="1" fontAlgn="auto" latinLnBrk="0" hangingPunct="1">
              <a:lnSpc>
                <a:spcPct val="100000"/>
              </a:lnSpc>
              <a:spcBef>
                <a:spcPts val="0"/>
              </a:spcBef>
              <a:spcAft>
                <a:spcPts val="300"/>
              </a:spcAft>
              <a:buClrTx/>
              <a:buSzPct val="100000"/>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Segoe Sans Display"/>
              </a:rPr>
              <a:t>Data Loss Prevention Information Protection Data Lifecycle Management …and more</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912475"/>
                </a:solidFill>
                <a:effectLst/>
                <a:uLnTx/>
                <a:uFillTx/>
                <a:latin typeface="Segoe Sans Display"/>
                <a:ea typeface="+mn-ea"/>
                <a:cs typeface="Segoe Sans Display"/>
              </a:rPr>
              <a:t>Insider Risk Mgmt.            </a:t>
            </a:r>
            <a:r>
              <a:rPr kumimoji="0" lang="en-US" sz="1100" b="1" i="0" u="none" strike="noStrike" kern="1200" cap="none" spc="0" normalizeH="0" baseline="0" noProof="0">
                <a:ln>
                  <a:noFill/>
                </a:ln>
                <a:solidFill>
                  <a:srgbClr val="000000"/>
                </a:solidFill>
                <a:effectLst/>
                <a:uLnTx/>
                <a:uFillTx/>
                <a:latin typeface="Segoe Sans Display"/>
                <a:ea typeface="+mn-ea"/>
                <a:cs typeface="Segoe Sans Display"/>
              </a:rPr>
              <a:t>$6</a:t>
            </a:r>
            <a:endParaRPr kumimoji="0" lang="en-US" sz="18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endParaRPr>
          </a:p>
          <a:p>
            <a:pPr marL="0" marR="0" lvl="0" indent="0" algn="l" defTabSz="914367" rtl="0" eaLnBrk="1" fontAlgn="auto" latinLnBrk="0" hangingPunct="1">
              <a:lnSpc>
                <a:spcPct val="100000"/>
              </a:lnSpc>
              <a:spcBef>
                <a:spcPts val="0"/>
              </a:spcBef>
              <a:spcAft>
                <a:spcPts val="300"/>
              </a:spcAft>
              <a:buClrTx/>
              <a:buSzPct val="100000"/>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Segoe Sans Display"/>
              </a:rPr>
              <a:t>Insider Risk Management      Communication Compliance          Privileged Access </a:t>
            </a:r>
            <a:r>
              <a:rPr kumimoji="0" lang="en-US" sz="800" b="0" i="0" u="none" strike="noStrike" kern="1200" cap="none" spc="0" normalizeH="0" baseline="0" noProof="0" err="1">
                <a:ln>
                  <a:noFill/>
                </a:ln>
                <a:solidFill>
                  <a:srgbClr val="000000"/>
                </a:solidFill>
                <a:effectLst/>
                <a:uLnTx/>
                <a:uFillTx/>
                <a:latin typeface="Segoe Sans Display"/>
                <a:ea typeface="+mn-ea"/>
                <a:cs typeface="Segoe Sans Display"/>
              </a:rPr>
              <a:t>Mgmt</a:t>
            </a:r>
            <a:r>
              <a:rPr kumimoji="0" lang="en-US" sz="800" b="0" i="0" u="none" strike="noStrike" kern="1200" cap="none" spc="0" normalizeH="0" baseline="0" noProof="0">
                <a:ln>
                  <a:noFill/>
                </a:ln>
                <a:solidFill>
                  <a:srgbClr val="000000"/>
                </a:solidFill>
                <a:effectLst/>
                <a:uLnTx/>
                <a:uFillTx/>
                <a:latin typeface="Segoe Sans Display"/>
                <a:ea typeface="+mn-ea"/>
                <a:cs typeface="Segoe Sans Display"/>
              </a:rPr>
              <a:t> …and more</a:t>
            </a:r>
          </a:p>
          <a:p>
            <a:pPr marL="0" marR="0" lvl="0" indent="0" algn="l" defTabSz="914367" rtl="0" eaLnBrk="1" fontAlgn="auto" latinLnBrk="0" hangingPunct="1">
              <a:lnSpc>
                <a:spcPct val="100000"/>
              </a:lnSpc>
              <a:spcBef>
                <a:spcPts val="0"/>
              </a:spcBef>
              <a:spcAft>
                <a:spcPts val="0"/>
              </a:spcAft>
              <a:buClrTx/>
              <a:buSzPct val="100000"/>
              <a:buFontTx/>
              <a:buNone/>
              <a:tabLst/>
              <a:defRPr/>
            </a:pPr>
            <a:r>
              <a:rPr kumimoji="0" lang="en-US" sz="1100" b="0" i="0" u="none" strike="noStrike" kern="1200" cap="none" spc="0" normalizeH="0" baseline="0" noProof="0">
                <a:ln>
                  <a:noFill/>
                </a:ln>
                <a:solidFill>
                  <a:srgbClr val="912475"/>
                </a:solidFill>
                <a:effectLst/>
                <a:uLnTx/>
                <a:uFillTx/>
                <a:latin typeface="Segoe Sans Display"/>
                <a:ea typeface="+mn-ea"/>
                <a:cs typeface="Segoe Sans Display"/>
              </a:rPr>
              <a:t>eDiscovery + Audit           </a:t>
            </a:r>
            <a:r>
              <a:rPr kumimoji="0" lang="en-US" sz="1100" b="1" i="0" u="none" strike="noStrike" kern="1200" cap="none" spc="0" normalizeH="0" baseline="0" noProof="0">
                <a:ln>
                  <a:noFill/>
                </a:ln>
                <a:solidFill>
                  <a:srgbClr val="000000"/>
                </a:solidFill>
                <a:effectLst/>
                <a:uLnTx/>
                <a:uFillTx/>
                <a:latin typeface="Segoe Sans Display"/>
                <a:ea typeface="+mn-ea"/>
                <a:cs typeface="Segoe Sans Display"/>
              </a:rPr>
              <a:t>$6</a:t>
            </a:r>
          </a:p>
          <a:p>
            <a:pPr marL="0" marR="0" lvl="0" indent="0" algn="l" defTabSz="914367" rtl="0" eaLnBrk="1" fontAlgn="auto" latinLnBrk="0" hangingPunct="1">
              <a:lnSpc>
                <a:spcPct val="100000"/>
              </a:lnSpc>
              <a:spcBef>
                <a:spcPts val="0"/>
              </a:spcBef>
              <a:spcAft>
                <a:spcPts val="300"/>
              </a:spcAft>
              <a:buClrTx/>
              <a:buSzPct val="100000"/>
              <a:buFontTx/>
              <a:buNone/>
              <a:tabLst/>
              <a:defRPr/>
            </a:pPr>
            <a:r>
              <a:rPr kumimoji="0" lang="en-US" sz="800" b="0" i="0" u="none" strike="noStrike" kern="1200" cap="none" spc="0" normalizeH="0" baseline="0" noProof="0">
                <a:ln>
                  <a:noFill/>
                </a:ln>
                <a:solidFill>
                  <a:srgbClr val="000000"/>
                </a:solidFill>
                <a:effectLst/>
                <a:uLnTx/>
                <a:uFillTx/>
                <a:latin typeface="Segoe Sans Display"/>
                <a:ea typeface="+mn-ea"/>
                <a:cs typeface="Segoe Sans Display"/>
              </a:rPr>
              <a:t>eDiscovery (Premium) Audit (Premium)</a:t>
            </a:r>
          </a:p>
        </p:txBody>
      </p:sp>
      <p:sp>
        <p:nvSpPr>
          <p:cNvPr id="33" name="TextBox 32">
            <a:extLst>
              <a:ext uri="{FF2B5EF4-FFF2-40B4-BE49-F238E27FC236}">
                <a16:creationId xmlns:a16="http://schemas.microsoft.com/office/drawing/2014/main" id="{6E630E0B-09CF-4BF6-FE86-5786B5E8AE74}"/>
              </a:ext>
            </a:extLst>
          </p:cNvPr>
          <p:cNvSpPr txBox="1"/>
          <p:nvPr/>
        </p:nvSpPr>
        <p:spPr>
          <a:xfrm>
            <a:off x="228353" y="9444278"/>
            <a:ext cx="5253041" cy="461665"/>
          </a:xfrm>
          <a:prstGeom prst="rect">
            <a:avLst/>
          </a:prstGeom>
          <a:noFill/>
        </p:spPr>
        <p:txBody>
          <a:bodyPr wrap="non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1 First Annual Generative AI study: Business Rewards vs. Security Risks, Q3 2023, ISMG, N=400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2 Microsoft data security index 2024 report.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3 </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hlinkClick r:id="rId10">
                  <a:extLst>
                    <a:ext uri="{A12FA001-AC4F-418D-AE19-62706E023703}">
                      <ahyp:hlinkClr xmlns:ahyp="http://schemas.microsoft.com/office/drawing/2018/hyperlinkcolor" val="tx"/>
                    </a:ext>
                  </a:extLst>
                </a:hlinkClick>
              </a:rPr>
              <a:t>Microsoft FY25 Q1 Earnings Conference Call</a:t>
            </a:r>
            <a:r>
              <a:rPr kumimoji="0" lang="en-US" sz="1000" b="0" i="0" u="none" strike="noStrike" kern="1200" cap="none" spc="0" normalizeH="0" baseline="0" noProof="0">
                <a:ln>
                  <a:noFill/>
                </a:ln>
                <a:solidFill>
                  <a:srgbClr val="000000"/>
                </a:solidFill>
                <a:effectLst/>
                <a:uLnTx/>
                <a:uFillTx/>
                <a:latin typeface="Segoe Sans Display" pitchFamily="2" charset="0"/>
                <a:ea typeface="+mn-ea"/>
                <a:cs typeface="Segoe Sans Display" pitchFamily="2" charset="0"/>
              </a:rPr>
              <a:t>, October 2024</a:t>
            </a:r>
          </a:p>
        </p:txBody>
      </p:sp>
    </p:spTree>
    <p:extLst>
      <p:ext uri="{BB962C8B-B14F-4D97-AF65-F5344CB8AC3E}">
        <p14:creationId xmlns:p14="http://schemas.microsoft.com/office/powerpoint/2010/main" val="690653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alpha val="75000"/>
          </a:srgbClr>
        </a:solidFill>
        <a:effectLst/>
      </p:bgPr>
    </p:bg>
    <p:spTree>
      <p:nvGrpSpPr>
        <p:cNvPr id="1" name=""/>
        <p:cNvGrpSpPr/>
        <p:nvPr/>
      </p:nvGrpSpPr>
      <p:grpSpPr>
        <a:xfrm>
          <a:off x="0" y="0"/>
          <a:ext cx="0" cy="0"/>
          <a:chOff x="0" y="0"/>
          <a:chExt cx="0" cy="0"/>
        </a:xfrm>
      </p:grpSpPr>
      <p:sp>
        <p:nvSpPr>
          <p:cNvPr id="42" name="Rounded Rectangle 56">
            <a:extLst>
              <a:ext uri="{FF2B5EF4-FFF2-40B4-BE49-F238E27FC236}">
                <a16:creationId xmlns:a16="http://schemas.microsoft.com/office/drawing/2014/main" id="{BAAF3DF4-B7B1-2114-93C4-9F225B5D917F}"/>
              </a:ext>
            </a:extLst>
          </p:cNvPr>
          <p:cNvSpPr>
            <a:spLocks/>
          </p:cNvSpPr>
          <p:nvPr/>
        </p:nvSpPr>
        <p:spPr bwMode="auto">
          <a:xfrm>
            <a:off x="495913" y="2823439"/>
            <a:ext cx="3291687" cy="6773997"/>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defTabSz="621810" fontAlgn="base">
              <a:spcBef>
                <a:spcPct val="0"/>
              </a:spcBef>
              <a:spcAft>
                <a:spcPct val="0"/>
              </a:spcAft>
            </a:pPr>
            <a:r>
              <a:rPr lang="en-US" sz="1333" kern="0" dirty="0">
                <a:gradFill>
                  <a:gsLst>
                    <a:gs pos="0">
                      <a:srgbClr val="FFFFFF"/>
                    </a:gs>
                    <a:gs pos="100000">
                      <a:srgbClr val="FFFFFF"/>
                    </a:gs>
                  </a:gsLst>
                  <a:lin ang="5400000" scaled="0"/>
                </a:gradFill>
                <a:latin typeface="Segoe UI"/>
                <a:cs typeface="Segoe UI" pitchFamily="34" charset="0"/>
              </a:rPr>
              <a:t>zzz</a:t>
            </a:r>
          </a:p>
        </p:txBody>
      </p:sp>
      <p:sp>
        <p:nvSpPr>
          <p:cNvPr id="3" name="Rounded Rectangle 56">
            <a:extLst>
              <a:ext uri="{FF2B5EF4-FFF2-40B4-BE49-F238E27FC236}">
                <a16:creationId xmlns:a16="http://schemas.microsoft.com/office/drawing/2014/main" id="{2494E1E7-4551-4203-F48A-1BBE470D4AA3}"/>
              </a:ext>
            </a:extLst>
          </p:cNvPr>
          <p:cNvSpPr>
            <a:spLocks/>
          </p:cNvSpPr>
          <p:nvPr/>
        </p:nvSpPr>
        <p:spPr bwMode="auto">
          <a:xfrm>
            <a:off x="870380" y="3952812"/>
            <a:ext cx="2593777" cy="1728606"/>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defTabSz="621810" fontAlgn="base">
              <a:spcBef>
                <a:spcPct val="0"/>
              </a:spcBef>
              <a:spcAft>
                <a:spcPct val="0"/>
              </a:spcAft>
            </a:pPr>
            <a:endParaRPr lang="en-US" sz="1333" kern="0">
              <a:gradFill>
                <a:gsLst>
                  <a:gs pos="0">
                    <a:srgbClr val="FFFFFF"/>
                  </a:gs>
                  <a:gs pos="100000">
                    <a:srgbClr val="FFFFFF"/>
                  </a:gs>
                </a:gsLst>
                <a:lin ang="5400000" scaled="0"/>
              </a:gradFill>
              <a:latin typeface="Segoe UI"/>
              <a:cs typeface="Segoe UI" pitchFamily="34" charset="0"/>
            </a:endParaRPr>
          </a:p>
        </p:txBody>
      </p:sp>
      <p:sp>
        <p:nvSpPr>
          <p:cNvPr id="7" name="Rounded Rectangle 56">
            <a:extLst>
              <a:ext uri="{FF2B5EF4-FFF2-40B4-BE49-F238E27FC236}">
                <a16:creationId xmlns:a16="http://schemas.microsoft.com/office/drawing/2014/main" id="{8C42749D-2B96-3F7A-D451-E13DDA49D124}"/>
              </a:ext>
            </a:extLst>
          </p:cNvPr>
          <p:cNvSpPr>
            <a:spLocks/>
          </p:cNvSpPr>
          <p:nvPr/>
        </p:nvSpPr>
        <p:spPr bwMode="auto">
          <a:xfrm>
            <a:off x="870380" y="5806548"/>
            <a:ext cx="2593777" cy="1728606"/>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defTabSz="621810" fontAlgn="base">
              <a:spcBef>
                <a:spcPct val="0"/>
              </a:spcBef>
              <a:spcAft>
                <a:spcPct val="0"/>
              </a:spcAft>
            </a:pPr>
            <a:endParaRPr lang="en-US" sz="1333" kern="0">
              <a:gradFill>
                <a:gsLst>
                  <a:gs pos="0">
                    <a:srgbClr val="FFFFFF"/>
                  </a:gs>
                  <a:gs pos="100000">
                    <a:srgbClr val="FFFFFF"/>
                  </a:gs>
                </a:gsLst>
                <a:lin ang="5400000" scaled="0"/>
              </a:gradFill>
              <a:latin typeface="Segoe UI"/>
              <a:cs typeface="Segoe UI" pitchFamily="34" charset="0"/>
            </a:endParaRPr>
          </a:p>
        </p:txBody>
      </p:sp>
      <p:sp>
        <p:nvSpPr>
          <p:cNvPr id="8" name="Rounded Rectangle 56">
            <a:extLst>
              <a:ext uri="{FF2B5EF4-FFF2-40B4-BE49-F238E27FC236}">
                <a16:creationId xmlns:a16="http://schemas.microsoft.com/office/drawing/2014/main" id="{6254C82E-8A4F-A6EF-76D2-14EDACE1E71E}"/>
              </a:ext>
            </a:extLst>
          </p:cNvPr>
          <p:cNvSpPr>
            <a:spLocks/>
          </p:cNvSpPr>
          <p:nvPr/>
        </p:nvSpPr>
        <p:spPr bwMode="auto">
          <a:xfrm>
            <a:off x="870380" y="7660284"/>
            <a:ext cx="2593777" cy="1728606"/>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defTabSz="621810" fontAlgn="base">
              <a:spcBef>
                <a:spcPct val="0"/>
              </a:spcBef>
              <a:spcAft>
                <a:spcPct val="0"/>
              </a:spcAft>
            </a:pPr>
            <a:endParaRPr lang="en-US" sz="1333" kern="0">
              <a:gradFill>
                <a:gsLst>
                  <a:gs pos="0">
                    <a:srgbClr val="FFFFFF"/>
                  </a:gs>
                  <a:gs pos="100000">
                    <a:srgbClr val="FFFFFF"/>
                  </a:gs>
                </a:gsLst>
                <a:lin ang="5400000" scaled="0"/>
              </a:gradFill>
              <a:latin typeface="Segoe UI"/>
              <a:cs typeface="Segoe UI" pitchFamily="34" charset="0"/>
            </a:endParaRPr>
          </a:p>
        </p:txBody>
      </p:sp>
      <p:sp>
        <p:nvSpPr>
          <p:cNvPr id="18" name="Rectangle 17">
            <a:extLst>
              <a:ext uri="{FF2B5EF4-FFF2-40B4-BE49-F238E27FC236}">
                <a16:creationId xmlns:a16="http://schemas.microsoft.com/office/drawing/2014/main" id="{6A037C20-C2D3-B2CA-A8AC-3C4CDE040D73}"/>
              </a:ext>
            </a:extLst>
          </p:cNvPr>
          <p:cNvSpPr>
            <a:spLocks/>
          </p:cNvSpPr>
          <p:nvPr/>
        </p:nvSpPr>
        <p:spPr bwMode="auto">
          <a:xfrm>
            <a:off x="1772" y="3844"/>
            <a:ext cx="7770628" cy="2438126"/>
          </a:xfrm>
          <a:prstGeom prst="rect">
            <a:avLst/>
          </a:prstGeom>
          <a:solidFill>
            <a:srgbClr val="8A226F"/>
          </a:solidFill>
          <a:ln w="9525" cap="flat" cmpd="sng" algn="ctr">
            <a:noFill/>
            <a:prstDash val="solid"/>
            <a:headEnd type="none" w="med" len="med"/>
            <a:tailEnd type="none" w="med" len="med"/>
          </a:ln>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defTabSz="621810" fontAlgn="base">
              <a:spcBef>
                <a:spcPct val="0"/>
              </a:spcBef>
              <a:spcAft>
                <a:spcPct val="0"/>
              </a:spcAft>
              <a:defRPr/>
            </a:pPr>
            <a:endParaRPr lang="en-IN" sz="1333" kern="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20" name="Picture 19">
            <a:extLst>
              <a:ext uri="{FF2B5EF4-FFF2-40B4-BE49-F238E27FC236}">
                <a16:creationId xmlns:a16="http://schemas.microsoft.com/office/drawing/2014/main" id="{3370F60D-179A-42D7-C07F-4B91F424C465}"/>
              </a:ext>
            </a:extLst>
          </p:cNvPr>
          <p:cNvPicPr>
            <a:picLocks noChangeAspect="1"/>
          </p:cNvPicPr>
          <p:nvPr/>
        </p:nvPicPr>
        <p:blipFill rotWithShape="1">
          <a:blip r:embed="rId2"/>
          <a:srcRect l="148" t="61001" r="52344" b="-7060"/>
          <a:stretch>
            <a:fillRect/>
          </a:stretch>
        </p:blipFill>
        <p:spPr>
          <a:xfrm>
            <a:off x="3889423" y="-6680"/>
            <a:ext cx="3874937" cy="1508991"/>
          </a:xfrm>
          <a:prstGeom prst="rect">
            <a:avLst/>
          </a:prstGeom>
        </p:spPr>
      </p:pic>
      <p:grpSp>
        <p:nvGrpSpPr>
          <p:cNvPr id="10" name="Group 9">
            <a:extLst>
              <a:ext uri="{FF2B5EF4-FFF2-40B4-BE49-F238E27FC236}">
                <a16:creationId xmlns:a16="http://schemas.microsoft.com/office/drawing/2014/main" id="{7B56E214-6A52-033C-E797-C50B3CD36B35}"/>
              </a:ext>
            </a:extLst>
          </p:cNvPr>
          <p:cNvGrpSpPr/>
          <p:nvPr/>
        </p:nvGrpSpPr>
        <p:grpSpPr>
          <a:xfrm>
            <a:off x="542649" y="443089"/>
            <a:ext cx="1134323" cy="241879"/>
            <a:chOff x="393700" y="384175"/>
            <a:chExt cx="662846" cy="141343"/>
          </a:xfrm>
        </p:grpSpPr>
        <p:sp>
          <p:nvSpPr>
            <p:cNvPr id="13" name="Freeform: Shape 12">
              <a:extLst>
                <a:ext uri="{FF2B5EF4-FFF2-40B4-BE49-F238E27FC236}">
                  <a16:creationId xmlns:a16="http://schemas.microsoft.com/office/drawing/2014/main" id="{E3FA898D-FD7E-78B3-D4F6-D990BA7E82EA}"/>
                </a:ext>
              </a:extLst>
            </p:cNvPr>
            <p:cNvSpPr/>
            <p:nvPr/>
          </p:nvSpPr>
          <p:spPr>
            <a:xfrm>
              <a:off x="577428" y="406181"/>
              <a:ext cx="479118" cy="92599"/>
            </a:xfrm>
            <a:custGeom>
              <a:avLst/>
              <a:gdLst>
                <a:gd name="csX0" fmla="*/ 91795 w 479118"/>
                <a:gd name="csY0" fmla="*/ 6262 h 92599"/>
                <a:gd name="csX1" fmla="*/ 91795 w 479118"/>
                <a:gd name="csY1" fmla="*/ 91069 h 92599"/>
                <a:gd name="csX2" fmla="*/ 77072 w 479118"/>
                <a:gd name="csY2" fmla="*/ 91069 h 92599"/>
                <a:gd name="csX3" fmla="*/ 77072 w 479118"/>
                <a:gd name="csY3" fmla="*/ 24598 h 92599"/>
                <a:gd name="csX4" fmla="*/ 76836 w 479118"/>
                <a:gd name="csY4" fmla="*/ 24598 h 92599"/>
                <a:gd name="csX5" fmla="*/ 50511 w 479118"/>
                <a:gd name="csY5" fmla="*/ 91069 h 92599"/>
                <a:gd name="csX6" fmla="*/ 40754 w 479118"/>
                <a:gd name="csY6" fmla="*/ 91069 h 92599"/>
                <a:gd name="csX7" fmla="*/ 13781 w 479118"/>
                <a:gd name="csY7" fmla="*/ 24598 h 92599"/>
                <a:gd name="csX8" fmla="*/ 13604 w 479118"/>
                <a:gd name="csY8" fmla="*/ 24598 h 92599"/>
                <a:gd name="csX9" fmla="*/ 13604 w 479118"/>
                <a:gd name="csY9" fmla="*/ 91069 h 92599"/>
                <a:gd name="csX10" fmla="*/ 0 w 479118"/>
                <a:gd name="csY10" fmla="*/ 91069 h 92599"/>
                <a:gd name="csX11" fmla="*/ 0 w 479118"/>
                <a:gd name="csY11" fmla="*/ 6262 h 92599"/>
                <a:gd name="csX12" fmla="*/ 21104 w 479118"/>
                <a:gd name="csY12" fmla="*/ 6262 h 92599"/>
                <a:gd name="csX13" fmla="*/ 45466 w 479118"/>
                <a:gd name="csY13" fmla="*/ 69121 h 92599"/>
                <a:gd name="csX14" fmla="*/ 45819 w 479118"/>
                <a:gd name="csY14" fmla="*/ 69121 h 92599"/>
                <a:gd name="csX15" fmla="*/ 71536 w 479118"/>
                <a:gd name="csY15" fmla="*/ 6262 h 92599"/>
                <a:gd name="csX16" fmla="*/ 91756 w 479118"/>
                <a:gd name="csY16" fmla="*/ 6262 h 92599"/>
                <a:gd name="csX17" fmla="*/ 104104 w 479118"/>
                <a:gd name="csY17" fmla="*/ 12701 h 92599"/>
                <a:gd name="csX18" fmla="*/ 106676 w 479118"/>
                <a:gd name="csY18" fmla="*/ 6753 h 92599"/>
                <a:gd name="csX19" fmla="*/ 112801 w 479118"/>
                <a:gd name="csY19" fmla="*/ 4358 h 92599"/>
                <a:gd name="csX20" fmla="*/ 119063 w 479118"/>
                <a:gd name="csY20" fmla="*/ 6812 h 92599"/>
                <a:gd name="csX21" fmla="*/ 121556 w 479118"/>
                <a:gd name="csY21" fmla="*/ 12701 h 92599"/>
                <a:gd name="csX22" fmla="*/ 119004 w 479118"/>
                <a:gd name="csY22" fmla="*/ 18551 h 92599"/>
                <a:gd name="csX23" fmla="*/ 112801 w 479118"/>
                <a:gd name="csY23" fmla="*/ 20927 h 92599"/>
                <a:gd name="csX24" fmla="*/ 106617 w 479118"/>
                <a:gd name="csY24" fmla="*/ 18532 h 92599"/>
                <a:gd name="csX25" fmla="*/ 104104 w 479118"/>
                <a:gd name="csY25" fmla="*/ 12701 h 92599"/>
                <a:gd name="csX26" fmla="*/ 119888 w 479118"/>
                <a:gd name="csY26" fmla="*/ 30271 h 92599"/>
                <a:gd name="csX27" fmla="*/ 119888 w 479118"/>
                <a:gd name="csY27" fmla="*/ 91069 h 92599"/>
                <a:gd name="csX28" fmla="*/ 105576 w 479118"/>
                <a:gd name="csY28" fmla="*/ 91069 h 92599"/>
                <a:gd name="csX29" fmla="*/ 105576 w 479118"/>
                <a:gd name="csY29" fmla="*/ 30271 h 92599"/>
                <a:gd name="csX30" fmla="*/ 119888 w 479118"/>
                <a:gd name="csY30" fmla="*/ 30271 h 92599"/>
                <a:gd name="csX31" fmla="*/ 163292 w 479118"/>
                <a:gd name="csY31" fmla="*/ 80664 h 92599"/>
                <a:gd name="csX32" fmla="*/ 170320 w 479118"/>
                <a:gd name="csY32" fmla="*/ 79192 h 92599"/>
                <a:gd name="csX33" fmla="*/ 177426 w 479118"/>
                <a:gd name="csY33" fmla="*/ 75285 h 92599"/>
                <a:gd name="csX34" fmla="*/ 177426 w 479118"/>
                <a:gd name="csY34" fmla="*/ 88595 h 92599"/>
                <a:gd name="csX35" fmla="*/ 169653 w 479118"/>
                <a:gd name="csY35" fmla="*/ 91560 h 92599"/>
                <a:gd name="csX36" fmla="*/ 160092 w 479118"/>
                <a:gd name="csY36" fmla="*/ 92561 h 92599"/>
                <a:gd name="csX37" fmla="*/ 138262 w 479118"/>
                <a:gd name="csY37" fmla="*/ 84080 h 92599"/>
                <a:gd name="csX38" fmla="*/ 129860 w 479118"/>
                <a:gd name="csY38" fmla="*/ 62407 h 92599"/>
                <a:gd name="csX39" fmla="*/ 138439 w 479118"/>
                <a:gd name="csY39" fmla="*/ 38241 h 92599"/>
                <a:gd name="csX40" fmla="*/ 162742 w 479118"/>
                <a:gd name="csY40" fmla="*/ 28760 h 92599"/>
                <a:gd name="csX41" fmla="*/ 170870 w 479118"/>
                <a:gd name="csY41" fmla="*/ 29800 h 92599"/>
                <a:gd name="csX42" fmla="*/ 177407 w 479118"/>
                <a:gd name="csY42" fmla="*/ 32195 h 92599"/>
                <a:gd name="csX43" fmla="*/ 177407 w 479118"/>
                <a:gd name="csY43" fmla="*/ 45917 h 92599"/>
                <a:gd name="csX44" fmla="*/ 170634 w 479118"/>
                <a:gd name="csY44" fmla="*/ 42168 h 92599"/>
                <a:gd name="csX45" fmla="*/ 163567 w 479118"/>
                <a:gd name="csY45" fmla="*/ 40833 h 92599"/>
                <a:gd name="csX46" fmla="*/ 149904 w 479118"/>
                <a:gd name="csY46" fmla="*/ 46329 h 92599"/>
                <a:gd name="csX47" fmla="*/ 144701 w 479118"/>
                <a:gd name="csY47" fmla="*/ 61171 h 92599"/>
                <a:gd name="csX48" fmla="*/ 149707 w 479118"/>
                <a:gd name="csY48" fmla="*/ 75541 h 92599"/>
                <a:gd name="csX49" fmla="*/ 163272 w 479118"/>
                <a:gd name="csY49" fmla="*/ 80684 h 92599"/>
                <a:gd name="csX50" fmla="*/ 218181 w 479118"/>
                <a:gd name="csY50" fmla="*/ 29270 h 92599"/>
                <a:gd name="csX51" fmla="*/ 221263 w 479118"/>
                <a:gd name="csY51" fmla="*/ 29506 h 92599"/>
                <a:gd name="csX52" fmla="*/ 223579 w 479118"/>
                <a:gd name="csY52" fmla="*/ 30094 h 92599"/>
                <a:gd name="csX53" fmla="*/ 223579 w 479118"/>
                <a:gd name="csY53" fmla="*/ 44582 h 92599"/>
                <a:gd name="csX54" fmla="*/ 220301 w 479118"/>
                <a:gd name="csY54" fmla="*/ 43012 h 92599"/>
                <a:gd name="csX55" fmla="*/ 215059 w 479118"/>
                <a:gd name="csY55" fmla="*/ 42266 h 92599"/>
                <a:gd name="csX56" fmla="*/ 206166 w 479118"/>
                <a:gd name="csY56" fmla="*/ 46702 h 92599"/>
                <a:gd name="csX57" fmla="*/ 202535 w 479118"/>
                <a:gd name="csY57" fmla="*/ 60366 h 92599"/>
                <a:gd name="csX58" fmla="*/ 202535 w 479118"/>
                <a:gd name="csY58" fmla="*/ 91069 h 92599"/>
                <a:gd name="csX59" fmla="*/ 188224 w 479118"/>
                <a:gd name="csY59" fmla="*/ 91069 h 92599"/>
                <a:gd name="csX60" fmla="*/ 188224 w 479118"/>
                <a:gd name="csY60" fmla="*/ 30271 h 92599"/>
                <a:gd name="csX61" fmla="*/ 202535 w 479118"/>
                <a:gd name="csY61" fmla="*/ 30271 h 92599"/>
                <a:gd name="csX62" fmla="*/ 202535 w 479118"/>
                <a:gd name="csY62" fmla="*/ 39851 h 92599"/>
                <a:gd name="csX63" fmla="*/ 202770 w 479118"/>
                <a:gd name="csY63" fmla="*/ 39851 h 92599"/>
                <a:gd name="csX64" fmla="*/ 208679 w 479118"/>
                <a:gd name="csY64" fmla="*/ 32077 h 92599"/>
                <a:gd name="csX65" fmla="*/ 218200 w 479118"/>
                <a:gd name="csY65" fmla="*/ 29270 h 92599"/>
                <a:gd name="csX66" fmla="*/ 224345 w 479118"/>
                <a:gd name="csY66" fmla="*/ 61563 h 92599"/>
                <a:gd name="csX67" fmla="*/ 232865 w 479118"/>
                <a:gd name="csY67" fmla="*/ 37672 h 92599"/>
                <a:gd name="csX68" fmla="*/ 256520 w 479118"/>
                <a:gd name="csY68" fmla="*/ 28858 h 92599"/>
                <a:gd name="csX69" fmla="*/ 278782 w 479118"/>
                <a:gd name="csY69" fmla="*/ 37338 h 92599"/>
                <a:gd name="csX70" fmla="*/ 286792 w 479118"/>
                <a:gd name="csY70" fmla="*/ 60248 h 92599"/>
                <a:gd name="csX71" fmla="*/ 278272 w 479118"/>
                <a:gd name="csY71" fmla="*/ 83786 h 92599"/>
                <a:gd name="csX72" fmla="*/ 255087 w 479118"/>
                <a:gd name="csY72" fmla="*/ 92541 h 92599"/>
                <a:gd name="csX73" fmla="*/ 232649 w 479118"/>
                <a:gd name="csY73" fmla="*/ 84237 h 92599"/>
                <a:gd name="csX74" fmla="*/ 224345 w 479118"/>
                <a:gd name="csY74" fmla="*/ 61563 h 92599"/>
                <a:gd name="csX75" fmla="*/ 239245 w 479118"/>
                <a:gd name="csY75" fmla="*/ 61092 h 92599"/>
                <a:gd name="csX76" fmla="*/ 243564 w 479118"/>
                <a:gd name="csY76" fmla="*/ 75639 h 92599"/>
                <a:gd name="csX77" fmla="*/ 255932 w 479118"/>
                <a:gd name="csY77" fmla="*/ 80664 h 92599"/>
                <a:gd name="csX78" fmla="*/ 267828 w 479118"/>
                <a:gd name="csY78" fmla="*/ 75639 h 92599"/>
                <a:gd name="csX79" fmla="*/ 271911 w 479118"/>
                <a:gd name="csY79" fmla="*/ 60739 h 92599"/>
                <a:gd name="csX80" fmla="*/ 267691 w 479118"/>
                <a:gd name="csY80" fmla="*/ 45917 h 92599"/>
                <a:gd name="csX81" fmla="*/ 255833 w 479118"/>
                <a:gd name="csY81" fmla="*/ 40911 h 92599"/>
                <a:gd name="csX82" fmla="*/ 243623 w 479118"/>
                <a:gd name="csY82" fmla="*/ 46153 h 92599"/>
                <a:gd name="csX83" fmla="*/ 239284 w 479118"/>
                <a:gd name="csY83" fmla="*/ 61092 h 92599"/>
                <a:gd name="csX84" fmla="*/ 308092 w 479118"/>
                <a:gd name="csY84" fmla="*/ 46251 h 92599"/>
                <a:gd name="csX85" fmla="*/ 310035 w 479118"/>
                <a:gd name="csY85" fmla="*/ 51080 h 92599"/>
                <a:gd name="csX86" fmla="*/ 318673 w 479118"/>
                <a:gd name="csY86" fmla="*/ 55478 h 92599"/>
                <a:gd name="csX87" fmla="*/ 330707 w 479118"/>
                <a:gd name="csY87" fmla="*/ 63193 h 92599"/>
                <a:gd name="csX88" fmla="*/ 334162 w 479118"/>
                <a:gd name="csY88" fmla="*/ 73577 h 92599"/>
                <a:gd name="csX89" fmla="*/ 327566 w 479118"/>
                <a:gd name="csY89" fmla="*/ 87358 h 92599"/>
                <a:gd name="csX90" fmla="*/ 309741 w 479118"/>
                <a:gd name="csY90" fmla="*/ 92561 h 92599"/>
                <a:gd name="csX91" fmla="*/ 301378 w 479118"/>
                <a:gd name="csY91" fmla="*/ 91638 h 92599"/>
                <a:gd name="csX92" fmla="*/ 293604 w 479118"/>
                <a:gd name="csY92" fmla="*/ 89302 h 92599"/>
                <a:gd name="csX93" fmla="*/ 293604 w 479118"/>
                <a:gd name="csY93" fmla="*/ 75226 h 92599"/>
                <a:gd name="csX94" fmla="*/ 302006 w 479118"/>
                <a:gd name="csY94" fmla="*/ 79545 h 92599"/>
                <a:gd name="csX95" fmla="*/ 310172 w 479118"/>
                <a:gd name="csY95" fmla="*/ 81135 h 92599"/>
                <a:gd name="csX96" fmla="*/ 317338 w 479118"/>
                <a:gd name="csY96" fmla="*/ 79781 h 92599"/>
                <a:gd name="csX97" fmla="*/ 319635 w 479118"/>
                <a:gd name="csY97" fmla="*/ 75226 h 92599"/>
                <a:gd name="csX98" fmla="*/ 317240 w 479118"/>
                <a:gd name="csY98" fmla="*/ 70220 h 92599"/>
                <a:gd name="csX99" fmla="*/ 308170 w 479118"/>
                <a:gd name="csY99" fmla="*/ 65509 h 92599"/>
                <a:gd name="csX100" fmla="*/ 296941 w 479118"/>
                <a:gd name="csY100" fmla="*/ 58049 h 92599"/>
                <a:gd name="csX101" fmla="*/ 293623 w 479118"/>
                <a:gd name="csY101" fmla="*/ 47527 h 92599"/>
                <a:gd name="csX102" fmla="*/ 300161 w 479118"/>
                <a:gd name="csY102" fmla="*/ 34021 h 92599"/>
                <a:gd name="csX103" fmla="*/ 317102 w 479118"/>
                <a:gd name="csY103" fmla="*/ 28720 h 92599"/>
                <a:gd name="csX104" fmla="*/ 324248 w 479118"/>
                <a:gd name="csY104" fmla="*/ 29427 h 92599"/>
                <a:gd name="csX105" fmla="*/ 330864 w 479118"/>
                <a:gd name="csY105" fmla="*/ 31253 h 92599"/>
                <a:gd name="csX106" fmla="*/ 330864 w 479118"/>
                <a:gd name="csY106" fmla="*/ 44857 h 92599"/>
                <a:gd name="csX107" fmla="*/ 324248 w 479118"/>
                <a:gd name="csY107" fmla="*/ 41598 h 92599"/>
                <a:gd name="csX108" fmla="*/ 316729 w 479118"/>
                <a:gd name="csY108" fmla="*/ 40244 h 92599"/>
                <a:gd name="csX109" fmla="*/ 310369 w 479118"/>
                <a:gd name="csY109" fmla="*/ 41834 h 92599"/>
                <a:gd name="csX110" fmla="*/ 308092 w 479118"/>
                <a:gd name="csY110" fmla="*/ 46212 h 92599"/>
                <a:gd name="csX111" fmla="*/ 340326 w 479118"/>
                <a:gd name="csY111" fmla="*/ 61563 h 92599"/>
                <a:gd name="csX112" fmla="*/ 348846 w 479118"/>
                <a:gd name="csY112" fmla="*/ 37672 h 92599"/>
                <a:gd name="csX113" fmla="*/ 372501 w 479118"/>
                <a:gd name="csY113" fmla="*/ 28858 h 92599"/>
                <a:gd name="csX114" fmla="*/ 394763 w 479118"/>
                <a:gd name="csY114" fmla="*/ 37338 h 92599"/>
                <a:gd name="csX115" fmla="*/ 402773 w 479118"/>
                <a:gd name="csY115" fmla="*/ 60248 h 92599"/>
                <a:gd name="csX116" fmla="*/ 394253 w 479118"/>
                <a:gd name="csY116" fmla="*/ 83786 h 92599"/>
                <a:gd name="csX117" fmla="*/ 371068 w 479118"/>
                <a:gd name="csY117" fmla="*/ 92541 h 92599"/>
                <a:gd name="csX118" fmla="*/ 348630 w 479118"/>
                <a:gd name="csY118" fmla="*/ 84237 h 92599"/>
                <a:gd name="csX119" fmla="*/ 340326 w 479118"/>
                <a:gd name="csY119" fmla="*/ 61563 h 92599"/>
                <a:gd name="csX120" fmla="*/ 355226 w 479118"/>
                <a:gd name="csY120" fmla="*/ 61092 h 92599"/>
                <a:gd name="csX121" fmla="*/ 359545 w 479118"/>
                <a:gd name="csY121" fmla="*/ 75639 h 92599"/>
                <a:gd name="csX122" fmla="*/ 371912 w 479118"/>
                <a:gd name="csY122" fmla="*/ 80664 h 92599"/>
                <a:gd name="csX123" fmla="*/ 383809 w 479118"/>
                <a:gd name="csY123" fmla="*/ 75639 h 92599"/>
                <a:gd name="csX124" fmla="*/ 387892 w 479118"/>
                <a:gd name="csY124" fmla="*/ 60739 h 92599"/>
                <a:gd name="csX125" fmla="*/ 383671 w 479118"/>
                <a:gd name="csY125" fmla="*/ 45917 h 92599"/>
                <a:gd name="csX126" fmla="*/ 371814 w 479118"/>
                <a:gd name="csY126" fmla="*/ 40911 h 92599"/>
                <a:gd name="csX127" fmla="*/ 359604 w 479118"/>
                <a:gd name="csY127" fmla="*/ 46153 h 92599"/>
                <a:gd name="csX128" fmla="*/ 355265 w 479118"/>
                <a:gd name="csY128" fmla="*/ 61092 h 92599"/>
                <a:gd name="csX129" fmla="*/ 450260 w 479118"/>
                <a:gd name="csY129" fmla="*/ 41991 h 92599"/>
                <a:gd name="csX130" fmla="*/ 428941 w 479118"/>
                <a:gd name="csY130" fmla="*/ 41991 h 92599"/>
                <a:gd name="csX131" fmla="*/ 428941 w 479118"/>
                <a:gd name="csY131" fmla="*/ 91069 h 92599"/>
                <a:gd name="csX132" fmla="*/ 414453 w 479118"/>
                <a:gd name="csY132" fmla="*/ 91069 h 92599"/>
                <a:gd name="csX133" fmla="*/ 414453 w 479118"/>
                <a:gd name="csY133" fmla="*/ 41991 h 92599"/>
                <a:gd name="csX134" fmla="*/ 404284 w 479118"/>
                <a:gd name="csY134" fmla="*/ 41991 h 92599"/>
                <a:gd name="csX135" fmla="*/ 404284 w 479118"/>
                <a:gd name="csY135" fmla="*/ 30291 h 92599"/>
                <a:gd name="csX136" fmla="*/ 414453 w 479118"/>
                <a:gd name="csY136" fmla="*/ 30291 h 92599"/>
                <a:gd name="csX137" fmla="*/ 414453 w 479118"/>
                <a:gd name="csY137" fmla="*/ 21830 h 92599"/>
                <a:gd name="csX138" fmla="*/ 420696 w 479118"/>
                <a:gd name="csY138" fmla="*/ 6125 h 92599"/>
                <a:gd name="csX139" fmla="*/ 436695 w 479118"/>
                <a:gd name="csY139" fmla="*/ 0 h 92599"/>
                <a:gd name="csX140" fmla="*/ 441309 w 479118"/>
                <a:gd name="csY140" fmla="*/ 275 h 92599"/>
                <a:gd name="csX141" fmla="*/ 444862 w 479118"/>
                <a:gd name="csY141" fmla="*/ 1080 h 92599"/>
                <a:gd name="csX142" fmla="*/ 444862 w 479118"/>
                <a:gd name="csY142" fmla="*/ 13447 h 92599"/>
                <a:gd name="csX143" fmla="*/ 442369 w 479118"/>
                <a:gd name="csY143" fmla="*/ 12446 h 92599"/>
                <a:gd name="csX144" fmla="*/ 438285 w 479118"/>
                <a:gd name="csY144" fmla="*/ 11857 h 92599"/>
                <a:gd name="csX145" fmla="*/ 431356 w 479118"/>
                <a:gd name="csY145" fmla="*/ 14664 h 92599"/>
                <a:gd name="csX146" fmla="*/ 428941 w 479118"/>
                <a:gd name="csY146" fmla="*/ 22968 h 92599"/>
                <a:gd name="csX147" fmla="*/ 428941 w 479118"/>
                <a:gd name="csY147" fmla="*/ 30310 h 92599"/>
                <a:gd name="csX148" fmla="*/ 450260 w 479118"/>
                <a:gd name="csY148" fmla="*/ 30310 h 92599"/>
                <a:gd name="csX149" fmla="*/ 450260 w 479118"/>
                <a:gd name="csY149" fmla="*/ 16647 h 92599"/>
                <a:gd name="csX150" fmla="*/ 464630 w 479118"/>
                <a:gd name="csY150" fmla="*/ 12269 h 92599"/>
                <a:gd name="csX151" fmla="*/ 464630 w 479118"/>
                <a:gd name="csY151" fmla="*/ 30310 h 92599"/>
                <a:gd name="csX152" fmla="*/ 479118 w 479118"/>
                <a:gd name="csY152" fmla="*/ 30310 h 92599"/>
                <a:gd name="csX153" fmla="*/ 479118 w 479118"/>
                <a:gd name="csY153" fmla="*/ 42011 h 92599"/>
                <a:gd name="csX154" fmla="*/ 464630 w 479118"/>
                <a:gd name="csY154" fmla="*/ 42011 h 92599"/>
                <a:gd name="csX155" fmla="*/ 464630 w 479118"/>
                <a:gd name="csY155" fmla="*/ 70456 h 92599"/>
                <a:gd name="csX156" fmla="*/ 466672 w 479118"/>
                <a:gd name="csY156" fmla="*/ 78387 h 92599"/>
                <a:gd name="csX157" fmla="*/ 473091 w 479118"/>
                <a:gd name="csY157" fmla="*/ 80704 h 92599"/>
                <a:gd name="csX158" fmla="*/ 476075 w 479118"/>
                <a:gd name="csY158" fmla="*/ 80115 h 92599"/>
                <a:gd name="csX159" fmla="*/ 479118 w 479118"/>
                <a:gd name="csY159" fmla="*/ 78701 h 92599"/>
                <a:gd name="csX160" fmla="*/ 479118 w 479118"/>
                <a:gd name="csY160" fmla="*/ 90539 h 92599"/>
                <a:gd name="csX161" fmla="*/ 474603 w 479118"/>
                <a:gd name="csY161" fmla="*/ 91952 h 92599"/>
                <a:gd name="csX162" fmla="*/ 468360 w 479118"/>
                <a:gd name="csY162" fmla="*/ 92600 h 92599"/>
                <a:gd name="csX163" fmla="*/ 454795 w 479118"/>
                <a:gd name="csY163" fmla="*/ 87790 h 92599"/>
                <a:gd name="csX164" fmla="*/ 450280 w 479118"/>
                <a:gd name="csY164" fmla="*/ 73263 h 92599"/>
                <a:gd name="csX165" fmla="*/ 450280 w 479118"/>
                <a:gd name="csY165" fmla="*/ 42030 h 925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79118" h="92599">
                  <a:moveTo>
                    <a:pt x="91795" y="6262"/>
                  </a:moveTo>
                  <a:lnTo>
                    <a:pt x="91795" y="91069"/>
                  </a:lnTo>
                  <a:lnTo>
                    <a:pt x="77072" y="91069"/>
                  </a:lnTo>
                  <a:lnTo>
                    <a:pt x="77072" y="24598"/>
                  </a:lnTo>
                  <a:lnTo>
                    <a:pt x="76836" y="24598"/>
                  </a:lnTo>
                  <a:lnTo>
                    <a:pt x="50511" y="91069"/>
                  </a:lnTo>
                  <a:lnTo>
                    <a:pt x="40754" y="91069"/>
                  </a:lnTo>
                  <a:lnTo>
                    <a:pt x="13781" y="24598"/>
                  </a:lnTo>
                  <a:lnTo>
                    <a:pt x="13604" y="24598"/>
                  </a:lnTo>
                  <a:lnTo>
                    <a:pt x="13604" y="91069"/>
                  </a:lnTo>
                  <a:lnTo>
                    <a:pt x="0" y="91069"/>
                  </a:lnTo>
                  <a:lnTo>
                    <a:pt x="0" y="6262"/>
                  </a:lnTo>
                  <a:lnTo>
                    <a:pt x="21104" y="6262"/>
                  </a:lnTo>
                  <a:lnTo>
                    <a:pt x="45466" y="69121"/>
                  </a:lnTo>
                  <a:lnTo>
                    <a:pt x="45819" y="69121"/>
                  </a:lnTo>
                  <a:lnTo>
                    <a:pt x="71536" y="6262"/>
                  </a:lnTo>
                  <a:lnTo>
                    <a:pt x="91756" y="6262"/>
                  </a:lnTo>
                  <a:close/>
                  <a:moveTo>
                    <a:pt x="104104" y="12701"/>
                  </a:moveTo>
                  <a:cubicBezTo>
                    <a:pt x="104104" y="10326"/>
                    <a:pt x="104968" y="8363"/>
                    <a:pt x="106676" y="6753"/>
                  </a:cubicBezTo>
                  <a:cubicBezTo>
                    <a:pt x="108384" y="5143"/>
                    <a:pt x="110425" y="4358"/>
                    <a:pt x="112801" y="4358"/>
                  </a:cubicBezTo>
                  <a:cubicBezTo>
                    <a:pt x="115333" y="4358"/>
                    <a:pt x="117414" y="5183"/>
                    <a:pt x="119063" y="6812"/>
                  </a:cubicBezTo>
                  <a:cubicBezTo>
                    <a:pt x="120712" y="8441"/>
                    <a:pt x="121556" y="10404"/>
                    <a:pt x="121556" y="12701"/>
                  </a:cubicBezTo>
                  <a:cubicBezTo>
                    <a:pt x="121556" y="14998"/>
                    <a:pt x="120712" y="16981"/>
                    <a:pt x="119004" y="18551"/>
                  </a:cubicBezTo>
                  <a:cubicBezTo>
                    <a:pt x="117316" y="20122"/>
                    <a:pt x="115235" y="20927"/>
                    <a:pt x="112801" y="20927"/>
                  </a:cubicBezTo>
                  <a:cubicBezTo>
                    <a:pt x="110366" y="20927"/>
                    <a:pt x="108305" y="20122"/>
                    <a:pt x="106617" y="18532"/>
                  </a:cubicBezTo>
                  <a:cubicBezTo>
                    <a:pt x="104948" y="16942"/>
                    <a:pt x="104104" y="14998"/>
                    <a:pt x="104104" y="12701"/>
                  </a:cubicBezTo>
                  <a:close/>
                  <a:moveTo>
                    <a:pt x="119888" y="30271"/>
                  </a:moveTo>
                  <a:lnTo>
                    <a:pt x="119888" y="91069"/>
                  </a:lnTo>
                  <a:lnTo>
                    <a:pt x="105576" y="91069"/>
                  </a:lnTo>
                  <a:lnTo>
                    <a:pt x="105576" y="30271"/>
                  </a:lnTo>
                  <a:lnTo>
                    <a:pt x="119888" y="30271"/>
                  </a:lnTo>
                  <a:close/>
                  <a:moveTo>
                    <a:pt x="163292" y="80664"/>
                  </a:moveTo>
                  <a:cubicBezTo>
                    <a:pt x="165412" y="80664"/>
                    <a:pt x="167768" y="80173"/>
                    <a:pt x="170320" y="79192"/>
                  </a:cubicBezTo>
                  <a:cubicBezTo>
                    <a:pt x="172892" y="78210"/>
                    <a:pt x="175247" y="76915"/>
                    <a:pt x="177426" y="75285"/>
                  </a:cubicBezTo>
                  <a:lnTo>
                    <a:pt x="177426" y="88595"/>
                  </a:lnTo>
                  <a:cubicBezTo>
                    <a:pt x="175149" y="89891"/>
                    <a:pt x="172538" y="90892"/>
                    <a:pt x="169653" y="91560"/>
                  </a:cubicBezTo>
                  <a:cubicBezTo>
                    <a:pt x="166747" y="92227"/>
                    <a:pt x="163567" y="92561"/>
                    <a:pt x="160092" y="92561"/>
                  </a:cubicBezTo>
                  <a:cubicBezTo>
                    <a:pt x="151140" y="92561"/>
                    <a:pt x="143877" y="89734"/>
                    <a:pt x="138262" y="84080"/>
                  </a:cubicBezTo>
                  <a:cubicBezTo>
                    <a:pt x="132667" y="78426"/>
                    <a:pt x="129860" y="71202"/>
                    <a:pt x="129860" y="62407"/>
                  </a:cubicBezTo>
                  <a:cubicBezTo>
                    <a:pt x="129860" y="52631"/>
                    <a:pt x="132726" y="44582"/>
                    <a:pt x="138439" y="38241"/>
                  </a:cubicBezTo>
                  <a:cubicBezTo>
                    <a:pt x="144152" y="31920"/>
                    <a:pt x="152259" y="28760"/>
                    <a:pt x="162742" y="28760"/>
                  </a:cubicBezTo>
                  <a:cubicBezTo>
                    <a:pt x="165432" y="28760"/>
                    <a:pt x="168141" y="29113"/>
                    <a:pt x="170870" y="29800"/>
                  </a:cubicBezTo>
                  <a:cubicBezTo>
                    <a:pt x="173618" y="30487"/>
                    <a:pt x="175777" y="31292"/>
                    <a:pt x="177407" y="32195"/>
                  </a:cubicBezTo>
                  <a:lnTo>
                    <a:pt x="177407" y="45917"/>
                  </a:lnTo>
                  <a:cubicBezTo>
                    <a:pt x="175189" y="44307"/>
                    <a:pt x="172951" y="43051"/>
                    <a:pt x="170634" y="42168"/>
                  </a:cubicBezTo>
                  <a:cubicBezTo>
                    <a:pt x="168337" y="41284"/>
                    <a:pt x="165962" y="40833"/>
                    <a:pt x="163567" y="40833"/>
                  </a:cubicBezTo>
                  <a:cubicBezTo>
                    <a:pt x="157933" y="40833"/>
                    <a:pt x="153378" y="42658"/>
                    <a:pt x="149904" y="46329"/>
                  </a:cubicBezTo>
                  <a:cubicBezTo>
                    <a:pt x="146429" y="50000"/>
                    <a:pt x="144701" y="54947"/>
                    <a:pt x="144701" y="61171"/>
                  </a:cubicBezTo>
                  <a:cubicBezTo>
                    <a:pt x="144701" y="67394"/>
                    <a:pt x="146370" y="72105"/>
                    <a:pt x="149707" y="75541"/>
                  </a:cubicBezTo>
                  <a:cubicBezTo>
                    <a:pt x="153045" y="78976"/>
                    <a:pt x="157560" y="80684"/>
                    <a:pt x="163272" y="80684"/>
                  </a:cubicBezTo>
                  <a:close/>
                  <a:moveTo>
                    <a:pt x="218181" y="29270"/>
                  </a:moveTo>
                  <a:cubicBezTo>
                    <a:pt x="219319" y="29270"/>
                    <a:pt x="220340" y="29349"/>
                    <a:pt x="221263" y="29506"/>
                  </a:cubicBezTo>
                  <a:cubicBezTo>
                    <a:pt x="222186" y="29663"/>
                    <a:pt x="222932" y="29859"/>
                    <a:pt x="223579" y="30094"/>
                  </a:cubicBezTo>
                  <a:lnTo>
                    <a:pt x="223579" y="44582"/>
                  </a:lnTo>
                  <a:cubicBezTo>
                    <a:pt x="222833" y="44033"/>
                    <a:pt x="221734" y="43503"/>
                    <a:pt x="220301" y="43012"/>
                  </a:cubicBezTo>
                  <a:cubicBezTo>
                    <a:pt x="218868" y="42521"/>
                    <a:pt x="217121" y="42266"/>
                    <a:pt x="215059" y="42266"/>
                  </a:cubicBezTo>
                  <a:cubicBezTo>
                    <a:pt x="211545" y="42266"/>
                    <a:pt x="208581" y="43738"/>
                    <a:pt x="206166" y="46702"/>
                  </a:cubicBezTo>
                  <a:cubicBezTo>
                    <a:pt x="203752" y="49667"/>
                    <a:pt x="202535" y="54221"/>
                    <a:pt x="202535" y="60366"/>
                  </a:cubicBezTo>
                  <a:lnTo>
                    <a:pt x="202535" y="91069"/>
                  </a:lnTo>
                  <a:lnTo>
                    <a:pt x="188224" y="91069"/>
                  </a:lnTo>
                  <a:lnTo>
                    <a:pt x="188224" y="30271"/>
                  </a:lnTo>
                  <a:lnTo>
                    <a:pt x="202535" y="30271"/>
                  </a:lnTo>
                  <a:lnTo>
                    <a:pt x="202535" y="39851"/>
                  </a:lnTo>
                  <a:lnTo>
                    <a:pt x="202770" y="39851"/>
                  </a:lnTo>
                  <a:cubicBezTo>
                    <a:pt x="204066" y="36533"/>
                    <a:pt x="206049" y="33942"/>
                    <a:pt x="208679" y="32077"/>
                  </a:cubicBezTo>
                  <a:cubicBezTo>
                    <a:pt x="211330" y="30212"/>
                    <a:pt x="214490" y="29270"/>
                    <a:pt x="218200" y="29270"/>
                  </a:cubicBezTo>
                  <a:close/>
                  <a:moveTo>
                    <a:pt x="224345" y="61563"/>
                  </a:moveTo>
                  <a:cubicBezTo>
                    <a:pt x="224345" y="51512"/>
                    <a:pt x="227191" y="43542"/>
                    <a:pt x="232865" y="37672"/>
                  </a:cubicBezTo>
                  <a:cubicBezTo>
                    <a:pt x="238538" y="31802"/>
                    <a:pt x="246430" y="28858"/>
                    <a:pt x="256520" y="28858"/>
                  </a:cubicBezTo>
                  <a:cubicBezTo>
                    <a:pt x="266022" y="28858"/>
                    <a:pt x="273443" y="31685"/>
                    <a:pt x="278782" y="37338"/>
                  </a:cubicBezTo>
                  <a:cubicBezTo>
                    <a:pt x="284122" y="42992"/>
                    <a:pt x="286792" y="50629"/>
                    <a:pt x="286792" y="60248"/>
                  </a:cubicBezTo>
                  <a:cubicBezTo>
                    <a:pt x="286792" y="69867"/>
                    <a:pt x="283945" y="77955"/>
                    <a:pt x="278272" y="83786"/>
                  </a:cubicBezTo>
                  <a:cubicBezTo>
                    <a:pt x="272598" y="89616"/>
                    <a:pt x="264864" y="92541"/>
                    <a:pt x="255087" y="92541"/>
                  </a:cubicBezTo>
                  <a:cubicBezTo>
                    <a:pt x="245311" y="92541"/>
                    <a:pt x="238185" y="89773"/>
                    <a:pt x="232649" y="84237"/>
                  </a:cubicBezTo>
                  <a:cubicBezTo>
                    <a:pt x="227113" y="78701"/>
                    <a:pt x="224345" y="71143"/>
                    <a:pt x="224345" y="61563"/>
                  </a:cubicBezTo>
                  <a:close/>
                  <a:moveTo>
                    <a:pt x="239245" y="61092"/>
                  </a:moveTo>
                  <a:cubicBezTo>
                    <a:pt x="239245" y="67433"/>
                    <a:pt x="240678" y="72282"/>
                    <a:pt x="243564" y="75639"/>
                  </a:cubicBezTo>
                  <a:cubicBezTo>
                    <a:pt x="246450" y="78996"/>
                    <a:pt x="250553" y="80664"/>
                    <a:pt x="255932" y="80664"/>
                  </a:cubicBezTo>
                  <a:cubicBezTo>
                    <a:pt x="261310" y="80664"/>
                    <a:pt x="265099" y="78996"/>
                    <a:pt x="267828" y="75639"/>
                  </a:cubicBezTo>
                  <a:cubicBezTo>
                    <a:pt x="270557" y="72282"/>
                    <a:pt x="271911" y="67315"/>
                    <a:pt x="271911" y="60739"/>
                  </a:cubicBezTo>
                  <a:cubicBezTo>
                    <a:pt x="271911" y="54162"/>
                    <a:pt x="270498" y="49254"/>
                    <a:pt x="267691" y="45917"/>
                  </a:cubicBezTo>
                  <a:cubicBezTo>
                    <a:pt x="264864" y="42580"/>
                    <a:pt x="260918" y="40911"/>
                    <a:pt x="255833" y="40911"/>
                  </a:cubicBezTo>
                  <a:cubicBezTo>
                    <a:pt x="250749" y="40911"/>
                    <a:pt x="246528" y="42658"/>
                    <a:pt x="243623" y="46153"/>
                  </a:cubicBezTo>
                  <a:cubicBezTo>
                    <a:pt x="240717" y="49647"/>
                    <a:pt x="239284" y="54614"/>
                    <a:pt x="239284" y="61092"/>
                  </a:cubicBezTo>
                  <a:close/>
                  <a:moveTo>
                    <a:pt x="308092" y="46251"/>
                  </a:moveTo>
                  <a:cubicBezTo>
                    <a:pt x="308092" y="48293"/>
                    <a:pt x="308739" y="49902"/>
                    <a:pt x="310035" y="51080"/>
                  </a:cubicBezTo>
                  <a:cubicBezTo>
                    <a:pt x="311331" y="52238"/>
                    <a:pt x="314216" y="53711"/>
                    <a:pt x="318673" y="55478"/>
                  </a:cubicBezTo>
                  <a:cubicBezTo>
                    <a:pt x="324385" y="57774"/>
                    <a:pt x="328410" y="60346"/>
                    <a:pt x="330707" y="63193"/>
                  </a:cubicBezTo>
                  <a:cubicBezTo>
                    <a:pt x="333023" y="66059"/>
                    <a:pt x="334162" y="69514"/>
                    <a:pt x="334162" y="73577"/>
                  </a:cubicBezTo>
                  <a:cubicBezTo>
                    <a:pt x="334162" y="79290"/>
                    <a:pt x="331963" y="83884"/>
                    <a:pt x="327566" y="87358"/>
                  </a:cubicBezTo>
                  <a:cubicBezTo>
                    <a:pt x="323168" y="90833"/>
                    <a:pt x="317220" y="92561"/>
                    <a:pt x="309741" y="92561"/>
                  </a:cubicBezTo>
                  <a:cubicBezTo>
                    <a:pt x="307208" y="92561"/>
                    <a:pt x="304420" y="92247"/>
                    <a:pt x="301378" y="91638"/>
                  </a:cubicBezTo>
                  <a:cubicBezTo>
                    <a:pt x="298315" y="91029"/>
                    <a:pt x="295724" y="90244"/>
                    <a:pt x="293604" y="89302"/>
                  </a:cubicBezTo>
                  <a:lnTo>
                    <a:pt x="293604" y="75226"/>
                  </a:lnTo>
                  <a:cubicBezTo>
                    <a:pt x="296215" y="77032"/>
                    <a:pt x="299002" y="78485"/>
                    <a:pt x="302006" y="79545"/>
                  </a:cubicBezTo>
                  <a:cubicBezTo>
                    <a:pt x="305009" y="80605"/>
                    <a:pt x="307719" y="81135"/>
                    <a:pt x="310172" y="81135"/>
                  </a:cubicBezTo>
                  <a:cubicBezTo>
                    <a:pt x="313412" y="81135"/>
                    <a:pt x="315787" y="80684"/>
                    <a:pt x="317338" y="79781"/>
                  </a:cubicBezTo>
                  <a:cubicBezTo>
                    <a:pt x="318889" y="78878"/>
                    <a:pt x="319635" y="77347"/>
                    <a:pt x="319635" y="75226"/>
                  </a:cubicBezTo>
                  <a:cubicBezTo>
                    <a:pt x="319635" y="73263"/>
                    <a:pt x="318830" y="71595"/>
                    <a:pt x="317240" y="70220"/>
                  </a:cubicBezTo>
                  <a:cubicBezTo>
                    <a:pt x="315650" y="68846"/>
                    <a:pt x="312607" y="67295"/>
                    <a:pt x="308170" y="65509"/>
                  </a:cubicBezTo>
                  <a:cubicBezTo>
                    <a:pt x="302889" y="63310"/>
                    <a:pt x="299140" y="60817"/>
                    <a:pt x="296941" y="58049"/>
                  </a:cubicBezTo>
                  <a:cubicBezTo>
                    <a:pt x="294723" y="55281"/>
                    <a:pt x="293623" y="51787"/>
                    <a:pt x="293623" y="47527"/>
                  </a:cubicBezTo>
                  <a:cubicBezTo>
                    <a:pt x="293623" y="42050"/>
                    <a:pt x="295802" y="37535"/>
                    <a:pt x="300161" y="34021"/>
                  </a:cubicBezTo>
                  <a:cubicBezTo>
                    <a:pt x="304519" y="30487"/>
                    <a:pt x="310172" y="28720"/>
                    <a:pt x="317102" y="28720"/>
                  </a:cubicBezTo>
                  <a:cubicBezTo>
                    <a:pt x="319222" y="28720"/>
                    <a:pt x="321617" y="28956"/>
                    <a:pt x="324248" y="29427"/>
                  </a:cubicBezTo>
                  <a:cubicBezTo>
                    <a:pt x="326898" y="29898"/>
                    <a:pt x="329097" y="30507"/>
                    <a:pt x="330864" y="31253"/>
                  </a:cubicBezTo>
                  <a:lnTo>
                    <a:pt x="330864" y="44857"/>
                  </a:lnTo>
                  <a:cubicBezTo>
                    <a:pt x="328979" y="43601"/>
                    <a:pt x="326761" y="42521"/>
                    <a:pt x="324248" y="41598"/>
                  </a:cubicBezTo>
                  <a:cubicBezTo>
                    <a:pt x="321716" y="40695"/>
                    <a:pt x="319222" y="40244"/>
                    <a:pt x="316729" y="40244"/>
                  </a:cubicBezTo>
                  <a:cubicBezTo>
                    <a:pt x="314000" y="40244"/>
                    <a:pt x="311880" y="40774"/>
                    <a:pt x="310369" y="41834"/>
                  </a:cubicBezTo>
                  <a:cubicBezTo>
                    <a:pt x="308857" y="42894"/>
                    <a:pt x="308092" y="44366"/>
                    <a:pt x="308092" y="46212"/>
                  </a:cubicBezTo>
                  <a:close/>
                  <a:moveTo>
                    <a:pt x="340326" y="61563"/>
                  </a:moveTo>
                  <a:cubicBezTo>
                    <a:pt x="340326" y="51512"/>
                    <a:pt x="343172" y="43542"/>
                    <a:pt x="348846" y="37672"/>
                  </a:cubicBezTo>
                  <a:cubicBezTo>
                    <a:pt x="354519" y="31802"/>
                    <a:pt x="362411" y="28858"/>
                    <a:pt x="372501" y="28858"/>
                  </a:cubicBezTo>
                  <a:cubicBezTo>
                    <a:pt x="382003" y="28858"/>
                    <a:pt x="389423" y="31685"/>
                    <a:pt x="394763" y="37338"/>
                  </a:cubicBezTo>
                  <a:cubicBezTo>
                    <a:pt x="400103" y="42992"/>
                    <a:pt x="402773" y="50629"/>
                    <a:pt x="402773" y="60248"/>
                  </a:cubicBezTo>
                  <a:cubicBezTo>
                    <a:pt x="402773" y="69867"/>
                    <a:pt x="399926" y="77955"/>
                    <a:pt x="394253" y="83786"/>
                  </a:cubicBezTo>
                  <a:cubicBezTo>
                    <a:pt x="388579" y="89616"/>
                    <a:pt x="380845" y="92541"/>
                    <a:pt x="371068" y="92541"/>
                  </a:cubicBezTo>
                  <a:cubicBezTo>
                    <a:pt x="361292" y="92541"/>
                    <a:pt x="354166" y="89773"/>
                    <a:pt x="348630" y="84237"/>
                  </a:cubicBezTo>
                  <a:cubicBezTo>
                    <a:pt x="343094" y="78701"/>
                    <a:pt x="340326" y="71143"/>
                    <a:pt x="340326" y="61563"/>
                  </a:cubicBezTo>
                  <a:close/>
                  <a:moveTo>
                    <a:pt x="355226" y="61092"/>
                  </a:moveTo>
                  <a:cubicBezTo>
                    <a:pt x="355226" y="67433"/>
                    <a:pt x="356659" y="72282"/>
                    <a:pt x="359545" y="75639"/>
                  </a:cubicBezTo>
                  <a:cubicBezTo>
                    <a:pt x="362431" y="78996"/>
                    <a:pt x="366533" y="80664"/>
                    <a:pt x="371912" y="80664"/>
                  </a:cubicBezTo>
                  <a:cubicBezTo>
                    <a:pt x="377291" y="80664"/>
                    <a:pt x="381080" y="78996"/>
                    <a:pt x="383809" y="75639"/>
                  </a:cubicBezTo>
                  <a:cubicBezTo>
                    <a:pt x="386538" y="72282"/>
                    <a:pt x="387892" y="67315"/>
                    <a:pt x="387892" y="60739"/>
                  </a:cubicBezTo>
                  <a:cubicBezTo>
                    <a:pt x="387892" y="54162"/>
                    <a:pt x="386479" y="49254"/>
                    <a:pt x="383671" y="45917"/>
                  </a:cubicBezTo>
                  <a:cubicBezTo>
                    <a:pt x="380845" y="42580"/>
                    <a:pt x="376899" y="40911"/>
                    <a:pt x="371814" y="40911"/>
                  </a:cubicBezTo>
                  <a:cubicBezTo>
                    <a:pt x="366730" y="40911"/>
                    <a:pt x="362509" y="42658"/>
                    <a:pt x="359604" y="46153"/>
                  </a:cubicBezTo>
                  <a:cubicBezTo>
                    <a:pt x="356698" y="49647"/>
                    <a:pt x="355265" y="54614"/>
                    <a:pt x="355265" y="61092"/>
                  </a:cubicBezTo>
                  <a:close/>
                  <a:moveTo>
                    <a:pt x="450260" y="41991"/>
                  </a:moveTo>
                  <a:lnTo>
                    <a:pt x="428941" y="41991"/>
                  </a:lnTo>
                  <a:lnTo>
                    <a:pt x="428941" y="91069"/>
                  </a:lnTo>
                  <a:lnTo>
                    <a:pt x="414453" y="91069"/>
                  </a:lnTo>
                  <a:lnTo>
                    <a:pt x="414453" y="41991"/>
                  </a:lnTo>
                  <a:lnTo>
                    <a:pt x="404284" y="41991"/>
                  </a:lnTo>
                  <a:lnTo>
                    <a:pt x="404284" y="30291"/>
                  </a:lnTo>
                  <a:lnTo>
                    <a:pt x="414453" y="30291"/>
                  </a:lnTo>
                  <a:lnTo>
                    <a:pt x="414453" y="21830"/>
                  </a:lnTo>
                  <a:cubicBezTo>
                    <a:pt x="414453" y="15450"/>
                    <a:pt x="416534" y="10208"/>
                    <a:pt x="420696" y="6125"/>
                  </a:cubicBezTo>
                  <a:cubicBezTo>
                    <a:pt x="424858" y="2042"/>
                    <a:pt x="430178" y="0"/>
                    <a:pt x="436695" y="0"/>
                  </a:cubicBezTo>
                  <a:cubicBezTo>
                    <a:pt x="438423" y="0"/>
                    <a:pt x="439974" y="98"/>
                    <a:pt x="441309" y="275"/>
                  </a:cubicBezTo>
                  <a:cubicBezTo>
                    <a:pt x="442644" y="452"/>
                    <a:pt x="443841" y="726"/>
                    <a:pt x="444862" y="1080"/>
                  </a:cubicBezTo>
                  <a:lnTo>
                    <a:pt x="444862" y="13447"/>
                  </a:lnTo>
                  <a:cubicBezTo>
                    <a:pt x="444391" y="13172"/>
                    <a:pt x="443566" y="12839"/>
                    <a:pt x="442369" y="12446"/>
                  </a:cubicBezTo>
                  <a:cubicBezTo>
                    <a:pt x="441191" y="12054"/>
                    <a:pt x="439817" y="11857"/>
                    <a:pt x="438285" y="11857"/>
                  </a:cubicBezTo>
                  <a:cubicBezTo>
                    <a:pt x="435282" y="11857"/>
                    <a:pt x="432985" y="12799"/>
                    <a:pt x="431356" y="14664"/>
                  </a:cubicBezTo>
                  <a:cubicBezTo>
                    <a:pt x="429746" y="16529"/>
                    <a:pt x="428941" y="19297"/>
                    <a:pt x="428941" y="22968"/>
                  </a:cubicBezTo>
                  <a:lnTo>
                    <a:pt x="428941" y="30310"/>
                  </a:lnTo>
                  <a:lnTo>
                    <a:pt x="450260" y="30310"/>
                  </a:lnTo>
                  <a:lnTo>
                    <a:pt x="450260" y="16647"/>
                  </a:lnTo>
                  <a:lnTo>
                    <a:pt x="464630" y="12269"/>
                  </a:lnTo>
                  <a:lnTo>
                    <a:pt x="464630" y="30310"/>
                  </a:lnTo>
                  <a:lnTo>
                    <a:pt x="479118" y="30310"/>
                  </a:lnTo>
                  <a:lnTo>
                    <a:pt x="479118" y="42011"/>
                  </a:lnTo>
                  <a:lnTo>
                    <a:pt x="464630" y="42011"/>
                  </a:lnTo>
                  <a:lnTo>
                    <a:pt x="464630" y="70456"/>
                  </a:lnTo>
                  <a:cubicBezTo>
                    <a:pt x="464630" y="74206"/>
                    <a:pt x="465317" y="76836"/>
                    <a:pt x="466672" y="78387"/>
                  </a:cubicBezTo>
                  <a:cubicBezTo>
                    <a:pt x="468027" y="79918"/>
                    <a:pt x="470166" y="80704"/>
                    <a:pt x="473091" y="80704"/>
                  </a:cubicBezTo>
                  <a:cubicBezTo>
                    <a:pt x="473916" y="80704"/>
                    <a:pt x="474917" y="80507"/>
                    <a:pt x="476075" y="80115"/>
                  </a:cubicBezTo>
                  <a:cubicBezTo>
                    <a:pt x="477234" y="79722"/>
                    <a:pt x="478254" y="79251"/>
                    <a:pt x="479118" y="78701"/>
                  </a:cubicBezTo>
                  <a:lnTo>
                    <a:pt x="479118" y="90539"/>
                  </a:lnTo>
                  <a:cubicBezTo>
                    <a:pt x="478215" y="91049"/>
                    <a:pt x="476704" y="91520"/>
                    <a:pt x="474603" y="91952"/>
                  </a:cubicBezTo>
                  <a:cubicBezTo>
                    <a:pt x="472503" y="92384"/>
                    <a:pt x="470422" y="92600"/>
                    <a:pt x="468360" y="92600"/>
                  </a:cubicBezTo>
                  <a:cubicBezTo>
                    <a:pt x="462334" y="92600"/>
                    <a:pt x="457799" y="90990"/>
                    <a:pt x="454795" y="87790"/>
                  </a:cubicBezTo>
                  <a:cubicBezTo>
                    <a:pt x="451772" y="84571"/>
                    <a:pt x="450280" y="79742"/>
                    <a:pt x="450280" y="73263"/>
                  </a:cubicBezTo>
                  <a:lnTo>
                    <a:pt x="450280" y="42030"/>
                  </a:lnTo>
                  <a:close/>
                </a:path>
              </a:pathLst>
            </a:custGeom>
            <a:solidFill>
              <a:schemeClr val="bg1"/>
            </a:solidFill>
            <a:ln w="1174" cap="flat">
              <a:noFill/>
              <a:prstDash val="solid"/>
              <a:miter/>
            </a:ln>
          </p:spPr>
          <p:txBody>
            <a:bodyPr/>
            <a:lstStyle/>
            <a:p>
              <a:pPr defTabSz="418101"/>
              <a:endParaRPr lang="en-IN" sz="1647">
                <a:solidFill>
                  <a:prstClr val="black"/>
                </a:solidFill>
                <a:latin typeface="Aptos" panose="02110004020202020204"/>
              </a:endParaRPr>
            </a:p>
          </p:txBody>
        </p:sp>
        <p:sp>
          <p:nvSpPr>
            <p:cNvPr id="14" name="Rectangle 13">
              <a:extLst>
                <a:ext uri="{FF2B5EF4-FFF2-40B4-BE49-F238E27FC236}">
                  <a16:creationId xmlns:a16="http://schemas.microsoft.com/office/drawing/2014/main" id="{DD77C934-27F8-4BDC-9D6E-30EBCB597E23}"/>
                </a:ext>
              </a:extLst>
            </p:cNvPr>
            <p:cNvSpPr/>
            <p:nvPr/>
          </p:nvSpPr>
          <p:spPr>
            <a:xfrm>
              <a:off x="393700" y="384175"/>
              <a:ext cx="67177" cy="67177"/>
            </a:xfrm>
            <a:prstGeom prst="rect">
              <a:avLst/>
            </a:prstGeom>
            <a:solidFill>
              <a:srgbClr val="F25022"/>
            </a:solidFill>
            <a:ln w="1174" cap="flat">
              <a:noFill/>
              <a:prstDash val="solid"/>
              <a:miter/>
            </a:ln>
          </p:spPr>
          <p:txBody>
            <a:bodyPr/>
            <a:lstStyle/>
            <a:p>
              <a:pPr defTabSz="418101"/>
              <a:endParaRPr lang="en-IN" sz="1647">
                <a:solidFill>
                  <a:prstClr val="black"/>
                </a:solidFill>
                <a:latin typeface="Aptos" panose="02110004020202020204"/>
              </a:endParaRPr>
            </a:p>
          </p:txBody>
        </p:sp>
        <p:sp>
          <p:nvSpPr>
            <p:cNvPr id="15" name="Rectangle 14">
              <a:extLst>
                <a:ext uri="{FF2B5EF4-FFF2-40B4-BE49-F238E27FC236}">
                  <a16:creationId xmlns:a16="http://schemas.microsoft.com/office/drawing/2014/main" id="{CC9A6811-D7D6-9FCD-9324-42C97441F39B}"/>
                </a:ext>
              </a:extLst>
            </p:cNvPr>
            <p:cNvSpPr/>
            <p:nvPr/>
          </p:nvSpPr>
          <p:spPr>
            <a:xfrm>
              <a:off x="467866" y="384175"/>
              <a:ext cx="67177" cy="67177"/>
            </a:xfrm>
            <a:prstGeom prst="rect">
              <a:avLst/>
            </a:prstGeom>
            <a:solidFill>
              <a:srgbClr val="7FBA00"/>
            </a:solidFill>
            <a:ln w="1174" cap="flat">
              <a:noFill/>
              <a:prstDash val="solid"/>
              <a:miter/>
            </a:ln>
          </p:spPr>
          <p:txBody>
            <a:bodyPr/>
            <a:lstStyle/>
            <a:p>
              <a:pPr defTabSz="418101"/>
              <a:endParaRPr lang="en-IN" sz="1647">
                <a:solidFill>
                  <a:prstClr val="black"/>
                </a:solidFill>
                <a:latin typeface="Aptos" panose="02110004020202020204"/>
              </a:endParaRPr>
            </a:p>
          </p:txBody>
        </p:sp>
        <p:sp>
          <p:nvSpPr>
            <p:cNvPr id="16" name="Rectangle 15">
              <a:extLst>
                <a:ext uri="{FF2B5EF4-FFF2-40B4-BE49-F238E27FC236}">
                  <a16:creationId xmlns:a16="http://schemas.microsoft.com/office/drawing/2014/main" id="{85173167-B301-1E63-6474-829B711B1BDC}"/>
                </a:ext>
              </a:extLst>
            </p:cNvPr>
            <p:cNvSpPr/>
            <p:nvPr/>
          </p:nvSpPr>
          <p:spPr>
            <a:xfrm>
              <a:off x="393700" y="458341"/>
              <a:ext cx="67177" cy="67177"/>
            </a:xfrm>
            <a:prstGeom prst="rect">
              <a:avLst/>
            </a:prstGeom>
            <a:solidFill>
              <a:srgbClr val="00A4EF"/>
            </a:solidFill>
            <a:ln w="1174" cap="flat">
              <a:noFill/>
              <a:prstDash val="solid"/>
              <a:miter/>
            </a:ln>
          </p:spPr>
          <p:txBody>
            <a:bodyPr/>
            <a:lstStyle/>
            <a:p>
              <a:pPr defTabSz="418101"/>
              <a:endParaRPr lang="en-IN" sz="1647">
                <a:solidFill>
                  <a:prstClr val="black"/>
                </a:solidFill>
                <a:latin typeface="Aptos" panose="02110004020202020204"/>
              </a:endParaRPr>
            </a:p>
          </p:txBody>
        </p:sp>
        <p:sp>
          <p:nvSpPr>
            <p:cNvPr id="17" name="Rectangle 16">
              <a:extLst>
                <a:ext uri="{FF2B5EF4-FFF2-40B4-BE49-F238E27FC236}">
                  <a16:creationId xmlns:a16="http://schemas.microsoft.com/office/drawing/2014/main" id="{181ED58A-26BE-463B-9864-EEDC8370D475}"/>
                </a:ext>
              </a:extLst>
            </p:cNvPr>
            <p:cNvSpPr/>
            <p:nvPr/>
          </p:nvSpPr>
          <p:spPr>
            <a:xfrm>
              <a:off x="467866" y="458341"/>
              <a:ext cx="67177" cy="67177"/>
            </a:xfrm>
            <a:prstGeom prst="rect">
              <a:avLst/>
            </a:prstGeom>
            <a:solidFill>
              <a:srgbClr val="FFB900"/>
            </a:solidFill>
            <a:ln w="1174" cap="flat">
              <a:noFill/>
              <a:prstDash val="solid"/>
              <a:miter/>
            </a:ln>
          </p:spPr>
          <p:txBody>
            <a:bodyPr/>
            <a:lstStyle/>
            <a:p>
              <a:pPr defTabSz="418101"/>
              <a:endParaRPr lang="en-IN" sz="1647">
                <a:solidFill>
                  <a:prstClr val="black"/>
                </a:solidFill>
                <a:latin typeface="Aptos" panose="02110004020202020204"/>
              </a:endParaRPr>
            </a:p>
          </p:txBody>
        </p:sp>
      </p:grpSp>
      <p:sp>
        <p:nvSpPr>
          <p:cNvPr id="43" name="Rounded Rectangle 56">
            <a:extLst>
              <a:ext uri="{FF2B5EF4-FFF2-40B4-BE49-F238E27FC236}">
                <a16:creationId xmlns:a16="http://schemas.microsoft.com/office/drawing/2014/main" id="{939841D7-6253-AEF6-0026-D03C6A4A13D9}"/>
              </a:ext>
            </a:extLst>
          </p:cNvPr>
          <p:cNvSpPr>
            <a:spLocks/>
          </p:cNvSpPr>
          <p:nvPr/>
        </p:nvSpPr>
        <p:spPr bwMode="auto">
          <a:xfrm>
            <a:off x="3968095" y="2823439"/>
            <a:ext cx="3291687" cy="6773997"/>
          </a:xfrm>
          <a:prstGeom prst="roundRect">
            <a:avLst>
              <a:gd name="adj" fmla="val 5669"/>
            </a:avLst>
          </a:prstGeom>
          <a:solidFill>
            <a:srgbClr val="FFFFFF"/>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defTabSz="621810" fontAlgn="base">
              <a:spcBef>
                <a:spcPct val="0"/>
              </a:spcBef>
              <a:spcAft>
                <a:spcPct val="0"/>
              </a:spcAft>
            </a:pPr>
            <a:endParaRPr lang="en-US" sz="1333" kern="0">
              <a:gradFill>
                <a:gsLst>
                  <a:gs pos="0">
                    <a:srgbClr val="FFFFFF"/>
                  </a:gs>
                  <a:gs pos="100000">
                    <a:srgbClr val="FFFFFF"/>
                  </a:gs>
                </a:gsLst>
                <a:lin ang="5400000" scaled="0"/>
              </a:gradFill>
              <a:latin typeface="Segoe UI"/>
              <a:cs typeface="Segoe UI" pitchFamily="34" charset="0"/>
            </a:endParaRPr>
          </a:p>
        </p:txBody>
      </p:sp>
      <p:sp>
        <p:nvSpPr>
          <p:cNvPr id="44" name="Rectangle: Rounded Corners 26">
            <a:extLst>
              <a:ext uri="{FF2B5EF4-FFF2-40B4-BE49-F238E27FC236}">
                <a16:creationId xmlns:a16="http://schemas.microsoft.com/office/drawing/2014/main" id="{550C921C-D764-C8AF-B3A7-E07C5D358767}"/>
              </a:ext>
            </a:extLst>
          </p:cNvPr>
          <p:cNvSpPr/>
          <p:nvPr/>
        </p:nvSpPr>
        <p:spPr bwMode="auto">
          <a:xfrm>
            <a:off x="1125919" y="2989011"/>
            <a:ext cx="1879506" cy="610079"/>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852728" fontAlgn="base">
              <a:spcBef>
                <a:spcPct val="0"/>
              </a:spcBef>
              <a:spcAft>
                <a:spcPct val="0"/>
              </a:spcAft>
              <a:defRPr/>
            </a:pPr>
            <a:r>
              <a:rPr lang="en-US" sz="1761" dirty="0">
                <a:solidFill>
                  <a:srgbClr val="C03BC4"/>
                </a:solidFill>
                <a:latin typeface="Segoe UI Semibold"/>
              </a:rPr>
              <a:t>Copilot Chat (eligible license)</a:t>
            </a:r>
          </a:p>
        </p:txBody>
      </p:sp>
      <p:sp>
        <p:nvSpPr>
          <p:cNvPr id="47" name="Rectangle: Rounded Corners 26">
            <a:extLst>
              <a:ext uri="{FF2B5EF4-FFF2-40B4-BE49-F238E27FC236}">
                <a16:creationId xmlns:a16="http://schemas.microsoft.com/office/drawing/2014/main" id="{CF4EE762-B1C7-9184-3C54-2659B429E551}"/>
              </a:ext>
            </a:extLst>
          </p:cNvPr>
          <p:cNvSpPr/>
          <p:nvPr/>
        </p:nvSpPr>
        <p:spPr bwMode="auto">
          <a:xfrm>
            <a:off x="4322554" y="2989011"/>
            <a:ext cx="2430597" cy="610079"/>
          </a:xfrm>
          <a:prstGeom prst="roundRect">
            <a:avLst>
              <a:gd name="adj" fmla="val 19935"/>
            </a:avLst>
          </a:prstGeom>
          <a:noFill/>
          <a:ln>
            <a:noFill/>
            <a:headEnd type="none" w="med" len="med"/>
            <a:tailEnd type="none" w="med" len="med"/>
          </a:ln>
          <a:effectLst>
            <a:outerShdw blurRad="190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gn="ctr" defTabSz="852728" fontAlgn="base">
              <a:spcBef>
                <a:spcPct val="0"/>
              </a:spcBef>
              <a:spcAft>
                <a:spcPct val="0"/>
              </a:spcAft>
              <a:defRPr/>
            </a:pPr>
            <a:r>
              <a:rPr lang="en-US" sz="1761" dirty="0">
                <a:solidFill>
                  <a:srgbClr val="C03BC4"/>
                </a:solidFill>
                <a:latin typeface="Segoe UI Semibold"/>
              </a:rPr>
              <a:t>Copilot Business </a:t>
            </a:r>
          </a:p>
          <a:p>
            <a:pPr algn="ctr" defTabSz="852728" fontAlgn="base">
              <a:spcBef>
                <a:spcPct val="0"/>
              </a:spcBef>
              <a:spcAft>
                <a:spcPct val="0"/>
              </a:spcAft>
              <a:defRPr/>
            </a:pPr>
            <a:r>
              <a:rPr lang="en-US" sz="1761" dirty="0">
                <a:solidFill>
                  <a:srgbClr val="C03BC4"/>
                </a:solidFill>
                <a:latin typeface="Segoe UI Semibold"/>
              </a:rPr>
              <a:t>(add-on license)</a:t>
            </a:r>
          </a:p>
        </p:txBody>
      </p:sp>
      <p:cxnSp>
        <p:nvCxnSpPr>
          <p:cNvPr id="50" name="Straight Connector 49">
            <a:extLst>
              <a:ext uri="{FF2B5EF4-FFF2-40B4-BE49-F238E27FC236}">
                <a16:creationId xmlns:a16="http://schemas.microsoft.com/office/drawing/2014/main" id="{CD2F7213-D65A-9472-9CC5-F02196E3890B}"/>
              </a:ext>
              <a:ext uri="{C183D7F6-B498-43B3-948B-1728B52AA6E4}">
                <adec:decorative xmlns:adec="http://schemas.microsoft.com/office/drawing/2017/decorative" val="1"/>
              </a:ext>
            </a:extLst>
          </p:cNvPr>
          <p:cNvCxnSpPr>
            <a:cxnSpLocks/>
          </p:cNvCxnSpPr>
          <p:nvPr/>
        </p:nvCxnSpPr>
        <p:spPr>
          <a:xfrm>
            <a:off x="770076" y="3756450"/>
            <a:ext cx="2591191"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1" name="Title 1">
            <a:extLst>
              <a:ext uri="{FF2B5EF4-FFF2-40B4-BE49-F238E27FC236}">
                <a16:creationId xmlns:a16="http://schemas.microsoft.com/office/drawing/2014/main" id="{DB025AE9-F288-2ACE-F3C8-1A9E25FF1B08}"/>
              </a:ext>
            </a:extLst>
          </p:cNvPr>
          <p:cNvSpPr txBox="1">
            <a:spLocks/>
          </p:cNvSpPr>
          <p:nvPr/>
        </p:nvSpPr>
        <p:spPr>
          <a:xfrm>
            <a:off x="533698" y="1086924"/>
            <a:ext cx="5224067" cy="851643"/>
          </a:xfrm>
          <a:prstGeom prst="rect">
            <a:avLst/>
          </a:prstGeom>
          <a:no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1173121"/>
            <a:r>
              <a:rPr lang="en-US" sz="2767" b="1" spc="-63" dirty="0">
                <a:solidFill>
                  <a:prstClr val="white"/>
                </a:solidFill>
                <a:latin typeface="Segoe UI Semibold" panose="020B0702040204020203" pitchFamily="34" charset="0"/>
                <a:cs typeface="Segoe UI Semibold" panose="020B0702040204020203" pitchFamily="34" charset="0"/>
              </a:rPr>
              <a:t>Comparison of key features between Copilot licenses</a:t>
            </a:r>
            <a:endParaRPr lang="en-US" sz="2767" spc="-63" dirty="0">
              <a:solidFill>
                <a:prstClr val="white"/>
              </a:solidFill>
              <a:latin typeface="Segoe UI Semibold" panose="020B0702040204020203" pitchFamily="34" charset="0"/>
              <a:cs typeface="Segoe UI Semibold" panose="020B0702040204020203" pitchFamily="34" charset="0"/>
            </a:endParaRPr>
          </a:p>
        </p:txBody>
      </p:sp>
      <p:grpSp>
        <p:nvGrpSpPr>
          <p:cNvPr id="104" name="Group 103">
            <a:extLst>
              <a:ext uri="{FF2B5EF4-FFF2-40B4-BE49-F238E27FC236}">
                <a16:creationId xmlns:a16="http://schemas.microsoft.com/office/drawing/2014/main" id="{2E3A0C99-00FD-44BE-5E3E-6B4091CC113D}"/>
              </a:ext>
            </a:extLst>
          </p:cNvPr>
          <p:cNvGrpSpPr/>
          <p:nvPr/>
        </p:nvGrpSpPr>
        <p:grpSpPr>
          <a:xfrm>
            <a:off x="1088072" y="4255970"/>
            <a:ext cx="2158394" cy="907445"/>
            <a:chOff x="666348" y="3558436"/>
            <a:chExt cx="1716171" cy="721523"/>
          </a:xfrm>
        </p:grpSpPr>
        <p:grpSp>
          <p:nvGrpSpPr>
            <p:cNvPr id="26" name="Group 25">
              <a:extLst>
                <a:ext uri="{FF2B5EF4-FFF2-40B4-BE49-F238E27FC236}">
                  <a16:creationId xmlns:a16="http://schemas.microsoft.com/office/drawing/2014/main" id="{0C863985-7146-C9BA-7C67-70A0A6146404}"/>
                </a:ext>
              </a:extLst>
            </p:cNvPr>
            <p:cNvGrpSpPr/>
            <p:nvPr/>
          </p:nvGrpSpPr>
          <p:grpSpPr>
            <a:xfrm>
              <a:off x="777222" y="3558436"/>
              <a:ext cx="1494423" cy="323165"/>
              <a:chOff x="777222" y="3263610"/>
              <a:chExt cx="1494423" cy="323165"/>
            </a:xfrm>
          </p:grpSpPr>
          <p:sp>
            <p:nvSpPr>
              <p:cNvPr id="24" name="Rectangle: Rounded Corners 23">
                <a:extLst>
                  <a:ext uri="{FF2B5EF4-FFF2-40B4-BE49-F238E27FC236}">
                    <a16:creationId xmlns:a16="http://schemas.microsoft.com/office/drawing/2014/main" id="{28FF3B82-15D0-E553-6186-3C7E18EAB39D}"/>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75026"/>
                <a:endParaRPr lang="en-IN" sz="2264">
                  <a:solidFill>
                    <a:prstClr val="white"/>
                  </a:solidFill>
                  <a:latin typeface="Aptos" panose="02110004020202020204"/>
                </a:endParaRPr>
              </a:p>
            </p:txBody>
          </p:sp>
          <p:sp>
            <p:nvSpPr>
              <p:cNvPr id="46" name="Text Placeholder 5">
                <a:extLst>
                  <a:ext uri="{FF2B5EF4-FFF2-40B4-BE49-F238E27FC236}">
                    <a16:creationId xmlns:a16="http://schemas.microsoft.com/office/drawing/2014/main" id="{7C1DEB7A-0D93-648E-E244-59006C732157}"/>
                  </a:ext>
                </a:extLst>
              </p:cNvPr>
              <p:cNvSpPr txBox="1">
                <a:spLocks/>
              </p:cNvSpPr>
              <p:nvPr/>
            </p:nvSpPr>
            <p:spPr>
              <a:xfrm>
                <a:off x="943024" y="3329648"/>
                <a:ext cx="1162817" cy="184660"/>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852843">
                  <a:spcBef>
                    <a:spcPts val="0"/>
                  </a:spcBef>
                  <a:spcAft>
                    <a:spcPts val="548"/>
                  </a:spcAft>
                  <a:buSzTx/>
                  <a:buNone/>
                  <a:defRPr/>
                </a:pPr>
                <a:r>
                  <a:rPr lang="en-IN" sz="1509">
                    <a:solidFill>
                      <a:prstClr val="white"/>
                    </a:solidFill>
                    <a:latin typeface="Segoe UI Semibold" panose="020B0702040204020203" pitchFamily="34" charset="0"/>
                    <a:cs typeface="Segoe UI Semibold" panose="020B0702040204020203" pitchFamily="34" charset="0"/>
                  </a:rPr>
                  <a:t>AI-powered chat</a:t>
                </a:r>
                <a:endParaRPr sz="1509">
                  <a:solidFill>
                    <a:prstClr val="white"/>
                  </a:solidFill>
                  <a:latin typeface="Segoe UI Semibold" panose="020B0702040204020203" pitchFamily="34" charset="0"/>
                  <a:cs typeface="Segoe UI Semibold" panose="020B0702040204020203" pitchFamily="34" charset="0"/>
                </a:endParaRPr>
              </a:p>
            </p:txBody>
          </p:sp>
        </p:grpSp>
        <p:sp>
          <p:nvSpPr>
            <p:cNvPr id="22" name="Text Placeholder 5">
              <a:extLst>
                <a:ext uri="{FF2B5EF4-FFF2-40B4-BE49-F238E27FC236}">
                  <a16:creationId xmlns:a16="http://schemas.microsoft.com/office/drawing/2014/main" id="{6AAF5620-8392-5AAF-4365-6275B8B3ADF7}"/>
                </a:ext>
              </a:extLst>
            </p:cNvPr>
            <p:cNvSpPr txBox="1">
              <a:spLocks/>
            </p:cNvSpPr>
            <p:nvPr/>
          </p:nvSpPr>
          <p:spPr>
            <a:xfrm>
              <a:off x="666348" y="3956727"/>
              <a:ext cx="1716171" cy="3232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852843">
                <a:spcBef>
                  <a:spcPts val="0"/>
                </a:spcBef>
                <a:spcAft>
                  <a:spcPts val="548"/>
                </a:spcAft>
                <a:buSzTx/>
                <a:buNone/>
                <a:defRPr/>
              </a:pPr>
              <a:r>
                <a:rPr lang="en-US" sz="1321">
                  <a:latin typeface="Segoe UI" panose="020B0502040204020203" pitchFamily="34" charset="0"/>
                  <a:cs typeface="Segoe UI" panose="020B0502040204020203" pitchFamily="34" charset="0"/>
                </a:rPr>
                <a:t>Securely interact with Chat using web data</a:t>
              </a:r>
              <a:endParaRPr sz="1321">
                <a:latin typeface="Segoe UI" panose="020B0502040204020203" pitchFamily="34" charset="0"/>
                <a:cs typeface="Segoe UI" panose="020B0502040204020203" pitchFamily="34" charset="0"/>
              </a:endParaRPr>
            </a:p>
          </p:txBody>
        </p:sp>
      </p:grpSp>
      <p:sp>
        <p:nvSpPr>
          <p:cNvPr id="32" name="Rectangle: Rounded Corners 31">
            <a:extLst>
              <a:ext uri="{FF2B5EF4-FFF2-40B4-BE49-F238E27FC236}">
                <a16:creationId xmlns:a16="http://schemas.microsoft.com/office/drawing/2014/main" id="{4BE55295-41C6-347C-953D-346130F1696A}"/>
              </a:ext>
            </a:extLst>
          </p:cNvPr>
          <p:cNvSpPr/>
          <p:nvPr/>
        </p:nvSpPr>
        <p:spPr>
          <a:xfrm>
            <a:off x="1227516" y="6115562"/>
            <a:ext cx="1879506" cy="406438"/>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75026"/>
            <a:endParaRPr lang="en-IN" sz="2264">
              <a:solidFill>
                <a:prstClr val="white"/>
              </a:solidFill>
              <a:latin typeface="Aptos" panose="02110004020202020204"/>
            </a:endParaRPr>
          </a:p>
        </p:txBody>
      </p:sp>
      <p:sp>
        <p:nvSpPr>
          <p:cNvPr id="33" name="Text Placeholder 5">
            <a:extLst>
              <a:ext uri="{FF2B5EF4-FFF2-40B4-BE49-F238E27FC236}">
                <a16:creationId xmlns:a16="http://schemas.microsoft.com/office/drawing/2014/main" id="{3550B390-B492-7C18-D6DB-22D286AA5081}"/>
              </a:ext>
            </a:extLst>
          </p:cNvPr>
          <p:cNvSpPr txBox="1">
            <a:spLocks/>
          </p:cNvSpPr>
          <p:nvPr/>
        </p:nvSpPr>
        <p:spPr>
          <a:xfrm>
            <a:off x="1859493" y="6198616"/>
            <a:ext cx="615553" cy="232243"/>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852843">
              <a:spcBef>
                <a:spcPts val="0"/>
              </a:spcBef>
              <a:spcAft>
                <a:spcPts val="548"/>
              </a:spcAft>
              <a:buSzTx/>
              <a:buNone/>
              <a:defRPr/>
            </a:pPr>
            <a:r>
              <a:rPr lang="en-IN" sz="1509">
                <a:solidFill>
                  <a:prstClr val="white"/>
                </a:solidFill>
                <a:latin typeface="Segoe UI Semibold" panose="020B0702040204020203" pitchFamily="34" charset="0"/>
                <a:cs typeface="Segoe UI Semibold" panose="020B0702040204020203" pitchFamily="34" charset="0"/>
              </a:rPr>
              <a:t>Agents</a:t>
            </a:r>
            <a:endParaRPr sz="1509">
              <a:solidFill>
                <a:prstClr val="white"/>
              </a:solidFill>
              <a:latin typeface="Segoe UI Semibold" panose="020B0702040204020203" pitchFamily="34" charset="0"/>
              <a:cs typeface="Segoe UI Semibold" panose="020B0702040204020203" pitchFamily="34" charset="0"/>
            </a:endParaRPr>
          </a:p>
        </p:txBody>
      </p:sp>
      <p:sp>
        <p:nvSpPr>
          <p:cNvPr id="30" name="Text Placeholder 5">
            <a:extLst>
              <a:ext uri="{FF2B5EF4-FFF2-40B4-BE49-F238E27FC236}">
                <a16:creationId xmlns:a16="http://schemas.microsoft.com/office/drawing/2014/main" id="{C2F7E62D-CB2E-436E-CDA2-0C46F4DD1DB5}"/>
              </a:ext>
            </a:extLst>
          </p:cNvPr>
          <p:cNvSpPr txBox="1">
            <a:spLocks/>
          </p:cNvSpPr>
          <p:nvPr/>
        </p:nvSpPr>
        <p:spPr>
          <a:xfrm>
            <a:off x="1088072" y="6631419"/>
            <a:ext cx="2158394" cy="60978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852843">
              <a:spcBef>
                <a:spcPts val="0"/>
              </a:spcBef>
              <a:spcAft>
                <a:spcPts val="548"/>
              </a:spcAft>
              <a:buSzTx/>
              <a:buNone/>
              <a:defRPr/>
            </a:pPr>
            <a:r>
              <a:rPr lang="en-US" sz="1321">
                <a:latin typeface="Segoe UI" panose="020B0502040204020203" pitchFamily="34" charset="0"/>
                <a:cs typeface="Segoe UI" panose="020B0502040204020203" pitchFamily="34" charset="0"/>
              </a:rPr>
              <a:t>Access to agents that use web data, work data agents are pay-as-you-go</a:t>
            </a:r>
            <a:endParaRPr sz="1321">
              <a:latin typeface="Segoe UI" panose="020B0502040204020203" pitchFamily="34" charset="0"/>
              <a:cs typeface="Segoe UI" panose="020B0502040204020203" pitchFamily="34" charset="0"/>
            </a:endParaRPr>
          </a:p>
        </p:txBody>
      </p:sp>
      <p:sp>
        <p:nvSpPr>
          <p:cNvPr id="38" name="Rectangle: Rounded Corners 37">
            <a:extLst>
              <a:ext uri="{FF2B5EF4-FFF2-40B4-BE49-F238E27FC236}">
                <a16:creationId xmlns:a16="http://schemas.microsoft.com/office/drawing/2014/main" id="{0A1BD91B-1A5A-186A-0FAF-4698970AC85D}"/>
              </a:ext>
            </a:extLst>
          </p:cNvPr>
          <p:cNvSpPr/>
          <p:nvPr/>
        </p:nvSpPr>
        <p:spPr>
          <a:xfrm>
            <a:off x="1227516" y="7969298"/>
            <a:ext cx="1879506" cy="406438"/>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75026"/>
            <a:endParaRPr lang="en-IN" sz="2264">
              <a:solidFill>
                <a:prstClr val="white"/>
              </a:solidFill>
              <a:latin typeface="Aptos" panose="02110004020202020204"/>
            </a:endParaRPr>
          </a:p>
        </p:txBody>
      </p:sp>
      <p:sp>
        <p:nvSpPr>
          <p:cNvPr id="39" name="Text Placeholder 5">
            <a:extLst>
              <a:ext uri="{FF2B5EF4-FFF2-40B4-BE49-F238E27FC236}">
                <a16:creationId xmlns:a16="http://schemas.microsoft.com/office/drawing/2014/main" id="{F18560B2-103E-9244-FFFE-2F5775AED53D}"/>
              </a:ext>
            </a:extLst>
          </p:cNvPr>
          <p:cNvSpPr txBox="1">
            <a:spLocks/>
          </p:cNvSpPr>
          <p:nvPr/>
        </p:nvSpPr>
        <p:spPr>
          <a:xfrm>
            <a:off x="1859492" y="8052352"/>
            <a:ext cx="738857" cy="232243"/>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852843">
              <a:spcBef>
                <a:spcPts val="0"/>
              </a:spcBef>
              <a:spcAft>
                <a:spcPts val="548"/>
              </a:spcAft>
              <a:buSzTx/>
              <a:buNone/>
              <a:defRPr/>
            </a:pPr>
            <a:r>
              <a:rPr lang="en-IN" sz="1509">
                <a:solidFill>
                  <a:prstClr val="white"/>
                </a:solidFill>
                <a:latin typeface="Segoe UI Semibold" panose="020B0702040204020203" pitchFamily="34" charset="0"/>
                <a:cs typeface="Segoe UI Semibold" panose="020B0702040204020203" pitchFamily="34" charset="0"/>
              </a:rPr>
              <a:t>Controls</a:t>
            </a:r>
            <a:endParaRPr sz="1509">
              <a:solidFill>
                <a:prstClr val="white"/>
              </a:solidFill>
              <a:latin typeface="Segoe UI Semibold" panose="020B0702040204020203" pitchFamily="34" charset="0"/>
              <a:cs typeface="Segoe UI Semibold" panose="020B0702040204020203" pitchFamily="34" charset="0"/>
            </a:endParaRPr>
          </a:p>
        </p:txBody>
      </p:sp>
      <p:sp>
        <p:nvSpPr>
          <p:cNvPr id="37" name="Text Placeholder 5">
            <a:extLst>
              <a:ext uri="{FF2B5EF4-FFF2-40B4-BE49-F238E27FC236}">
                <a16:creationId xmlns:a16="http://schemas.microsoft.com/office/drawing/2014/main" id="{DE71D118-A21E-128E-B4F2-8A76E0D42B02}"/>
              </a:ext>
            </a:extLst>
          </p:cNvPr>
          <p:cNvSpPr txBox="1">
            <a:spLocks/>
          </p:cNvSpPr>
          <p:nvPr/>
        </p:nvSpPr>
        <p:spPr>
          <a:xfrm>
            <a:off x="1088072" y="8485154"/>
            <a:ext cx="2158394" cy="60978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852843">
              <a:spcBef>
                <a:spcPts val="0"/>
              </a:spcBef>
              <a:spcAft>
                <a:spcPts val="548"/>
              </a:spcAft>
              <a:buSzTx/>
              <a:buNone/>
              <a:defRPr/>
            </a:pPr>
            <a:r>
              <a:rPr lang="en-US" sz="1321">
                <a:latin typeface="Segoe UI" panose="020B0502040204020203" pitchFamily="34" charset="0"/>
                <a:cs typeface="Segoe UI" panose="020B0502040204020203" pitchFamily="34" charset="0"/>
              </a:rPr>
              <a:t>Basic usage management controls and reporting for admins</a:t>
            </a:r>
            <a:endParaRPr sz="1321">
              <a:latin typeface="Segoe UI" panose="020B0502040204020203" pitchFamily="34" charset="0"/>
              <a:cs typeface="Segoe UI" panose="020B0502040204020203" pitchFamily="34" charset="0"/>
            </a:endParaRPr>
          </a:p>
        </p:txBody>
      </p:sp>
      <p:sp>
        <p:nvSpPr>
          <p:cNvPr id="40" name="Rounded Rectangle 56">
            <a:extLst>
              <a:ext uri="{FF2B5EF4-FFF2-40B4-BE49-F238E27FC236}">
                <a16:creationId xmlns:a16="http://schemas.microsoft.com/office/drawing/2014/main" id="{07789302-35C1-021B-E9E7-E87B8A5595E2}"/>
              </a:ext>
            </a:extLst>
          </p:cNvPr>
          <p:cNvSpPr>
            <a:spLocks/>
          </p:cNvSpPr>
          <p:nvPr/>
        </p:nvSpPr>
        <p:spPr bwMode="auto">
          <a:xfrm>
            <a:off x="4308243" y="3957557"/>
            <a:ext cx="2593777" cy="1728606"/>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defTabSz="621810" fontAlgn="base">
              <a:spcBef>
                <a:spcPct val="0"/>
              </a:spcBef>
              <a:spcAft>
                <a:spcPct val="0"/>
              </a:spcAft>
            </a:pPr>
            <a:endParaRPr lang="en-US" sz="1333" kern="0">
              <a:gradFill>
                <a:gsLst>
                  <a:gs pos="0">
                    <a:srgbClr val="FFFFFF"/>
                  </a:gs>
                  <a:gs pos="100000">
                    <a:srgbClr val="FFFFFF"/>
                  </a:gs>
                </a:gsLst>
                <a:lin ang="5400000" scaled="0"/>
              </a:gradFill>
              <a:latin typeface="Segoe UI"/>
              <a:cs typeface="Segoe UI" pitchFamily="34" charset="0"/>
            </a:endParaRPr>
          </a:p>
        </p:txBody>
      </p:sp>
      <p:sp>
        <p:nvSpPr>
          <p:cNvPr id="41" name="Rounded Rectangle 56">
            <a:extLst>
              <a:ext uri="{FF2B5EF4-FFF2-40B4-BE49-F238E27FC236}">
                <a16:creationId xmlns:a16="http://schemas.microsoft.com/office/drawing/2014/main" id="{EE29070A-7AB7-D778-D2D0-FFFA0726609D}"/>
              </a:ext>
            </a:extLst>
          </p:cNvPr>
          <p:cNvSpPr>
            <a:spLocks/>
          </p:cNvSpPr>
          <p:nvPr/>
        </p:nvSpPr>
        <p:spPr bwMode="auto">
          <a:xfrm>
            <a:off x="4308243" y="5811293"/>
            <a:ext cx="2593777" cy="1728606"/>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defTabSz="621810" fontAlgn="base">
              <a:spcBef>
                <a:spcPct val="0"/>
              </a:spcBef>
              <a:spcAft>
                <a:spcPct val="0"/>
              </a:spcAft>
            </a:pPr>
            <a:endParaRPr lang="en-US" sz="1333" kern="0">
              <a:gradFill>
                <a:gsLst>
                  <a:gs pos="0">
                    <a:srgbClr val="FFFFFF"/>
                  </a:gs>
                  <a:gs pos="100000">
                    <a:srgbClr val="FFFFFF"/>
                  </a:gs>
                </a:gsLst>
                <a:lin ang="5400000" scaled="0"/>
              </a:gradFill>
              <a:latin typeface="Segoe UI"/>
              <a:cs typeface="Segoe UI" pitchFamily="34" charset="0"/>
            </a:endParaRPr>
          </a:p>
        </p:txBody>
      </p:sp>
      <p:sp>
        <p:nvSpPr>
          <p:cNvPr id="51" name="Rounded Rectangle 56">
            <a:extLst>
              <a:ext uri="{FF2B5EF4-FFF2-40B4-BE49-F238E27FC236}">
                <a16:creationId xmlns:a16="http://schemas.microsoft.com/office/drawing/2014/main" id="{E2B54135-5A94-F7ED-13AE-78B11A45D67F}"/>
              </a:ext>
            </a:extLst>
          </p:cNvPr>
          <p:cNvSpPr>
            <a:spLocks/>
          </p:cNvSpPr>
          <p:nvPr/>
        </p:nvSpPr>
        <p:spPr bwMode="auto">
          <a:xfrm>
            <a:off x="4308243" y="7665029"/>
            <a:ext cx="2593777" cy="1728606"/>
          </a:xfrm>
          <a:prstGeom prst="roundRect">
            <a:avLst>
              <a:gd name="adj" fmla="val 5669"/>
            </a:avLst>
          </a:prstGeom>
          <a:solidFill>
            <a:srgbClr val="F2E5DE"/>
          </a:solidFill>
          <a:ln w="9525" cap="flat" cmpd="sng" algn="ctr">
            <a:solidFill>
              <a:schemeClr val="bg2"/>
            </a:solidFill>
            <a:prstDash val="solid"/>
            <a:headEnd type="none" w="med" len="med"/>
            <a:tailEnd type="none" w="med" len="med"/>
          </a:ln>
          <a:effectLst>
            <a:outerShdw blurRad="127000" dist="38100" dir="2700000" algn="tl" rotWithShape="0">
              <a:prstClr val="black">
                <a:alpha val="11000"/>
              </a:prstClr>
            </a:outerShdw>
          </a:effectLst>
        </p:spPr>
        <p:txBody>
          <a:bodyPr rot="0" spcFirstLastPara="0" vert="horz" wrap="square" lIns="121947" tIns="97558" rIns="121947" bIns="97558" numCol="1" spcCol="0" rtlCol="0" fromWordArt="0" anchor="t" anchorCtr="0" forceAA="0" compatLnSpc="1">
            <a:prstTxWarp prst="textNoShape">
              <a:avLst/>
            </a:prstTxWarp>
            <a:noAutofit/>
          </a:bodyPr>
          <a:lstStyle/>
          <a:p>
            <a:pPr defTabSz="621810" fontAlgn="base">
              <a:spcBef>
                <a:spcPct val="0"/>
              </a:spcBef>
              <a:spcAft>
                <a:spcPct val="0"/>
              </a:spcAft>
            </a:pPr>
            <a:endParaRPr lang="en-US" sz="1333" kern="0">
              <a:gradFill>
                <a:gsLst>
                  <a:gs pos="0">
                    <a:srgbClr val="FFFFFF"/>
                  </a:gs>
                  <a:gs pos="100000">
                    <a:srgbClr val="FFFFFF"/>
                  </a:gs>
                </a:gsLst>
                <a:lin ang="5400000" scaled="0"/>
              </a:gradFill>
              <a:latin typeface="Segoe UI"/>
              <a:cs typeface="Segoe UI" pitchFamily="34" charset="0"/>
            </a:endParaRPr>
          </a:p>
        </p:txBody>
      </p:sp>
      <p:grpSp>
        <p:nvGrpSpPr>
          <p:cNvPr id="52" name="Group 51">
            <a:extLst>
              <a:ext uri="{FF2B5EF4-FFF2-40B4-BE49-F238E27FC236}">
                <a16:creationId xmlns:a16="http://schemas.microsoft.com/office/drawing/2014/main" id="{9DDBE7E2-3539-5D9E-2503-2553F6D28E60}"/>
              </a:ext>
            </a:extLst>
          </p:cNvPr>
          <p:cNvGrpSpPr/>
          <p:nvPr/>
        </p:nvGrpSpPr>
        <p:grpSpPr>
          <a:xfrm>
            <a:off x="4525934" y="4260714"/>
            <a:ext cx="2158394" cy="907445"/>
            <a:chOff x="666348" y="3391793"/>
            <a:chExt cx="1716171" cy="721523"/>
          </a:xfrm>
        </p:grpSpPr>
        <p:grpSp>
          <p:nvGrpSpPr>
            <p:cNvPr id="53" name="Group 52">
              <a:extLst>
                <a:ext uri="{FF2B5EF4-FFF2-40B4-BE49-F238E27FC236}">
                  <a16:creationId xmlns:a16="http://schemas.microsoft.com/office/drawing/2014/main" id="{7C712E96-8CF0-56F4-8D0E-06597252037F}"/>
                </a:ext>
              </a:extLst>
            </p:cNvPr>
            <p:cNvGrpSpPr/>
            <p:nvPr/>
          </p:nvGrpSpPr>
          <p:grpSpPr>
            <a:xfrm>
              <a:off x="777222" y="3391793"/>
              <a:ext cx="1494423" cy="323165"/>
              <a:chOff x="777222" y="3263610"/>
              <a:chExt cx="1494423" cy="323165"/>
            </a:xfrm>
          </p:grpSpPr>
          <p:sp>
            <p:nvSpPr>
              <p:cNvPr id="55" name="Rectangle: Rounded Corners 54">
                <a:extLst>
                  <a:ext uri="{FF2B5EF4-FFF2-40B4-BE49-F238E27FC236}">
                    <a16:creationId xmlns:a16="http://schemas.microsoft.com/office/drawing/2014/main" id="{6CB2C89F-9E14-BB24-202A-AC5C75976041}"/>
                  </a:ext>
                </a:extLst>
              </p:cNvPr>
              <p:cNvSpPr/>
              <p:nvPr/>
            </p:nvSpPr>
            <p:spPr>
              <a:xfrm>
                <a:off x="777222" y="3263610"/>
                <a:ext cx="1494423" cy="323165"/>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75026"/>
                <a:endParaRPr lang="en-IN" sz="2264">
                  <a:solidFill>
                    <a:prstClr val="white"/>
                  </a:solidFill>
                  <a:latin typeface="Aptos" panose="02110004020202020204"/>
                </a:endParaRPr>
              </a:p>
            </p:txBody>
          </p:sp>
          <p:sp>
            <p:nvSpPr>
              <p:cNvPr id="56" name="Text Placeholder 5">
                <a:extLst>
                  <a:ext uri="{FF2B5EF4-FFF2-40B4-BE49-F238E27FC236}">
                    <a16:creationId xmlns:a16="http://schemas.microsoft.com/office/drawing/2014/main" id="{1CE67C55-917F-A2FD-3528-2D45C561FC75}"/>
                  </a:ext>
                </a:extLst>
              </p:cNvPr>
              <p:cNvSpPr txBox="1">
                <a:spLocks/>
              </p:cNvSpPr>
              <p:nvPr/>
            </p:nvSpPr>
            <p:spPr>
              <a:xfrm>
                <a:off x="943024" y="3329648"/>
                <a:ext cx="1162817" cy="184660"/>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852843">
                  <a:spcBef>
                    <a:spcPts val="0"/>
                  </a:spcBef>
                  <a:spcAft>
                    <a:spcPts val="548"/>
                  </a:spcAft>
                  <a:buSzTx/>
                  <a:buNone/>
                  <a:defRPr/>
                </a:pPr>
                <a:r>
                  <a:rPr lang="en-IN" sz="1509">
                    <a:solidFill>
                      <a:prstClr val="white"/>
                    </a:solidFill>
                    <a:latin typeface="Segoe UI Semibold" panose="020B0702040204020203" pitchFamily="34" charset="0"/>
                    <a:cs typeface="Segoe UI Semibold" panose="020B0702040204020203" pitchFamily="34" charset="0"/>
                  </a:rPr>
                  <a:t>AI-powered chat</a:t>
                </a:r>
                <a:endParaRPr sz="1509">
                  <a:solidFill>
                    <a:prstClr val="white"/>
                  </a:solidFill>
                  <a:latin typeface="Segoe UI Semibold" panose="020B0702040204020203" pitchFamily="34" charset="0"/>
                  <a:cs typeface="Segoe UI Semibold" panose="020B0702040204020203" pitchFamily="34" charset="0"/>
                </a:endParaRPr>
              </a:p>
            </p:txBody>
          </p:sp>
        </p:grpSp>
        <p:sp>
          <p:nvSpPr>
            <p:cNvPr id="54" name="Text Placeholder 5">
              <a:extLst>
                <a:ext uri="{FF2B5EF4-FFF2-40B4-BE49-F238E27FC236}">
                  <a16:creationId xmlns:a16="http://schemas.microsoft.com/office/drawing/2014/main" id="{52EF9912-C4C7-EF76-D627-442F4A4302CF}"/>
                </a:ext>
              </a:extLst>
            </p:cNvPr>
            <p:cNvSpPr txBox="1">
              <a:spLocks/>
            </p:cNvSpPr>
            <p:nvPr/>
          </p:nvSpPr>
          <p:spPr>
            <a:xfrm>
              <a:off x="666348" y="3790084"/>
              <a:ext cx="1716171" cy="32323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852843">
                <a:spcBef>
                  <a:spcPts val="0"/>
                </a:spcBef>
                <a:spcAft>
                  <a:spcPts val="548"/>
                </a:spcAft>
                <a:buSzTx/>
                <a:buNone/>
                <a:defRPr/>
              </a:pPr>
              <a:r>
                <a:rPr lang="en-US" sz="1321">
                  <a:latin typeface="Segoe UI" panose="020B0502040204020203" pitchFamily="34" charset="0"/>
                  <a:cs typeface="Segoe UI" panose="020B0502040204020203" pitchFamily="34" charset="0"/>
                </a:rPr>
                <a:t>Securely interact with Chat using web and work data</a:t>
              </a:r>
              <a:endParaRPr sz="1321">
                <a:latin typeface="Segoe UI" panose="020B0502040204020203" pitchFamily="34" charset="0"/>
                <a:cs typeface="Segoe UI" panose="020B0502040204020203" pitchFamily="34" charset="0"/>
              </a:endParaRPr>
            </a:p>
          </p:txBody>
        </p:sp>
      </p:grpSp>
      <p:sp>
        <p:nvSpPr>
          <p:cNvPr id="64" name="Rectangle: Rounded Corners 63">
            <a:extLst>
              <a:ext uri="{FF2B5EF4-FFF2-40B4-BE49-F238E27FC236}">
                <a16:creationId xmlns:a16="http://schemas.microsoft.com/office/drawing/2014/main" id="{251D3EEB-BE81-5D0A-7C3D-1359A36198B2}"/>
              </a:ext>
            </a:extLst>
          </p:cNvPr>
          <p:cNvSpPr/>
          <p:nvPr/>
        </p:nvSpPr>
        <p:spPr>
          <a:xfrm>
            <a:off x="4665378" y="6120307"/>
            <a:ext cx="1879506" cy="406438"/>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75026"/>
            <a:endParaRPr lang="en-IN" sz="2264">
              <a:solidFill>
                <a:prstClr val="white"/>
              </a:solidFill>
              <a:latin typeface="Aptos" panose="02110004020202020204"/>
            </a:endParaRPr>
          </a:p>
        </p:txBody>
      </p:sp>
      <p:sp>
        <p:nvSpPr>
          <p:cNvPr id="65" name="Text Placeholder 5">
            <a:extLst>
              <a:ext uri="{FF2B5EF4-FFF2-40B4-BE49-F238E27FC236}">
                <a16:creationId xmlns:a16="http://schemas.microsoft.com/office/drawing/2014/main" id="{EB622079-1E33-9DFE-3F7C-BADE6B636A79}"/>
              </a:ext>
            </a:extLst>
          </p:cNvPr>
          <p:cNvSpPr txBox="1">
            <a:spLocks/>
          </p:cNvSpPr>
          <p:nvPr/>
        </p:nvSpPr>
        <p:spPr>
          <a:xfrm>
            <a:off x="5297355" y="6203361"/>
            <a:ext cx="615553" cy="232243"/>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852843">
              <a:spcBef>
                <a:spcPts val="0"/>
              </a:spcBef>
              <a:spcAft>
                <a:spcPts val="548"/>
              </a:spcAft>
              <a:buSzTx/>
              <a:buNone/>
              <a:defRPr/>
            </a:pPr>
            <a:r>
              <a:rPr lang="en-IN" sz="1509">
                <a:solidFill>
                  <a:prstClr val="white"/>
                </a:solidFill>
                <a:latin typeface="Segoe UI Semibold" panose="020B0702040204020203" pitchFamily="34" charset="0"/>
                <a:cs typeface="Segoe UI Semibold" panose="020B0702040204020203" pitchFamily="34" charset="0"/>
              </a:rPr>
              <a:t>Agents</a:t>
            </a:r>
            <a:endParaRPr sz="1509">
              <a:solidFill>
                <a:prstClr val="white"/>
              </a:solidFill>
              <a:latin typeface="Segoe UI Semibold" panose="020B0702040204020203" pitchFamily="34" charset="0"/>
              <a:cs typeface="Segoe UI Semibold" panose="020B0702040204020203" pitchFamily="34" charset="0"/>
            </a:endParaRPr>
          </a:p>
        </p:txBody>
      </p:sp>
      <p:sp>
        <p:nvSpPr>
          <p:cNvPr id="62" name="Text Placeholder 5">
            <a:extLst>
              <a:ext uri="{FF2B5EF4-FFF2-40B4-BE49-F238E27FC236}">
                <a16:creationId xmlns:a16="http://schemas.microsoft.com/office/drawing/2014/main" id="{E4EFB238-0247-5189-C054-4387FC35B5D2}"/>
              </a:ext>
            </a:extLst>
          </p:cNvPr>
          <p:cNvSpPr txBox="1">
            <a:spLocks/>
          </p:cNvSpPr>
          <p:nvPr/>
        </p:nvSpPr>
        <p:spPr>
          <a:xfrm>
            <a:off x="4525934" y="6636165"/>
            <a:ext cx="2158394" cy="40652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852843">
              <a:spcBef>
                <a:spcPts val="0"/>
              </a:spcBef>
              <a:spcAft>
                <a:spcPts val="548"/>
              </a:spcAft>
              <a:buSzTx/>
              <a:buNone/>
              <a:defRPr/>
            </a:pPr>
            <a:r>
              <a:rPr lang="en-US" sz="1321">
                <a:latin typeface="Segoe UI" panose="020B0502040204020203" pitchFamily="34" charset="0"/>
                <a:cs typeface="Segoe UI" panose="020B0502040204020203" pitchFamily="34" charset="0"/>
              </a:rPr>
              <a:t>Includes access to agents that use web and work data</a:t>
            </a:r>
            <a:endParaRPr sz="1321">
              <a:latin typeface="Segoe UI" panose="020B0502040204020203" pitchFamily="34" charset="0"/>
              <a:cs typeface="Segoe UI" panose="020B0502040204020203" pitchFamily="34" charset="0"/>
            </a:endParaRPr>
          </a:p>
        </p:txBody>
      </p:sp>
      <p:sp>
        <p:nvSpPr>
          <p:cNvPr id="70" name="Rectangle: Rounded Corners 69">
            <a:extLst>
              <a:ext uri="{FF2B5EF4-FFF2-40B4-BE49-F238E27FC236}">
                <a16:creationId xmlns:a16="http://schemas.microsoft.com/office/drawing/2014/main" id="{D1B6AB42-2089-4755-22B8-11CEBC722900}"/>
              </a:ext>
            </a:extLst>
          </p:cNvPr>
          <p:cNvSpPr/>
          <p:nvPr/>
        </p:nvSpPr>
        <p:spPr>
          <a:xfrm>
            <a:off x="4665378" y="7974043"/>
            <a:ext cx="1879506" cy="406438"/>
          </a:xfrm>
          <a:prstGeom prst="round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75026"/>
            <a:endParaRPr lang="en-IN" sz="2264">
              <a:solidFill>
                <a:prstClr val="white"/>
              </a:solidFill>
              <a:latin typeface="Aptos" panose="02110004020202020204"/>
            </a:endParaRPr>
          </a:p>
        </p:txBody>
      </p:sp>
      <p:sp>
        <p:nvSpPr>
          <p:cNvPr id="72" name="Text Placeholder 5">
            <a:extLst>
              <a:ext uri="{FF2B5EF4-FFF2-40B4-BE49-F238E27FC236}">
                <a16:creationId xmlns:a16="http://schemas.microsoft.com/office/drawing/2014/main" id="{89D89A9C-662E-5C7B-D03D-201EA058E46A}"/>
              </a:ext>
            </a:extLst>
          </p:cNvPr>
          <p:cNvSpPr txBox="1">
            <a:spLocks/>
          </p:cNvSpPr>
          <p:nvPr/>
        </p:nvSpPr>
        <p:spPr>
          <a:xfrm>
            <a:off x="5297353" y="8061136"/>
            <a:ext cx="738857" cy="232243"/>
          </a:xfrm>
          <a:prstGeom prst="rect">
            <a:avLst/>
          </a:prstGeom>
        </p:spPr>
        <p:txBody>
          <a:bodyPr vert="horz" wrap="non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852843">
              <a:spcBef>
                <a:spcPts val="0"/>
              </a:spcBef>
              <a:spcAft>
                <a:spcPts val="548"/>
              </a:spcAft>
              <a:buSzTx/>
              <a:buNone/>
              <a:defRPr/>
            </a:pPr>
            <a:r>
              <a:rPr lang="en-IN" sz="1509">
                <a:solidFill>
                  <a:prstClr val="white"/>
                </a:solidFill>
                <a:latin typeface="Segoe UI Semibold" panose="020B0702040204020203" pitchFamily="34" charset="0"/>
                <a:cs typeface="Segoe UI Semibold" panose="020B0702040204020203" pitchFamily="34" charset="0"/>
              </a:rPr>
              <a:t>Controls</a:t>
            </a:r>
            <a:endParaRPr sz="1509">
              <a:solidFill>
                <a:prstClr val="white"/>
              </a:solidFill>
              <a:latin typeface="Segoe UI Semibold" panose="020B0702040204020203" pitchFamily="34" charset="0"/>
              <a:cs typeface="Segoe UI Semibold" panose="020B0702040204020203" pitchFamily="34" charset="0"/>
            </a:endParaRPr>
          </a:p>
        </p:txBody>
      </p:sp>
      <p:sp>
        <p:nvSpPr>
          <p:cNvPr id="69" name="Text Placeholder 5">
            <a:extLst>
              <a:ext uri="{FF2B5EF4-FFF2-40B4-BE49-F238E27FC236}">
                <a16:creationId xmlns:a16="http://schemas.microsoft.com/office/drawing/2014/main" id="{059CD9B6-0539-00EC-BF7F-F49182B6279B}"/>
              </a:ext>
            </a:extLst>
          </p:cNvPr>
          <p:cNvSpPr txBox="1">
            <a:spLocks/>
          </p:cNvSpPr>
          <p:nvPr/>
        </p:nvSpPr>
        <p:spPr>
          <a:xfrm>
            <a:off x="4525934" y="8489899"/>
            <a:ext cx="2158394" cy="60978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852843">
              <a:spcBef>
                <a:spcPts val="0"/>
              </a:spcBef>
              <a:spcAft>
                <a:spcPts val="548"/>
              </a:spcAft>
              <a:buSzTx/>
              <a:buNone/>
              <a:defRPr/>
            </a:pPr>
            <a:r>
              <a:rPr lang="en-US" sz="1321">
                <a:latin typeface="Segoe UI" panose="020B0502040204020203" pitchFamily="34" charset="0"/>
                <a:cs typeface="Segoe UI" panose="020B0502040204020203" pitchFamily="34" charset="0"/>
              </a:rPr>
              <a:t>Adds advanced management controls and analytics for admins</a:t>
            </a:r>
            <a:endParaRPr sz="1321">
              <a:latin typeface="Segoe UI" panose="020B0502040204020203" pitchFamily="34" charset="0"/>
              <a:cs typeface="Segoe UI" panose="020B0502040204020203" pitchFamily="34" charset="0"/>
            </a:endParaRPr>
          </a:p>
        </p:txBody>
      </p:sp>
      <p:sp>
        <p:nvSpPr>
          <p:cNvPr id="74" name="Oval 73">
            <a:extLst>
              <a:ext uri="{FF2B5EF4-FFF2-40B4-BE49-F238E27FC236}">
                <a16:creationId xmlns:a16="http://schemas.microsoft.com/office/drawing/2014/main" id="{5A17A4FF-131A-17BA-62E9-79F850F1DAC1}"/>
              </a:ext>
            </a:extLst>
          </p:cNvPr>
          <p:cNvSpPr/>
          <p:nvPr/>
        </p:nvSpPr>
        <p:spPr>
          <a:xfrm>
            <a:off x="3608357" y="3083244"/>
            <a:ext cx="555688" cy="555688"/>
          </a:xfrm>
          <a:prstGeom prst="ellipse">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75026"/>
            <a:endParaRPr lang="en-IN" sz="2264">
              <a:solidFill>
                <a:prstClr val="white"/>
              </a:solidFill>
              <a:latin typeface="Aptos" panose="02110004020202020204"/>
            </a:endParaRPr>
          </a:p>
        </p:txBody>
      </p:sp>
      <p:cxnSp>
        <p:nvCxnSpPr>
          <p:cNvPr id="78" name="Straight Connector 77">
            <a:extLst>
              <a:ext uri="{FF2B5EF4-FFF2-40B4-BE49-F238E27FC236}">
                <a16:creationId xmlns:a16="http://schemas.microsoft.com/office/drawing/2014/main" id="{A3FDD2CB-27D7-96BC-E12A-B5240FE8D23D}"/>
              </a:ext>
              <a:ext uri="{C183D7F6-B498-43B3-948B-1728B52AA6E4}">
                <adec:decorative xmlns:adec="http://schemas.microsoft.com/office/drawing/2017/decorative" val="1"/>
              </a:ext>
            </a:extLst>
          </p:cNvPr>
          <p:cNvCxnSpPr>
            <a:cxnSpLocks/>
          </p:cNvCxnSpPr>
          <p:nvPr/>
        </p:nvCxnSpPr>
        <p:spPr>
          <a:xfrm>
            <a:off x="4242257" y="3756450"/>
            <a:ext cx="2591191" cy="0"/>
          </a:xfrm>
          <a:prstGeom prst="line">
            <a:avLst/>
          </a:prstGeom>
          <a:ln>
            <a:solidFill>
              <a:schemeClr val="tx2">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681133F1-A9E6-C101-5059-FA1B720857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94670" y="5228982"/>
            <a:ext cx="345197" cy="345197"/>
          </a:xfrm>
          <a:prstGeom prst="rect">
            <a:avLst/>
          </a:prstGeom>
        </p:spPr>
      </p:pic>
      <p:grpSp>
        <p:nvGrpSpPr>
          <p:cNvPr id="103" name="Group 102">
            <a:extLst>
              <a:ext uri="{FF2B5EF4-FFF2-40B4-BE49-F238E27FC236}">
                <a16:creationId xmlns:a16="http://schemas.microsoft.com/office/drawing/2014/main" id="{5292CF45-BE5C-778B-1FFB-1F972FB0278A}"/>
              </a:ext>
            </a:extLst>
          </p:cNvPr>
          <p:cNvGrpSpPr/>
          <p:nvPr/>
        </p:nvGrpSpPr>
        <p:grpSpPr>
          <a:xfrm>
            <a:off x="5125082" y="5232946"/>
            <a:ext cx="895516" cy="352937"/>
            <a:chOff x="3757311" y="3192823"/>
            <a:chExt cx="712038" cy="280626"/>
          </a:xfrm>
        </p:grpSpPr>
        <p:pic>
          <p:nvPicPr>
            <p:cNvPr id="83" name="Graphic 82">
              <a:extLst>
                <a:ext uri="{FF2B5EF4-FFF2-40B4-BE49-F238E27FC236}">
                  <a16:creationId xmlns:a16="http://schemas.microsoft.com/office/drawing/2014/main" id="{36B3D3CC-6CBA-BEFA-5FB7-1F904E360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57311" y="3192823"/>
              <a:ext cx="274471" cy="274471"/>
            </a:xfrm>
            <a:prstGeom prst="rect">
              <a:avLst/>
            </a:prstGeom>
          </p:spPr>
        </p:pic>
        <p:pic>
          <p:nvPicPr>
            <p:cNvPr id="84" name="Graphic 83">
              <a:extLst>
                <a:ext uri="{FF2B5EF4-FFF2-40B4-BE49-F238E27FC236}">
                  <a16:creationId xmlns:a16="http://schemas.microsoft.com/office/drawing/2014/main" id="{E6543A4A-917E-6BA3-F224-7191F916C9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61688" y="3252010"/>
              <a:ext cx="126764" cy="126764"/>
            </a:xfrm>
            <a:prstGeom prst="rect">
              <a:avLst/>
            </a:prstGeom>
          </p:spPr>
        </p:pic>
        <p:pic>
          <p:nvPicPr>
            <p:cNvPr id="86" name="Graphic 85">
              <a:extLst>
                <a:ext uri="{FF2B5EF4-FFF2-40B4-BE49-F238E27FC236}">
                  <a16:creationId xmlns:a16="http://schemas.microsoft.com/office/drawing/2014/main" id="{A628C7A3-ACD7-2494-D9EE-34B9711B228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4878" y="3198978"/>
              <a:ext cx="274471" cy="274471"/>
            </a:xfrm>
            <a:prstGeom prst="rect">
              <a:avLst/>
            </a:prstGeom>
          </p:spPr>
        </p:pic>
      </p:grpSp>
      <p:pic>
        <p:nvPicPr>
          <p:cNvPr id="88" name="Graphic 87">
            <a:extLst>
              <a:ext uri="{FF2B5EF4-FFF2-40B4-BE49-F238E27FC236}">
                <a16:creationId xmlns:a16="http://schemas.microsoft.com/office/drawing/2014/main" id="{B1414944-5CB3-E94B-7EDB-82A1FE31F61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28853" y="6185838"/>
            <a:ext cx="265884" cy="265884"/>
          </a:xfrm>
          <a:prstGeom prst="rect">
            <a:avLst/>
          </a:prstGeom>
        </p:spPr>
      </p:pic>
      <p:pic>
        <p:nvPicPr>
          <p:cNvPr id="95" name="Graphic 94">
            <a:extLst>
              <a:ext uri="{FF2B5EF4-FFF2-40B4-BE49-F238E27FC236}">
                <a16:creationId xmlns:a16="http://schemas.microsoft.com/office/drawing/2014/main" id="{D540F8AA-7AD7-5C7A-2959-81AF51FF6D2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70145" y="6190583"/>
            <a:ext cx="265884" cy="265884"/>
          </a:xfrm>
          <a:prstGeom prst="rect">
            <a:avLst/>
          </a:prstGeom>
        </p:spPr>
      </p:pic>
      <p:pic>
        <p:nvPicPr>
          <p:cNvPr id="98" name="Graphic 97">
            <a:extLst>
              <a:ext uri="{FF2B5EF4-FFF2-40B4-BE49-F238E27FC236}">
                <a16:creationId xmlns:a16="http://schemas.microsoft.com/office/drawing/2014/main" id="{42CC6AAB-6C0C-A846-8F51-85F316B77CD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28853" y="8028762"/>
            <a:ext cx="287505" cy="287505"/>
          </a:xfrm>
          <a:prstGeom prst="rect">
            <a:avLst/>
          </a:prstGeom>
        </p:spPr>
      </p:pic>
      <p:pic>
        <p:nvPicPr>
          <p:cNvPr id="99" name="Graphic 98">
            <a:extLst>
              <a:ext uri="{FF2B5EF4-FFF2-40B4-BE49-F238E27FC236}">
                <a16:creationId xmlns:a16="http://schemas.microsoft.com/office/drawing/2014/main" id="{FA5B5A07-ABC3-8610-8B0D-6881734EB8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70146" y="8033507"/>
            <a:ext cx="287505" cy="287505"/>
          </a:xfrm>
          <a:prstGeom prst="rect">
            <a:avLst/>
          </a:prstGeom>
        </p:spPr>
      </p:pic>
      <p:sp>
        <p:nvSpPr>
          <p:cNvPr id="100" name="Arrow: Right 99">
            <a:extLst>
              <a:ext uri="{FF2B5EF4-FFF2-40B4-BE49-F238E27FC236}">
                <a16:creationId xmlns:a16="http://schemas.microsoft.com/office/drawing/2014/main" id="{FA5DD712-EADC-6310-22BE-446B2A2FDC9A}"/>
              </a:ext>
            </a:extLst>
          </p:cNvPr>
          <p:cNvSpPr/>
          <p:nvPr/>
        </p:nvSpPr>
        <p:spPr>
          <a:xfrm>
            <a:off x="3536486" y="4624467"/>
            <a:ext cx="642827" cy="551543"/>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75026"/>
            <a:endParaRPr lang="en-IN" sz="2264">
              <a:ln>
                <a:solidFill>
                  <a:srgbClr val="8A226F"/>
                </a:solidFill>
              </a:ln>
              <a:solidFill>
                <a:prstClr val="white"/>
              </a:solidFill>
              <a:latin typeface="Aptos" panose="02110004020202020204"/>
            </a:endParaRPr>
          </a:p>
        </p:txBody>
      </p:sp>
      <p:sp>
        <p:nvSpPr>
          <p:cNvPr id="101" name="Arrow: Right 100">
            <a:extLst>
              <a:ext uri="{FF2B5EF4-FFF2-40B4-BE49-F238E27FC236}">
                <a16:creationId xmlns:a16="http://schemas.microsoft.com/office/drawing/2014/main" id="{B4E213C0-0774-CADA-094E-479D5912A2DA}"/>
              </a:ext>
            </a:extLst>
          </p:cNvPr>
          <p:cNvSpPr/>
          <p:nvPr/>
        </p:nvSpPr>
        <p:spPr>
          <a:xfrm>
            <a:off x="3536486" y="6478203"/>
            <a:ext cx="642827" cy="551543"/>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75026"/>
            <a:endParaRPr lang="en-IN" sz="2264">
              <a:ln>
                <a:solidFill>
                  <a:srgbClr val="8A226F"/>
                </a:solidFill>
              </a:ln>
              <a:solidFill>
                <a:prstClr val="white"/>
              </a:solidFill>
              <a:latin typeface="Aptos" panose="02110004020202020204"/>
            </a:endParaRPr>
          </a:p>
        </p:txBody>
      </p:sp>
      <p:sp>
        <p:nvSpPr>
          <p:cNvPr id="102" name="Arrow: Right 101">
            <a:extLst>
              <a:ext uri="{FF2B5EF4-FFF2-40B4-BE49-F238E27FC236}">
                <a16:creationId xmlns:a16="http://schemas.microsoft.com/office/drawing/2014/main" id="{2A565BBE-0630-7DB7-97E7-0EF968D874FA}"/>
              </a:ext>
            </a:extLst>
          </p:cNvPr>
          <p:cNvSpPr/>
          <p:nvPr/>
        </p:nvSpPr>
        <p:spPr>
          <a:xfrm>
            <a:off x="3536486" y="8331938"/>
            <a:ext cx="642827" cy="551543"/>
          </a:xfrm>
          <a:prstGeom prst="rightArrow">
            <a:avLst/>
          </a:prstGeom>
          <a:solidFill>
            <a:srgbClr val="C03B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575026"/>
            <a:endParaRPr lang="en-IN" sz="2264">
              <a:ln>
                <a:solidFill>
                  <a:srgbClr val="8A226F"/>
                </a:solidFill>
              </a:ln>
              <a:solidFill>
                <a:prstClr val="white"/>
              </a:solidFill>
              <a:latin typeface="Aptos" panose="02110004020202020204"/>
            </a:endParaRPr>
          </a:p>
        </p:txBody>
      </p:sp>
      <p:sp>
        <p:nvSpPr>
          <p:cNvPr id="2" name="TextBox 1">
            <a:extLst>
              <a:ext uri="{FF2B5EF4-FFF2-40B4-BE49-F238E27FC236}">
                <a16:creationId xmlns:a16="http://schemas.microsoft.com/office/drawing/2014/main" id="{05ABA1B7-9910-2D65-4D24-AA801543A30A}"/>
              </a:ext>
            </a:extLst>
          </p:cNvPr>
          <p:cNvSpPr txBox="1"/>
          <p:nvPr/>
        </p:nvSpPr>
        <p:spPr>
          <a:xfrm>
            <a:off x="3649211" y="3119636"/>
            <a:ext cx="457176" cy="440762"/>
          </a:xfrm>
          <a:prstGeom prst="rect">
            <a:avLst/>
          </a:prstGeom>
          <a:noFill/>
        </p:spPr>
        <p:txBody>
          <a:bodyPr wrap="none" rtlCol="0">
            <a:spAutoFit/>
          </a:bodyPr>
          <a:lstStyle/>
          <a:p>
            <a:pPr algn="ctr" defTabSz="575026"/>
            <a:r>
              <a:rPr lang="en-IN" sz="2264" dirty="0">
                <a:solidFill>
                  <a:prstClr val="white"/>
                </a:solidFill>
                <a:latin typeface="Segoe UI Semibold" panose="020B0702040204020203" pitchFamily="34" charset="0"/>
                <a:cs typeface="Segoe UI Semibold" panose="020B0702040204020203" pitchFamily="34" charset="0"/>
              </a:rPr>
              <a:t>vs</a:t>
            </a:r>
            <a:endParaRPr lang="en-US" sz="2264" dirty="0">
              <a:solidFill>
                <a:prstClr val="white"/>
              </a:solidFill>
              <a:latin typeface="Segoe UI Semibold" panose="020B0702040204020203" pitchFamily="34" charset="0"/>
              <a:cs typeface="Segoe UI Semibold" panose="020B0702040204020203" pitchFamily="34" charset="0"/>
            </a:endParaRPr>
          </a:p>
        </p:txBody>
      </p:sp>
    </p:spTree>
  </p:cSld>
  <p:clrMapOvr>
    <a:masterClrMapping/>
  </p:clrMapOvr>
</p:sld>
</file>

<file path=ppt/theme/theme1.xml><?xml version="1.0" encoding="utf-8"?>
<a:theme xmlns:a="http://schemas.openxmlformats.org/drawingml/2006/main" name="CSP Template Diamond 06/23">
  <a:themeElements>
    <a:clrScheme name="CSP Colors 06/23">
      <a:dk1>
        <a:srgbClr val="1A1A1A"/>
      </a:dk1>
      <a:lt1>
        <a:srgbClr val="FFFFFF"/>
      </a:lt1>
      <a:dk2>
        <a:srgbClr val="0D0D0D"/>
      </a:dk2>
      <a:lt2>
        <a:srgbClr val="E6E6E6"/>
      </a:lt2>
      <a:accent1>
        <a:srgbClr val="0078D4"/>
      </a:accent1>
      <a:accent2>
        <a:srgbClr val="243A5E"/>
      </a:accent2>
      <a:accent3>
        <a:srgbClr val="50E6FF"/>
      </a:accent3>
      <a:accent4>
        <a:srgbClr val="5D5BD4"/>
      </a:accent4>
      <a:accent5>
        <a:srgbClr val="737373"/>
      </a:accent5>
      <a:accent6>
        <a:srgbClr val="D2D2D2"/>
      </a:accent6>
      <a:hlink>
        <a:srgbClr val="0076D3"/>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2.xml><?xml version="1.0" encoding="utf-8"?>
<a:theme xmlns:a="http://schemas.openxmlformats.org/drawingml/2006/main" name="1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3.xml><?xml version="1.0" encoding="utf-8"?>
<a:theme xmlns:a="http://schemas.openxmlformats.org/drawingml/2006/main" name="2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3_CSP Template Diamond 06/23">
  <a:themeElements>
    <a:clrScheme name="SCI new branding">
      <a:dk1>
        <a:srgbClr val="000000"/>
      </a:dk1>
      <a:lt1>
        <a:srgbClr val="FFFFFF"/>
      </a:lt1>
      <a:dk2>
        <a:srgbClr val="091F2C"/>
      </a:dk2>
      <a:lt2>
        <a:srgbClr val="F4F3F5"/>
      </a:lt2>
      <a:accent1>
        <a:srgbClr val="0078D4"/>
      </a:accent1>
      <a:accent2>
        <a:srgbClr val="FFB900"/>
      </a:accent2>
      <a:accent3>
        <a:srgbClr val="07641D"/>
      </a:accent3>
      <a:accent4>
        <a:srgbClr val="454142"/>
      </a:accent4>
      <a:accent5>
        <a:srgbClr val="8DE971"/>
      </a:accent5>
      <a:accent6>
        <a:srgbClr val="8DC8E8"/>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5.xml><?xml version="1.0" encoding="utf-8"?>
<a:theme xmlns:a="http://schemas.openxmlformats.org/drawingml/2006/main" name="3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ssetDescription xmlns="81d62c47-1ee8-4b15-a2ba-e551e210471e" xsi:nil="true"/>
    <TaxCatchAll xmlns="1b7c06a1-1aa9-4ffb-acc3-69175dc60550" xsi:nil="true"/>
    <lcf76f155ced4ddcb4097134ff3c332f xmlns="81d62c47-1ee8-4b15-a2ba-e551e210471e">
      <Terms xmlns="http://schemas.microsoft.com/office/infopath/2007/PartnerControls"/>
    </lcf76f155ced4ddcb4097134ff3c332f>
    <Language xmlns="81d62c47-1ee8-4b15-a2ba-e551e210471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C671BC8BD2EE04888B74DECA3082CFA" ma:contentTypeVersion="21" ma:contentTypeDescription="Create a new document." ma:contentTypeScope="" ma:versionID="9cc1df61b3026c54177684bb56f32108">
  <xsd:schema xmlns:xsd="http://www.w3.org/2001/XMLSchema" xmlns:xs="http://www.w3.org/2001/XMLSchema" xmlns:p="http://schemas.microsoft.com/office/2006/metadata/properties" xmlns:ns2="81d62c47-1ee8-4b15-a2ba-e551e210471e" xmlns:ns3="1b7c06a1-1aa9-4ffb-acc3-69175dc60550" targetNamespace="http://schemas.microsoft.com/office/2006/metadata/properties" ma:root="true" ma:fieldsID="729a61ac2665cd4365bde4269ea1574e" ns2:_="" ns3:_="">
    <xsd:import namespace="81d62c47-1ee8-4b15-a2ba-e551e210471e"/>
    <xsd:import namespace="1b7c06a1-1aa9-4ffb-acc3-69175dc6055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anguage" minOccurs="0"/>
                <xsd:element ref="ns2:lcf76f155ced4ddcb4097134ff3c332f" minOccurs="0"/>
                <xsd:element ref="ns3:TaxCatchAll" minOccurs="0"/>
                <xsd:element ref="ns2:MediaServiceObjectDetectorVersions" minOccurs="0"/>
                <xsd:element ref="ns2:MediaServiceSearchProperties" minOccurs="0"/>
                <xsd:element ref="ns2:AssetDescrip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d62c47-1ee8-4b15-a2ba-e551e21047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anguage" ma:index="21" nillable="true" ma:displayName="Language" ma:format="Dropdown" ma:internalName="Language">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b075134e-686e-41d4-a98b-2f36c81e2c5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ssetDescription" ma:index="27" nillable="true" ma:displayName="Asset Description" ma:format="Dropdown" ma:internalName="AssetDescription">
      <xsd:simpleType>
        <xsd:restriction base="dms:Text">
          <xsd:maxLength value="255"/>
        </xsd:restriction>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b7c06a1-1aa9-4ffb-acc3-69175dc6055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2d4c6e7-d7fd-4dba-9819-956db0c65ca0}" ma:internalName="TaxCatchAll" ma:showField="CatchAllData" ma:web="1b7c06a1-1aa9-4ffb-acc3-69175dc6055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9DA0CC2-1119-4EEA-BD26-6E2CD1410D6F}">
  <ds:schemaRefs>
    <ds:schemaRef ds:uri="1b7c06a1-1aa9-4ffb-acc3-69175dc60550"/>
    <ds:schemaRef ds:uri="81d62c47-1ee8-4b15-a2ba-e551e21047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A8EFAFD-73F5-4ACC-94D9-04EFE09C58EB}">
  <ds:schemaRefs>
    <ds:schemaRef ds:uri="http://schemas.microsoft.com/sharepoint/v3/contenttype/forms"/>
  </ds:schemaRefs>
</ds:datastoreItem>
</file>

<file path=customXml/itemProps3.xml><?xml version="1.0" encoding="utf-8"?>
<ds:datastoreItem xmlns:ds="http://schemas.openxmlformats.org/officeDocument/2006/customXml" ds:itemID="{86D61BEA-189F-4841-900C-504B065D03CA}">
  <ds:schemaRefs>
    <ds:schemaRef ds:uri="1b7c06a1-1aa9-4ffb-acc3-69175dc60550"/>
    <ds:schemaRef ds:uri="81d62c47-1ee8-4b15-a2ba-e551e21047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1</TotalTime>
  <Words>639</Words>
  <Application>Microsoft Office PowerPoint</Application>
  <PresentationFormat>Custom</PresentationFormat>
  <Paragraphs>77</Paragraphs>
  <Slides>3</Slides>
  <Notes>2</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3</vt:i4>
      </vt:variant>
    </vt:vector>
  </HeadingPairs>
  <TitlesOfParts>
    <vt:vector size="18" baseType="lpstr">
      <vt:lpstr>Aptos</vt:lpstr>
      <vt:lpstr>Aptos Display</vt:lpstr>
      <vt:lpstr>Arial</vt:lpstr>
      <vt:lpstr>Calibri</vt:lpstr>
      <vt:lpstr>Segoe Sans Display</vt:lpstr>
      <vt:lpstr>Segoe Sans Display Semibold</vt:lpstr>
      <vt:lpstr>Segoe Sans Display Semilight</vt:lpstr>
      <vt:lpstr>Segoe UI</vt:lpstr>
      <vt:lpstr>Segoe UI Semibold</vt:lpstr>
      <vt:lpstr>Wingdings</vt:lpstr>
      <vt:lpstr>CSP Template Diamond 06/23</vt:lpstr>
      <vt:lpstr>1_CSP Template Diamond 06/23</vt:lpstr>
      <vt:lpstr>2_CSP Template Diamond 06/23</vt:lpstr>
      <vt:lpstr>3_CSP Template Diamond 06/23</vt:lpstr>
      <vt:lpstr>3_Office Theme</vt:lpstr>
      <vt:lpstr>Microsoft 365 Copilot Business</vt:lpstr>
      <vt:lpstr>Microsoft Purview Suite for Microsoft 365 Business Premium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Vandan Jain</cp:lastModifiedBy>
  <cp:revision>1</cp:revision>
  <dcterms:created xsi:type="dcterms:W3CDTF">2025-03-07T21:16:33Z</dcterms:created>
  <dcterms:modified xsi:type="dcterms:W3CDTF">2026-05-08T01:22:42Z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0x0101009C671BC8BD2EE04888B74DECA3082CFA</vt:lpwstr>
  </property>
</Properties>
</file>
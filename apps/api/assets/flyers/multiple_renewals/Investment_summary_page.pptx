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  <p:sldMasterId id="2147483744" r:id="rId5"/>
  </p:sldMasterIdLst>
  <p:notesMasterIdLst>
    <p:notesMasterId r:id="rId7"/>
  </p:notesMasterIdLst>
  <p:sldIdLst>
    <p:sldId id="2147470020" r:id="rId6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5616" userDrawn="1">
          <p15:clr>
            <a:srgbClr val="A4A3A4"/>
          </p15:clr>
        </p15:guide>
        <p15:guide id="4" pos="2448">
          <p15:clr>
            <a:srgbClr val="A4A3A4"/>
          </p15:clr>
        </p15:guide>
        <p15:guide id="5" orient="horz" pos="4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2475"/>
    <a:srgbClr val="F2E5DE"/>
    <a:srgbClr val="FEFEFE"/>
    <a:srgbClr val="B740C5"/>
    <a:srgbClr val="F2F2F2"/>
    <a:srgbClr val="FCF2F9"/>
    <a:srgbClr val="5EA6AB"/>
    <a:srgbClr val="E9FED1"/>
    <a:srgbClr val="FFFFFF"/>
    <a:srgbClr val="091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1C3EC5-5162-2351-2983-DA2EF868EF41}" v="3" dt="2026-03-02T08:21:47.368"/>
    <p1510:client id="{1B5C0557-943F-4812-AFCF-ECBB1D08FB5F}" v="7" dt="2026-03-02T08:29:55.403"/>
    <p1510:client id="{C87CE196-C71C-45EE-846F-C0F6AAE7C9EE}" v="72" dt="2026-03-02T10:59:05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5616"/>
        <p:guide pos="2448"/>
        <p:guide orient="horz" pos="40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Dehury" userId="S::praveend@hsv.digital::77009b3f-ee31-425d-b17c-2f6ea73f5149" providerId="AD" clId="Web-{03D38E37-8818-630E-92B4-E63F9477C629}"/>
    <pc:docChg chg="modSld">
      <pc:chgData name="Praveen Dehury" userId="S::praveend@hsv.digital::77009b3f-ee31-425d-b17c-2f6ea73f5149" providerId="AD" clId="Web-{03D38E37-8818-630E-92B4-E63F9477C629}" dt="2026-02-21T19:41:08.823" v="3" actId="20577"/>
      <pc:docMkLst>
        <pc:docMk/>
      </pc:docMkLst>
    </pc:docChg>
  </pc:docChgLst>
  <pc:docChgLst>
    <pc:chgData name="Shreya Singh" userId="S::shreya.singh@hsv.digital::b354311e-5542-4a3b-80c7-af4347e0a1ac" providerId="AD" clId="Web-{041C3EC5-5162-2351-2983-DA2EF868EF41}"/>
    <pc:docChg chg="addSld modSld">
      <pc:chgData name="Shreya Singh" userId="S::shreya.singh@hsv.digital::b354311e-5542-4a3b-80c7-af4347e0a1ac" providerId="AD" clId="Web-{041C3EC5-5162-2351-2983-DA2EF868EF41}" dt="2026-03-02T08:21:47.368" v="2"/>
      <pc:docMkLst>
        <pc:docMk/>
      </pc:docMkLst>
      <pc:sldChg chg="addSp modSp add">
        <pc:chgData name="Shreya Singh" userId="S::shreya.singh@hsv.digital::b354311e-5542-4a3b-80c7-af4347e0a1ac" providerId="AD" clId="Web-{041C3EC5-5162-2351-2983-DA2EF868EF41}" dt="2026-03-02T08:21:47.368" v="2"/>
        <pc:sldMkLst>
          <pc:docMk/>
          <pc:sldMk cId="250216974" sldId="2147470020"/>
        </pc:sldMkLst>
        <pc:graphicFrameChg chg="mod">
          <ac:chgData name="Shreya Singh" userId="S::shreya.singh@hsv.digital::b354311e-5542-4a3b-80c7-af4347e0a1ac" providerId="AD" clId="Web-{041C3EC5-5162-2351-2983-DA2EF868EF41}" dt="2026-03-02T08:21:46.571" v="1" actId="1076"/>
          <ac:graphicFrameMkLst>
            <pc:docMk/>
            <pc:sldMk cId="250216974" sldId="2147470020"/>
            <ac:graphicFrameMk id="3" creationId="{31A1B255-2514-AB7D-6ADF-32E001B7419A}"/>
          </ac:graphicFrameMkLst>
        </pc:graphicFrameChg>
        <pc:graphicFrameChg chg="add">
          <ac:chgData name="Shreya Singh" userId="S::shreya.singh@hsv.digital::b354311e-5542-4a3b-80c7-af4347e0a1ac" providerId="AD" clId="Web-{041C3EC5-5162-2351-2983-DA2EF868EF41}" dt="2026-03-02T08:21:47.368" v="2"/>
          <ac:graphicFrameMkLst>
            <pc:docMk/>
            <pc:sldMk cId="250216974" sldId="2147470020"/>
            <ac:graphicFrameMk id="6" creationId="{E13AF54E-CB91-19CD-7860-5831BC1D089A}"/>
          </ac:graphicFrameMkLst>
        </pc:graphicFrameChg>
      </pc:sldChg>
    </pc:docChg>
  </pc:docChgLst>
  <pc:docChgLst>
    <pc:chgData name="Vandan Jain" userId="4244b45b-25d1-413d-855b-6597e767c081" providerId="ADAL" clId="{67AB2A15-26B8-47FB-BEC6-EFDC03C3B3B6}"/>
    <pc:docChg chg="undo custSel addSld delSld modSld sldOrd delMainMaster">
      <pc:chgData name="Vandan Jain" userId="4244b45b-25d1-413d-855b-6597e767c081" providerId="ADAL" clId="{67AB2A15-26B8-47FB-BEC6-EFDC03C3B3B6}" dt="2026-03-02T10:59:05.444" v="566"/>
      <pc:docMkLst>
        <pc:docMk/>
      </pc:docMkLst>
      <pc:sldChg chg="addSp delSp modSp add del mod">
        <pc:chgData name="Vandan Jain" userId="4244b45b-25d1-413d-855b-6597e767c081" providerId="ADAL" clId="{67AB2A15-26B8-47FB-BEC6-EFDC03C3B3B6}" dt="2026-03-02T08:39:17.773" v="509" actId="47"/>
        <pc:sldMkLst>
          <pc:docMk/>
          <pc:sldMk cId="1792408348" sldId="2147470018"/>
        </pc:sldMkLst>
        <pc:spChg chg="mod">
          <ac:chgData name="Vandan Jain" userId="4244b45b-25d1-413d-855b-6597e767c081" providerId="ADAL" clId="{67AB2A15-26B8-47FB-BEC6-EFDC03C3B3B6}" dt="2026-03-02T06:01:22.530" v="436" actId="1035"/>
          <ac:spMkLst>
            <pc:docMk/>
            <pc:sldMk cId="1792408348" sldId="2147470018"/>
            <ac:spMk id="2" creationId="{CAC32995-1F1B-AC66-7F4C-88FE24B0F5A5}"/>
          </ac:spMkLst>
        </pc:spChg>
        <pc:graphicFrameChg chg="add mod modGraphic">
          <ac:chgData name="Vandan Jain" userId="4244b45b-25d1-413d-855b-6597e767c081" providerId="ADAL" clId="{67AB2A15-26B8-47FB-BEC6-EFDC03C3B3B6}" dt="2026-03-02T06:01:55.410" v="490" actId="20577"/>
          <ac:graphicFrameMkLst>
            <pc:docMk/>
            <pc:sldMk cId="1792408348" sldId="2147470018"/>
            <ac:graphicFrameMk id="3" creationId="{165C5923-588E-25C4-1181-5CF3C7931B6C}"/>
          </ac:graphicFrameMkLst>
        </pc:graphicFrameChg>
        <pc:picChg chg="mod">
          <ac:chgData name="Vandan Jain" userId="4244b45b-25d1-413d-855b-6597e767c081" providerId="ADAL" clId="{67AB2A15-26B8-47FB-BEC6-EFDC03C3B3B6}" dt="2026-03-02T06:02:18.900" v="494" actId="1076"/>
          <ac:picMkLst>
            <pc:docMk/>
            <pc:sldMk cId="1792408348" sldId="2147470018"/>
            <ac:picMk id="5" creationId="{09750304-C7FC-35F6-897A-903D5B33D764}"/>
          </ac:picMkLst>
        </pc:picChg>
      </pc:sldChg>
      <pc:sldChg chg="delSp modSp mod">
        <pc:chgData name="Vandan Jain" userId="4244b45b-25d1-413d-855b-6597e767c081" providerId="ADAL" clId="{67AB2A15-26B8-47FB-BEC6-EFDC03C3B3B6}" dt="2026-03-02T10:59:05.444" v="566"/>
        <pc:sldMkLst>
          <pc:docMk/>
          <pc:sldMk cId="250216974" sldId="2147470020"/>
        </pc:sldMkLst>
        <pc:spChg chg="mod">
          <ac:chgData name="Vandan Jain" userId="4244b45b-25d1-413d-855b-6597e767c081" providerId="ADAL" clId="{67AB2A15-26B8-47FB-BEC6-EFDC03C3B3B6}" dt="2026-03-02T08:39:58.813" v="546" actId="14100"/>
          <ac:spMkLst>
            <pc:docMk/>
            <pc:sldMk cId="250216974" sldId="2147470020"/>
            <ac:spMk id="2" creationId="{2B75B86C-579F-EF1C-31CA-59164AA2A4C2}"/>
          </ac:spMkLst>
        </pc:spChg>
        <pc:spChg chg="del mod">
          <ac:chgData name="Vandan Jain" userId="4244b45b-25d1-413d-855b-6597e767c081" providerId="ADAL" clId="{67AB2A15-26B8-47FB-BEC6-EFDC03C3B3B6}" dt="2026-03-02T08:38:58.283" v="502" actId="478"/>
          <ac:spMkLst>
            <pc:docMk/>
            <pc:sldMk cId="250216974" sldId="2147470020"/>
            <ac:spMk id="9" creationId="{0BB6CEA0-6A70-CF5A-2099-FAF6928F0459}"/>
          </ac:spMkLst>
        </pc:spChg>
        <pc:spChg chg="del">
          <ac:chgData name="Vandan Jain" userId="4244b45b-25d1-413d-855b-6597e767c081" providerId="ADAL" clId="{67AB2A15-26B8-47FB-BEC6-EFDC03C3B3B6}" dt="2026-03-02T08:38:08.069" v="495" actId="478"/>
          <ac:spMkLst>
            <pc:docMk/>
            <pc:sldMk cId="250216974" sldId="2147470020"/>
            <ac:spMk id="10" creationId="{7796A7C4-5F0A-D377-5E46-0CCDF2353503}"/>
          </ac:spMkLst>
        </pc:spChg>
        <pc:spChg chg="del mod">
          <ac:chgData name="Vandan Jain" userId="4244b45b-25d1-413d-855b-6597e767c081" providerId="ADAL" clId="{67AB2A15-26B8-47FB-BEC6-EFDC03C3B3B6}" dt="2026-03-02T08:38:58.283" v="502" actId="478"/>
          <ac:spMkLst>
            <pc:docMk/>
            <pc:sldMk cId="250216974" sldId="2147470020"/>
            <ac:spMk id="11" creationId="{00639808-44DF-7F9C-A6C7-5ECBDC7D60EC}"/>
          </ac:spMkLst>
        </pc:spChg>
        <pc:grpChg chg="del mod">
          <ac:chgData name="Vandan Jain" userId="4244b45b-25d1-413d-855b-6597e767c081" providerId="ADAL" clId="{67AB2A15-26B8-47FB-BEC6-EFDC03C3B3B6}" dt="2026-03-02T08:38:17.366" v="497" actId="478"/>
          <ac:grpSpMkLst>
            <pc:docMk/>
            <pc:sldMk cId="250216974" sldId="2147470020"/>
            <ac:grpSpMk id="13" creationId="{C3D5A481-6218-4D8B-FEC0-42EE1B1813A3}"/>
          </ac:grpSpMkLst>
        </pc:grpChg>
        <pc:grpChg chg="del mod">
          <ac:chgData name="Vandan Jain" userId="4244b45b-25d1-413d-855b-6597e767c081" providerId="ADAL" clId="{67AB2A15-26B8-47FB-BEC6-EFDC03C3B3B6}" dt="2026-03-02T08:38:58.283" v="502" actId="478"/>
          <ac:grpSpMkLst>
            <pc:docMk/>
            <pc:sldMk cId="250216974" sldId="2147470020"/>
            <ac:grpSpMk id="26" creationId="{979A1EBC-EC0C-4321-B53F-7A99AD4CC958}"/>
          </ac:grpSpMkLst>
        </pc:grpChg>
        <pc:graphicFrameChg chg="mod modGraphic">
          <ac:chgData name="Vandan Jain" userId="4244b45b-25d1-413d-855b-6597e767c081" providerId="ADAL" clId="{67AB2A15-26B8-47FB-BEC6-EFDC03C3B3B6}" dt="2026-03-02T10:59:05.444" v="566"/>
          <ac:graphicFrameMkLst>
            <pc:docMk/>
            <pc:sldMk cId="250216974" sldId="2147470020"/>
            <ac:graphicFrameMk id="6" creationId="{E13AF54E-CB91-19CD-7860-5831BC1D089A}"/>
          </ac:graphicFrameMkLst>
        </pc:graphicFrameChg>
      </pc:sldChg>
      <pc:sldMasterChg chg="delSldLayout">
        <pc:chgData name="Vandan Jain" userId="4244b45b-25d1-413d-855b-6597e767c081" providerId="ADAL" clId="{67AB2A15-26B8-47FB-BEC6-EFDC03C3B3B6}" dt="2026-02-22T19:21:53.710" v="384" actId="47"/>
        <pc:sldMasterMkLst>
          <pc:docMk/>
          <pc:sldMasterMk cId="2863918117" sldId="2147483744"/>
        </pc:sldMasterMkLst>
      </pc:sldMasterChg>
    </pc:docChg>
  </pc:docChgLst>
  <pc:docChgLst>
    <pc:chgData name="Shreya Singh" userId="b354311e-5542-4a3b-80c7-af4347e0a1ac" providerId="ADAL" clId="{24CE2105-6015-495D-A54D-6F3B21ACCFC8}"/>
    <pc:docChg chg="custSel modSld sldOrd">
      <pc:chgData name="Shreya Singh" userId="b354311e-5542-4a3b-80c7-af4347e0a1ac" providerId="ADAL" clId="{24CE2105-6015-495D-A54D-6F3B21ACCFC8}" dt="2026-03-02T08:29:55.403" v="62" actId="14100"/>
      <pc:docMkLst>
        <pc:docMk/>
      </pc:docMkLst>
      <pc:sldChg chg="ord">
        <pc:chgData name="Shreya Singh" userId="b354311e-5542-4a3b-80c7-af4347e0a1ac" providerId="ADAL" clId="{24CE2105-6015-495D-A54D-6F3B21ACCFC8}" dt="2026-03-02T08:29:27.400" v="61"/>
        <pc:sldMkLst>
          <pc:docMk/>
          <pc:sldMk cId="1792408348" sldId="2147470018"/>
        </pc:sldMkLst>
      </pc:sldChg>
      <pc:sldChg chg="addSp delSp modSp mod">
        <pc:chgData name="Shreya Singh" userId="b354311e-5542-4a3b-80c7-af4347e0a1ac" providerId="ADAL" clId="{24CE2105-6015-495D-A54D-6F3B21ACCFC8}" dt="2026-03-02T08:29:55.403" v="62" actId="14100"/>
        <pc:sldMkLst>
          <pc:docMk/>
          <pc:sldMk cId="250216974" sldId="2147470020"/>
        </pc:sldMkLst>
        <pc:spChg chg="mod">
          <ac:chgData name="Shreya Singh" userId="b354311e-5542-4a3b-80c7-af4347e0a1ac" providerId="ADAL" clId="{24CE2105-6015-495D-A54D-6F3B21ACCFC8}" dt="2026-03-02T08:29:13.398" v="58" actId="14100"/>
          <ac:spMkLst>
            <pc:docMk/>
            <pc:sldMk cId="250216974" sldId="2147470020"/>
            <ac:spMk id="9" creationId="{0BB6CEA0-6A70-CF5A-2099-FAF6928F0459}"/>
          </ac:spMkLst>
        </pc:spChg>
        <pc:spChg chg="mod">
          <ac:chgData name="Shreya Singh" userId="b354311e-5542-4a3b-80c7-af4347e0a1ac" providerId="ADAL" clId="{24CE2105-6015-495D-A54D-6F3B21ACCFC8}" dt="2026-03-02T08:29:55.403" v="62" actId="14100"/>
          <ac:spMkLst>
            <pc:docMk/>
            <pc:sldMk cId="250216974" sldId="2147470020"/>
            <ac:spMk id="10" creationId="{7796A7C4-5F0A-D377-5E46-0CCDF2353503}"/>
          </ac:spMkLst>
        </pc:spChg>
        <pc:grpChg chg="add mod">
          <ac:chgData name="Shreya Singh" userId="b354311e-5542-4a3b-80c7-af4347e0a1ac" providerId="ADAL" clId="{24CE2105-6015-495D-A54D-6F3B21ACCFC8}" dt="2026-03-02T08:24:55.385" v="32" actId="12788"/>
          <ac:grpSpMkLst>
            <pc:docMk/>
            <pc:sldMk cId="250216974" sldId="2147470020"/>
            <ac:grpSpMk id="13" creationId="{C3D5A481-6218-4D8B-FEC0-42EE1B1813A3}"/>
          </ac:grpSpMkLst>
        </pc:grpChg>
        <pc:grpChg chg="del">
          <ac:chgData name="Shreya Singh" userId="b354311e-5542-4a3b-80c7-af4347e0a1ac" providerId="ADAL" clId="{24CE2105-6015-495D-A54D-6F3B21ACCFC8}" dt="2026-03-02T08:23:39.561" v="20" actId="21"/>
          <ac:grpSpMkLst>
            <pc:docMk/>
            <pc:sldMk cId="250216974" sldId="2147470020"/>
            <ac:grpSpMk id="23" creationId="{C3D5A481-6218-4D8B-FEC0-42EE1B1813A3}"/>
          </ac:grpSpMkLst>
        </pc:grpChg>
        <pc:grpChg chg="mod">
          <ac:chgData name="Shreya Singh" userId="b354311e-5542-4a3b-80c7-af4347e0a1ac" providerId="ADAL" clId="{24CE2105-6015-495D-A54D-6F3B21ACCFC8}" dt="2026-03-02T08:26:05.719" v="38" actId="14100"/>
          <ac:grpSpMkLst>
            <pc:docMk/>
            <pc:sldMk cId="250216974" sldId="2147470020"/>
            <ac:grpSpMk id="26" creationId="{979A1EBC-EC0C-4321-B53F-7A99AD4CC958}"/>
          </ac:grpSpMkLst>
        </pc:grpChg>
        <pc:graphicFrameChg chg="del">
          <ac:chgData name="Shreya Singh" userId="b354311e-5542-4a3b-80c7-af4347e0a1ac" providerId="ADAL" clId="{24CE2105-6015-495D-A54D-6F3B21ACCFC8}" dt="2026-03-02T08:26:19.923" v="40" actId="478"/>
          <ac:graphicFrameMkLst>
            <pc:docMk/>
            <pc:sldMk cId="250216974" sldId="2147470020"/>
            <ac:graphicFrameMk id="3" creationId="{31A1B255-2514-AB7D-6ADF-32E001B7419A}"/>
          </ac:graphicFrameMkLst>
        </pc:graphicFrameChg>
        <pc:graphicFrameChg chg="mod modGraphic">
          <ac:chgData name="Shreya Singh" userId="b354311e-5542-4a3b-80c7-af4347e0a1ac" providerId="ADAL" clId="{24CE2105-6015-495D-A54D-6F3B21ACCFC8}" dt="2026-03-02T08:28:02.061" v="55" actId="1035"/>
          <ac:graphicFrameMkLst>
            <pc:docMk/>
            <pc:sldMk cId="250216974" sldId="2147470020"/>
            <ac:graphicFrameMk id="6" creationId="{E13AF54E-CB91-19CD-7860-5831BC1D089A}"/>
          </ac:graphicFrameMkLst>
        </pc:graphicFrameChg>
        <pc:cxnChg chg="add mod">
          <ac:chgData name="Shreya Singh" userId="b354311e-5542-4a3b-80c7-af4347e0a1ac" providerId="ADAL" clId="{24CE2105-6015-495D-A54D-6F3B21ACCFC8}" dt="2026-03-02T08:24:20.166" v="25" actId="571"/>
          <ac:cxnSpMkLst>
            <pc:docMk/>
            <pc:sldMk cId="250216974" sldId="2147470020"/>
            <ac:cxnSpMk id="4" creationId="{56D39259-728A-BB4C-0CFA-620BDB689445}"/>
          </ac:cxnSpMkLst>
        </pc:cxnChg>
        <pc:cxnChg chg="add mod">
          <ac:chgData name="Shreya Singh" userId="b354311e-5542-4a3b-80c7-af4347e0a1ac" providerId="ADAL" clId="{24CE2105-6015-495D-A54D-6F3B21ACCFC8}" dt="2026-03-02T08:24:20.166" v="25" actId="571"/>
          <ac:cxnSpMkLst>
            <pc:docMk/>
            <pc:sldMk cId="250216974" sldId="2147470020"/>
            <ac:cxnSpMk id="8" creationId="{5C42136B-F206-9E36-C1A5-8801BDC4EFF5}"/>
          </ac:cxnSpMkLst>
        </pc:cxnChg>
        <pc:cxnChg chg="mod">
          <ac:chgData name="Shreya Singh" userId="b354311e-5542-4a3b-80c7-af4347e0a1ac" providerId="ADAL" clId="{24CE2105-6015-495D-A54D-6F3B21ACCFC8}" dt="2026-03-02T08:24:20.166" v="25" actId="571"/>
          <ac:cxnSpMkLst>
            <pc:docMk/>
            <pc:sldMk cId="250216974" sldId="2147470020"/>
            <ac:cxnSpMk id="12" creationId="{1D71D993-BEEB-9F9A-BBD8-17F39B73E7A0}"/>
          </ac:cxnSpMkLst>
        </pc:cxnChg>
        <pc:cxnChg chg="mod">
          <ac:chgData name="Shreya Singh" userId="b354311e-5542-4a3b-80c7-af4347e0a1ac" providerId="ADAL" clId="{24CE2105-6015-495D-A54D-6F3B21ACCFC8}" dt="2026-03-02T08:28:14.414" v="57" actId="1076"/>
          <ac:cxnSpMkLst>
            <pc:docMk/>
            <pc:sldMk cId="250216974" sldId="2147470020"/>
            <ac:cxnSpMk id="15" creationId="{1BD0B63A-75D0-3391-909B-A9D24E009393}"/>
          </ac:cxnSpMkLst>
        </pc:cxnChg>
        <pc:cxnChg chg="mod">
          <ac:chgData name="Shreya Singh" userId="b354311e-5542-4a3b-80c7-af4347e0a1ac" providerId="ADAL" clId="{24CE2105-6015-495D-A54D-6F3B21ACCFC8}" dt="2026-03-02T08:28:09.752" v="56" actId="1076"/>
          <ac:cxnSpMkLst>
            <pc:docMk/>
            <pc:sldMk cId="250216974" sldId="2147470020"/>
            <ac:cxnSpMk id="16" creationId="{3859CFFB-E534-5D11-D85C-3E9A079E24A8}"/>
          </ac:cxnSpMkLst>
        </pc:cxnChg>
        <pc:cxnChg chg="mod">
          <ac:chgData name="Shreya Singh" userId="b354311e-5542-4a3b-80c7-af4347e0a1ac" providerId="ADAL" clId="{24CE2105-6015-495D-A54D-6F3B21ACCFC8}" dt="2026-03-02T08:24:20.166" v="25" actId="571"/>
          <ac:cxnSpMkLst>
            <pc:docMk/>
            <pc:sldMk cId="250216974" sldId="2147470020"/>
            <ac:cxnSpMk id="25" creationId="{55F014E7-DA78-D5FE-D376-07E9AA9E96B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06FF-988B-468D-BED5-ECE17E3ED50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717BF-D6A1-41FB-AA9B-31E83E01F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806-E1D9-E4F7-E702-3D3691AA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307777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7166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6">
          <p15:clr>
            <a:srgbClr val="5ACBF0"/>
          </p15:clr>
        </p15:guide>
        <p15:guide id="2" orient="horz" pos="1866">
          <p15:clr>
            <a:srgbClr val="5ACBF0"/>
          </p15:clr>
        </p15:guide>
        <p15:guide id="3" orient="horz" pos="42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4D1F-D599-015D-5F4D-296783EC0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1646238"/>
            <a:ext cx="5829300" cy="3502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968E4-BC9A-17A7-7633-9F48C9948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550" y="5283200"/>
            <a:ext cx="5829300" cy="242887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168377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E1F792-E3E4-D320-7BA5-A7D4D4104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6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DE8FB-8705-13E5-38E7-D0D35B44AD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5400000">
            <a:off x="6140156" y="1810207"/>
            <a:ext cx="4525518" cy="9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1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235">
          <p15:clr>
            <a:srgbClr val="C35EA4"/>
          </p15:clr>
        </p15:guide>
        <p15:guide id="17" pos="4662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5792">
          <p15:clr>
            <a:srgbClr val="C35EA4"/>
          </p15:clr>
        </p15:guide>
        <p15:guide id="27" orient="horz" pos="270">
          <p15:clr>
            <a:srgbClr val="A4A3A4"/>
          </p15:clr>
        </p15:guide>
        <p15:guide id="28" pos="118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4778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3BC4"/>
            </a:gs>
            <a:gs pos="100000">
              <a:srgbClr val="0F6CBD"/>
            </a:gs>
          </a:gsLst>
          <a:lin ang="15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C0658-C4C5-CE8A-8801-A23CA96C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features a dynamic, swirling, iridescent curved design with shades of pink, purple, and white.&#10;&#10;AI-generated content may be incorrect.">
            <a:extLst>
              <a:ext uri="{FF2B5EF4-FFF2-40B4-BE49-F238E27FC236}">
                <a16:creationId xmlns:a16="http://schemas.microsoft.com/office/drawing/2014/main" id="{B8BC4FF2-22EA-9E04-8C3C-DE48ABE9C0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4575" t="34109" r="-6907" b="-21334"/>
          <a:stretch>
            <a:fillRect/>
          </a:stretch>
        </p:blipFill>
        <p:spPr>
          <a:xfrm rot="10800000" flipV="1">
            <a:off x="-22458" y="-1"/>
            <a:ext cx="7794858" cy="2957861"/>
          </a:xfrm>
          <a:prstGeom prst="rect">
            <a:avLst/>
          </a:prstGeom>
        </p:spPr>
      </p:pic>
      <p:pic>
        <p:nvPicPr>
          <p:cNvPr id="7" name="Picture 6" descr="The image features a dynamic, swirling, iridescent curved design with shades of pink, purple, and white.&#10;&#10;AI-generated content may be incorrect.">
            <a:extLst>
              <a:ext uri="{FF2B5EF4-FFF2-40B4-BE49-F238E27FC236}">
                <a16:creationId xmlns:a16="http://schemas.microsoft.com/office/drawing/2014/main" id="{85120218-9938-33E1-CEC2-F30F2FFDD4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1000"/>
          </a:blip>
          <a:srcRect l="115" t="30964" r="37710" b="-21692"/>
          <a:stretch>
            <a:fillRect/>
          </a:stretch>
        </p:blipFill>
        <p:spPr>
          <a:xfrm rot="10800000">
            <a:off x="-22458" y="5497940"/>
            <a:ext cx="7780498" cy="4560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75B86C-579F-EF1C-31CA-59164AA2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47" y="2532098"/>
            <a:ext cx="5232035" cy="1354217"/>
          </a:xfrm>
        </p:spPr>
        <p:txBody>
          <a:bodyPr/>
          <a:lstStyle/>
          <a:p>
            <a:r>
              <a:rPr lang="en-IN" sz="4400"/>
              <a:t>Summary &gt; Upgrade Investment</a:t>
            </a:r>
            <a:endParaRPr lang="en-US" sz="4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295BAD-E0FE-3B68-7321-ED1D46D6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47" y="1873693"/>
            <a:ext cx="1382016" cy="29271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3AF54E-CB91-19CD-7860-5831BC1D0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455492"/>
              </p:ext>
            </p:extLst>
          </p:nvPr>
        </p:nvGraphicFramePr>
        <p:xfrm>
          <a:off x="503746" y="4206678"/>
          <a:ext cx="6709853" cy="2380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694">
                  <a:extLst>
                    <a:ext uri="{9D8B030D-6E8A-4147-A177-3AD203B41FA5}">
                      <a16:colId xmlns:a16="http://schemas.microsoft.com/office/drawing/2014/main" val="405133606"/>
                    </a:ext>
                  </a:extLst>
                </a:gridCol>
                <a:gridCol w="1315169">
                  <a:extLst>
                    <a:ext uri="{9D8B030D-6E8A-4147-A177-3AD203B41FA5}">
                      <a16:colId xmlns:a16="http://schemas.microsoft.com/office/drawing/2014/main" val="4286156688"/>
                    </a:ext>
                  </a:extLst>
                </a:gridCol>
                <a:gridCol w="1048179">
                  <a:extLst>
                    <a:ext uri="{9D8B030D-6E8A-4147-A177-3AD203B41FA5}">
                      <a16:colId xmlns:a16="http://schemas.microsoft.com/office/drawing/2014/main" val="1295300013"/>
                    </a:ext>
                  </a:extLst>
                </a:gridCol>
                <a:gridCol w="1542604">
                  <a:extLst>
                    <a:ext uri="{9D8B030D-6E8A-4147-A177-3AD203B41FA5}">
                      <a16:colId xmlns:a16="http://schemas.microsoft.com/office/drawing/2014/main" val="99455959"/>
                    </a:ext>
                  </a:extLst>
                </a:gridCol>
                <a:gridCol w="1641207">
                  <a:extLst>
                    <a:ext uri="{9D8B030D-6E8A-4147-A177-3AD203B41FA5}">
                      <a16:colId xmlns:a16="http://schemas.microsoft.com/office/drawing/2014/main" val="3230146524"/>
                    </a:ext>
                  </a:extLst>
                </a:gridCol>
              </a:tblGrid>
              <a:tr h="540634">
                <a:tc>
                  <a:txBody>
                    <a:bodyPr/>
                    <a:lstStyle/>
                    <a:p>
                      <a:r>
                        <a:rPr lang="en-IN" sz="1200"/>
                        <a:t>From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To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# Seats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Incremental cost per user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Incremental cost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492329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r>
                        <a:rPr lang="en-IN" sz="1200"/>
                        <a:t>{#scenarios}{start_sku}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{target_sku}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{seats}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{incremental_cost_per_user}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{overall_incremental_cost}{/scenarios}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468374"/>
                  </a:ext>
                </a:extLst>
              </a:tr>
              <a:tr h="415124">
                <a:tc gridSpan="4">
                  <a:txBody>
                    <a:bodyPr/>
                    <a:lstStyle/>
                    <a:p>
                      <a:r>
                        <a:rPr lang="en-IN" sz="1200" b="1"/>
                        <a:t>Total</a:t>
                      </a:r>
                      <a:endParaRPr lang="en-US" sz="1200" b="1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{total_overall_incremental_cost}</a:t>
                      </a:r>
                      <a:endParaRPr lang="en-US" sz="1200" b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995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169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SP Template Diamond 06/23">
  <a:themeElements>
    <a:clrScheme name="CSP Colors 06/23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243A5E"/>
      </a:accent2>
      <a:accent3>
        <a:srgbClr val="50E6FF"/>
      </a:accent3>
      <a:accent4>
        <a:srgbClr val="5D5BD4"/>
      </a:accent4>
      <a:accent5>
        <a:srgbClr val="737373"/>
      </a:accent5>
      <a:accent6>
        <a:srgbClr val="D2D2D2"/>
      </a:accent6>
      <a:hlink>
        <a:srgbClr val="0076D3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1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671BC8BD2EE04888B74DECA3082CFA" ma:contentTypeVersion="21" ma:contentTypeDescription="Create a new document." ma:contentTypeScope="" ma:versionID="9cc1df61b3026c54177684bb56f32108">
  <xsd:schema xmlns:xsd="http://www.w3.org/2001/XMLSchema" xmlns:xs="http://www.w3.org/2001/XMLSchema" xmlns:p="http://schemas.microsoft.com/office/2006/metadata/properties" xmlns:ns2="81d62c47-1ee8-4b15-a2ba-e551e210471e" xmlns:ns3="1b7c06a1-1aa9-4ffb-acc3-69175dc60550" targetNamespace="http://schemas.microsoft.com/office/2006/metadata/properties" ma:root="true" ma:fieldsID="729a61ac2665cd4365bde4269ea1574e" ns2:_="" ns3:_="">
    <xsd:import namespace="81d62c47-1ee8-4b15-a2ba-e551e210471e"/>
    <xsd:import namespace="1b7c06a1-1aa9-4ffb-acc3-69175dc60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anguag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ssetDescrip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62c47-1ee8-4b15-a2ba-e551e21047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anguage" ma:index="21" nillable="true" ma:displayName="Language" ma:format="Dropdown" ma:internalName="Language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075134e-686e-41d4-a98b-2f36c81e2c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ssetDescription" ma:index="27" nillable="true" ma:displayName="Asset Description" ma:format="Dropdown" ma:internalName="AssetDescription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c06a1-1aa9-4ffb-acc3-69175dc60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2d4c6e7-d7fd-4dba-9819-956db0c65ca0}" ma:internalName="TaxCatchAll" ma:showField="CatchAllData" ma:web="1b7c06a1-1aa9-4ffb-acc3-69175dc605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ssetDescription xmlns="81d62c47-1ee8-4b15-a2ba-e551e210471e" xsi:nil="true"/>
    <TaxCatchAll xmlns="1b7c06a1-1aa9-4ffb-acc3-69175dc60550" xsi:nil="true"/>
    <lcf76f155ced4ddcb4097134ff3c332f xmlns="81d62c47-1ee8-4b15-a2ba-e551e210471e">
      <Terms xmlns="http://schemas.microsoft.com/office/infopath/2007/PartnerControls"/>
    </lcf76f155ced4ddcb4097134ff3c332f>
    <Language xmlns="81d62c47-1ee8-4b15-a2ba-e551e210471e" xsi:nil="true"/>
  </documentManagement>
</p:properties>
</file>

<file path=customXml/itemProps1.xml><?xml version="1.0" encoding="utf-8"?>
<ds:datastoreItem xmlns:ds="http://schemas.openxmlformats.org/officeDocument/2006/customXml" ds:itemID="{8A8EFAFD-73F5-4ACC-94D9-04EFE09C5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D61BEA-189F-4841-900C-504B065D03CA}">
  <ds:schemaRefs>
    <ds:schemaRef ds:uri="1b7c06a1-1aa9-4ffb-acc3-69175dc60550"/>
    <ds:schemaRef ds:uri="81d62c47-1ee8-4b15-a2ba-e551e21047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9DA0CC2-1119-4EEA-BD26-6E2CD1410D6F}">
  <ds:schemaRefs>
    <ds:schemaRef ds:uri="1b7c06a1-1aa9-4ffb-acc3-69175dc60550"/>
    <ds:schemaRef ds:uri="81d62c47-1ee8-4b15-a2ba-e551e210471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CSP Template Diamond 06/23</vt:lpstr>
      <vt:lpstr>1_CSP Template Diamond 06/23</vt:lpstr>
      <vt:lpstr>Summary &gt; Upgrade Investment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2025-03-07T21:16:33Z</dcterms:created>
  <dcterms:modified xsi:type="dcterms:W3CDTF">2026-03-02T10:59:09Z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0x0101009C671BC8BD2EE04888B74DECA3082CFA</vt:lpwstr>
  </property>
</Properties>
</file>
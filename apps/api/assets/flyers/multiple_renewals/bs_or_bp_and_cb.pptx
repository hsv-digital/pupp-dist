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 id="2147483744" r:id="rId5"/>
    <p:sldMasterId id="2147483746" r:id="rId6"/>
    <p:sldMasterId id="2147483749" r:id="rId7"/>
  </p:sldMasterIdLst>
  <p:notesMasterIdLst>
    <p:notesMasterId r:id="rId10"/>
  </p:notesMasterIdLst>
  <p:sldIdLst>
    <p:sldId id="2147470018" r:id="rId8"/>
    <p:sldId id="2147470019" r:id="rId9"/>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616" userDrawn="1">
          <p15:clr>
            <a:srgbClr val="A4A3A4"/>
          </p15:clr>
        </p15:guide>
        <p15:guide id="4" pos="2448">
          <p15:clr>
            <a:srgbClr val="A4A3A4"/>
          </p15:clr>
        </p15:guide>
        <p15:guide id="5" orient="horz" pos="40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2475"/>
    <a:srgbClr val="F2E5DE"/>
    <a:srgbClr val="FEFEFE"/>
    <a:srgbClr val="B740C5"/>
    <a:srgbClr val="F2F2F2"/>
    <a:srgbClr val="FCF2F9"/>
    <a:srgbClr val="5EA6AB"/>
    <a:srgbClr val="E9FED1"/>
    <a:srgbClr val="FFFFFF"/>
    <a:srgbClr val="091F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067586-3F6B-48E2-8D95-5B89827CC24C}" v="1" dt="2026-05-08T01:22:49.5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2236" y="68"/>
      </p:cViewPr>
      <p:guideLst>
        <p:guide orient="horz" pos="5616"/>
        <p:guide pos="2448"/>
        <p:guide orient="horz" pos="4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undo custSel addSld delSld modSld sldOrd delMainMaster">
      <pc:chgData name="Vandan Jain" userId="4244b45b-25d1-413d-855b-6597e767c081" providerId="ADAL" clId="{67AB2A15-26B8-47FB-BEC6-EFDC03C3B3B6}" dt="2026-05-08T01:22:50.796" v="395" actId="47"/>
      <pc:docMkLst>
        <pc:docMk/>
      </pc:docMkLst>
      <pc:sldChg chg="add del">
        <pc:chgData name="Vandan Jain" userId="4244b45b-25d1-413d-855b-6597e767c081" providerId="ADAL" clId="{67AB2A15-26B8-47FB-BEC6-EFDC03C3B3B6}" dt="2026-05-08T01:22:50.796" v="395" actId="47"/>
        <pc:sldMkLst>
          <pc:docMk/>
          <pc:sldMk cId="0" sldId="323"/>
        </pc:sldMkLst>
      </pc:sldChg>
      <pc:sldChg chg="add">
        <pc:chgData name="Vandan Jain" userId="4244b45b-25d1-413d-855b-6597e767c081" providerId="ADAL" clId="{67AB2A15-26B8-47FB-BEC6-EFDC03C3B3B6}" dt="2026-05-08T01:22:49.523" v="394"/>
        <pc:sldMkLst>
          <pc:docMk/>
          <pc:sldMk cId="0" sldId="214747001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06FF-988B-468D-BED5-ECE17E3ED506}" type="datetimeFigureOut">
              <a:rPr lang="en-US" smtClean="0"/>
              <a:t>5/7/2026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9717BF-D6A1-41FB-AA9B-31E83E01F212}" type="slidenum">
              <a:rPr lang="en-US" smtClean="0"/>
              <a:t>‹#›</a:t>
            </a:fld>
            <a:endParaRPr lang="en-US"/>
          </a:p>
        </p:txBody>
      </p:sp>
    </p:spTree>
    <p:extLst>
      <p:ext uri="{BB962C8B-B14F-4D97-AF65-F5344CB8AC3E}">
        <p14:creationId xmlns:p14="http://schemas.microsoft.com/office/powerpoint/2010/main" val="32779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8FBC1-F827-B88A-C5E4-5EE82A785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E8E1F-9120-2B00-4357-A351620D3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D5BA6-8BE9-F4C3-BEFD-1F19E258BDC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76F99C48-208A-4D60-0C12-350531E41FB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5604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C806-E1D9-E4F7-E702-3D3691AA82E7}"/>
              </a:ext>
            </a:extLst>
          </p:cNvPr>
          <p:cNvSpPr>
            <a:spLocks noGrp="1"/>
          </p:cNvSpPr>
          <p:nvPr>
            <p:ph type="title"/>
          </p:nvPr>
        </p:nvSpPr>
        <p:spPr>
          <a:xfrm>
            <a:off x="366445" y="749450"/>
            <a:ext cx="7024307" cy="307777"/>
          </a:xfrm>
        </p:spPr>
        <p:txBody>
          <a:bodyPr/>
          <a:lstStyle>
            <a:lvl1pPr>
              <a:defRPr sz="2000">
                <a:solidFill>
                  <a:schemeClr val="tx1"/>
                </a:solidFill>
              </a:defRPr>
            </a:lvl1pPr>
          </a:lstStyle>
          <a:p>
            <a:r>
              <a:rPr lang="en-US"/>
              <a:t>Click to edit Master title style</a:t>
            </a:r>
          </a:p>
        </p:txBody>
      </p:sp>
    </p:spTree>
    <p:extLst>
      <p:ext uri="{BB962C8B-B14F-4D97-AF65-F5344CB8AC3E}">
        <p14:creationId xmlns:p14="http://schemas.microsoft.com/office/powerpoint/2010/main" val="342716689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6">
          <p15:clr>
            <a:srgbClr val="5ACBF0"/>
          </p15:clr>
        </p15:guide>
        <p15:guide id="2" orient="horz" pos="1866">
          <p15:clr>
            <a:srgbClr val="5ACBF0"/>
          </p15:clr>
        </p15:guide>
        <p15:guide id="3" orient="horz" pos="42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FBDA1-EF8F-291E-0646-8AC08EC992A5}"/>
              </a:ext>
            </a:extLst>
          </p:cNvPr>
          <p:cNvSpPr>
            <a:spLocks noGrp="1"/>
          </p:cNvSpPr>
          <p:nvPr>
            <p:ph type="ctrTitle"/>
          </p:nvPr>
        </p:nvSpPr>
        <p:spPr>
          <a:xfrm>
            <a:off x="971550" y="1646238"/>
            <a:ext cx="5829300" cy="350202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982FB2-DAC0-83EC-BD83-9106590BD177}"/>
              </a:ext>
            </a:extLst>
          </p:cNvPr>
          <p:cNvSpPr>
            <a:spLocks noGrp="1"/>
          </p:cNvSpPr>
          <p:nvPr>
            <p:ph type="subTitle" idx="1"/>
          </p:nvPr>
        </p:nvSpPr>
        <p:spPr>
          <a:xfrm>
            <a:off x="971550" y="5283200"/>
            <a:ext cx="5829300" cy="24288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1320182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3624453"/>
            <a:ext cx="6606540" cy="1523494"/>
          </a:xfrm>
        </p:spPr>
        <p:txBody>
          <a:bodyPr anchor="b"/>
          <a:lstStyle>
            <a:lvl1pPr algn="ctr">
              <a:defRPr sz="4950"/>
            </a:lvl1pPr>
          </a:lstStyle>
          <a:p>
            <a:r>
              <a:rPr lang="en-US"/>
              <a:t>Click to edit Master title style</a:t>
            </a:r>
          </a:p>
        </p:txBody>
      </p:sp>
      <p:sp>
        <p:nvSpPr>
          <p:cNvPr id="3" name="Subtitle 2"/>
          <p:cNvSpPr>
            <a:spLocks noGrp="1"/>
          </p:cNvSpPr>
          <p:nvPr>
            <p:ph type="subTitle" idx="1"/>
          </p:nvPr>
        </p:nvSpPr>
        <p:spPr>
          <a:xfrm>
            <a:off x="971550" y="5282989"/>
            <a:ext cx="5829300" cy="304699"/>
          </a:xfrm>
        </p:spPr>
        <p:txBody>
          <a:bodyPr/>
          <a:lstStyle>
            <a:lvl1pPr marL="0" indent="0" algn="ctr">
              <a:buNone/>
              <a:defRPr sz="1980"/>
            </a:lvl1pPr>
            <a:lvl2pPr marL="377190" indent="0" algn="ctr">
              <a:buNone/>
              <a:defRPr sz="1650"/>
            </a:lvl2pPr>
            <a:lvl3pPr marL="754380" indent="0" algn="ctr">
              <a:buNone/>
              <a:defRPr sz="1485"/>
            </a:lvl3pPr>
            <a:lvl4pPr marL="1131570" indent="0" algn="ctr">
              <a:buNone/>
              <a:defRPr sz="1320"/>
            </a:lvl4pPr>
            <a:lvl5pPr marL="1508760" indent="0" algn="ctr">
              <a:buNone/>
              <a:defRPr sz="1320"/>
            </a:lvl5pPr>
            <a:lvl6pPr marL="1885950" indent="0" algn="ctr">
              <a:buNone/>
              <a:defRPr sz="1320"/>
            </a:lvl6pPr>
            <a:lvl7pPr marL="2263140" indent="0" algn="ctr">
              <a:buNone/>
              <a:defRPr sz="1320"/>
            </a:lvl7pPr>
            <a:lvl8pPr marL="2640330" indent="0" algn="ctr">
              <a:buNone/>
              <a:defRPr sz="1320"/>
            </a:lvl8pPr>
            <a:lvl9pPr marL="3017520" indent="0" algn="ctr">
              <a:buNone/>
              <a:defRPr sz="1320"/>
            </a:lvl9pPr>
          </a:lstStyle>
          <a:p>
            <a:r>
              <a:rPr lang="en-US"/>
              <a:t>Click to edit Master subtitle style</a:t>
            </a:r>
          </a:p>
        </p:txBody>
      </p:sp>
    </p:spTree>
    <p:extLst>
      <p:ext uri="{BB962C8B-B14F-4D97-AF65-F5344CB8AC3E}">
        <p14:creationId xmlns:p14="http://schemas.microsoft.com/office/powerpoint/2010/main" val="3242741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2" y="1646135"/>
            <a:ext cx="6606540" cy="3501813"/>
          </a:xfrm>
        </p:spPr>
        <p:txBody>
          <a:bodyPr anchor="b"/>
          <a:lstStyle>
            <a:lvl1pPr algn="ctr">
              <a:defRPr sz="4663"/>
            </a:lvl1pPr>
          </a:lstStyle>
          <a:p>
            <a:r>
              <a:rPr lang="en-US"/>
              <a:t>Click to edit Master title style</a:t>
            </a:r>
          </a:p>
        </p:txBody>
      </p:sp>
      <p:sp>
        <p:nvSpPr>
          <p:cNvPr id="3" name="Subtitle 2"/>
          <p:cNvSpPr>
            <a:spLocks noGrp="1"/>
          </p:cNvSpPr>
          <p:nvPr>
            <p:ph type="subTitle" idx="1"/>
          </p:nvPr>
        </p:nvSpPr>
        <p:spPr>
          <a:xfrm>
            <a:off x="971552" y="5282990"/>
            <a:ext cx="5829300" cy="2428451"/>
          </a:xfrm>
        </p:spPr>
        <p:txBody>
          <a:bodyPr/>
          <a:lstStyle>
            <a:lvl1pPr marL="0" indent="0" algn="ctr">
              <a:buNone/>
              <a:defRPr sz="1865"/>
            </a:lvl1pPr>
            <a:lvl2pPr marL="355386" indent="0" algn="ctr">
              <a:buNone/>
              <a:defRPr sz="1554"/>
            </a:lvl2pPr>
            <a:lvl3pPr marL="710771" indent="0" algn="ctr">
              <a:buNone/>
              <a:defRPr sz="1398"/>
            </a:lvl3pPr>
            <a:lvl4pPr marL="1066159" indent="0" algn="ctr">
              <a:buNone/>
              <a:defRPr sz="1244"/>
            </a:lvl4pPr>
            <a:lvl5pPr marL="1421544" indent="0" algn="ctr">
              <a:buNone/>
              <a:defRPr sz="1244"/>
            </a:lvl5pPr>
            <a:lvl6pPr marL="1776930" indent="0" algn="ctr">
              <a:buNone/>
              <a:defRPr sz="1244"/>
            </a:lvl6pPr>
            <a:lvl7pPr marL="2132317" indent="0" algn="ctr">
              <a:buNone/>
              <a:defRPr sz="1244"/>
            </a:lvl7pPr>
            <a:lvl8pPr marL="2487702" indent="0" algn="ctr">
              <a:buNone/>
              <a:defRPr sz="1244"/>
            </a:lvl8pPr>
            <a:lvl9pPr marL="2843088" indent="0" algn="ctr">
              <a:buNone/>
              <a:defRPr sz="1244"/>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2912655495"/>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a:extLst>
              <a:ext uri="{FF2B5EF4-FFF2-40B4-BE49-F238E27FC236}">
                <a16:creationId xmlns:a16="http://schemas.microsoft.com/office/drawing/2014/main" id="{99E1F792-E3E4-D320-7BA5-A7D4D41040A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462965389"/>
      </p:ext>
    </p:extLst>
  </p:cSld>
  <p:clrMap bg1="lt1" tx1="dk1" bg2="lt2" tx2="dk2" accent1="accent1" accent2="accent2" accent3="accent3" accent4="accent4" accent5="accent5" accent6="accent6" hlink="hlink" folHlink="folHlink"/>
  <p:sldLayoutIdLst>
    <p:sldLayoutId id="2147483742"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2863918117"/>
      </p:ext>
    </p:extLst>
  </p:cSld>
  <p:clrMap bg1="lt1" tx1="dk1" bg2="lt2" tx2="dk2" accent1="accent1" accent2="accent2" accent3="accent3" accent4="accent4" accent5="accent5" accent6="accent6" hlink="hlink" folHlink="folHlink"/>
  <p:sldLayoutIdLst>
    <p:sldLayoutId id="2147483748"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268886307"/>
      </p:ext>
    </p:extLst>
  </p:cSld>
  <p:clrMap bg1="lt1" tx1="dk1" bg2="lt2" tx2="dk2" accent1="accent1" accent2="accent2" accent3="accent3" accent4="accent4" accent5="accent5" accent6="accent6" hlink="hlink" folHlink="folHlink"/>
  <p:sldLayoutIdLst>
    <p:sldLayoutId id="2147483747"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5" y="535520"/>
            <a:ext cx="6703695" cy="19441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34355" y="2677585"/>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34352" y="9322651"/>
            <a:ext cx="1748791" cy="535516"/>
          </a:xfrm>
          <a:prstGeom prst="rect">
            <a:avLst/>
          </a:prstGeom>
        </p:spPr>
        <p:txBody>
          <a:bodyPr vert="horz" lIns="91440" tIns="45720" rIns="91440" bIns="45720" rtlCol="0" anchor="ctr"/>
          <a:lstStyle>
            <a:lvl1pPr algn="l">
              <a:defRPr sz="933">
                <a:solidFill>
                  <a:schemeClr val="tx1">
                    <a:tint val="82000"/>
                  </a:schemeClr>
                </a:solidFill>
              </a:defRPr>
            </a:lvl1pPr>
          </a:lstStyle>
          <a:p>
            <a:fld id="{27475733-6F7F-4117-9D24-6C952A0F31DE}" type="datetimeFigureOut">
              <a:rPr lang="en-US" smtClean="0"/>
              <a:t>5/7/2026</a:t>
            </a:fld>
            <a:endParaRPr lang="en-US"/>
          </a:p>
        </p:txBody>
      </p:sp>
      <p:sp>
        <p:nvSpPr>
          <p:cNvPr id="5" name="Footer Placeholder 4"/>
          <p:cNvSpPr>
            <a:spLocks noGrp="1"/>
          </p:cNvSpPr>
          <p:nvPr>
            <p:ph type="ftr" sz="quarter" idx="3"/>
          </p:nvPr>
        </p:nvSpPr>
        <p:spPr>
          <a:xfrm>
            <a:off x="2574610" y="9322651"/>
            <a:ext cx="2623185" cy="535516"/>
          </a:xfrm>
          <a:prstGeom prst="rect">
            <a:avLst/>
          </a:prstGeom>
        </p:spPr>
        <p:txBody>
          <a:bodyPr vert="horz" lIns="91440" tIns="45720" rIns="91440" bIns="45720" rtlCol="0" anchor="ctr"/>
          <a:lstStyle>
            <a:lvl1pPr algn="ctr">
              <a:defRPr sz="93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489258" y="9322651"/>
            <a:ext cx="1748791" cy="535516"/>
          </a:xfrm>
          <a:prstGeom prst="rect">
            <a:avLst/>
          </a:prstGeom>
        </p:spPr>
        <p:txBody>
          <a:bodyPr vert="horz" lIns="91440" tIns="45720" rIns="91440" bIns="45720" rtlCol="0" anchor="ctr"/>
          <a:lstStyle>
            <a:lvl1pPr algn="r">
              <a:defRPr sz="933">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777087245"/>
      </p:ext>
    </p:extLst>
  </p:cSld>
  <p:clrMap bg1="lt1" tx1="dk1" bg2="lt2" tx2="dk2" accent1="accent1" accent2="accent2" accent3="accent3" accent4="accent4" accent5="accent5" accent6="accent6" hlink="hlink" folHlink="folHlink"/>
  <p:sldLayoutIdLst>
    <p:sldLayoutId id="2147483750" r:id="rId1"/>
  </p:sldLayoutIdLst>
  <p:txStyles>
    <p:titleStyle>
      <a:lvl1pPr algn="l" defTabSz="710771" rtl="0" eaLnBrk="1" latinLnBrk="0" hangingPunct="1">
        <a:lnSpc>
          <a:spcPct val="90000"/>
        </a:lnSpc>
        <a:spcBef>
          <a:spcPct val="0"/>
        </a:spcBef>
        <a:buNone/>
        <a:defRPr sz="3420" kern="1200">
          <a:solidFill>
            <a:schemeClr val="tx1"/>
          </a:solidFill>
          <a:latin typeface="+mj-lt"/>
          <a:ea typeface="+mj-ea"/>
          <a:cs typeface="+mj-cs"/>
        </a:defRPr>
      </a:lvl1pPr>
    </p:titleStyle>
    <p:bodyStyle>
      <a:lvl1pPr marL="177694" indent="-177694" algn="l" defTabSz="710771" rtl="0" eaLnBrk="1" latinLnBrk="0" hangingPunct="1">
        <a:lnSpc>
          <a:spcPct val="90000"/>
        </a:lnSpc>
        <a:spcBef>
          <a:spcPts val="778"/>
        </a:spcBef>
        <a:buFont typeface="Arial" panose="020B0604020202020204" pitchFamily="34" charset="0"/>
        <a:buChar char="•"/>
        <a:defRPr sz="2176" kern="1200">
          <a:solidFill>
            <a:schemeClr val="tx1"/>
          </a:solidFill>
          <a:latin typeface="+mn-lt"/>
          <a:ea typeface="+mn-ea"/>
          <a:cs typeface="+mn-cs"/>
        </a:defRPr>
      </a:lvl1pPr>
      <a:lvl2pPr marL="533079" indent="-177694" algn="l" defTabSz="710771" rtl="0" eaLnBrk="1" latinLnBrk="0" hangingPunct="1">
        <a:lnSpc>
          <a:spcPct val="90000"/>
        </a:lnSpc>
        <a:spcBef>
          <a:spcPts val="389"/>
        </a:spcBef>
        <a:buFont typeface="Arial" panose="020B0604020202020204" pitchFamily="34" charset="0"/>
        <a:buChar char="•"/>
        <a:defRPr sz="1865" kern="1200">
          <a:solidFill>
            <a:schemeClr val="tx1"/>
          </a:solidFill>
          <a:latin typeface="+mn-lt"/>
          <a:ea typeface="+mn-ea"/>
          <a:cs typeface="+mn-cs"/>
        </a:defRPr>
      </a:lvl2pPr>
      <a:lvl3pPr marL="888465" indent="-177694" algn="l" defTabSz="710771" rtl="0" eaLnBrk="1" latinLnBrk="0" hangingPunct="1">
        <a:lnSpc>
          <a:spcPct val="90000"/>
        </a:lnSpc>
        <a:spcBef>
          <a:spcPts val="389"/>
        </a:spcBef>
        <a:buFont typeface="Arial" panose="020B0604020202020204" pitchFamily="34" charset="0"/>
        <a:buChar char="•"/>
        <a:defRPr sz="1554" kern="1200">
          <a:solidFill>
            <a:schemeClr val="tx1"/>
          </a:solidFill>
          <a:latin typeface="+mn-lt"/>
          <a:ea typeface="+mn-ea"/>
          <a:cs typeface="+mn-cs"/>
        </a:defRPr>
      </a:lvl3pPr>
      <a:lvl4pPr marL="1243852"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4pPr>
      <a:lvl5pPr marL="1599237"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5pPr>
      <a:lvl6pPr marL="1954624"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6pPr>
      <a:lvl7pPr marL="2310009"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7pPr>
      <a:lvl8pPr marL="2665396"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8pPr>
      <a:lvl9pPr marL="3020782"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9pPr>
    </p:bodyStyle>
    <p:otherStyle>
      <a:defPPr>
        <a:defRPr lang="en-US"/>
      </a:defPPr>
      <a:lvl1pPr marL="0" algn="l" defTabSz="710771" rtl="0" eaLnBrk="1" latinLnBrk="0" hangingPunct="1">
        <a:defRPr sz="1398" kern="1200">
          <a:solidFill>
            <a:schemeClr val="tx1"/>
          </a:solidFill>
          <a:latin typeface="+mn-lt"/>
          <a:ea typeface="+mn-ea"/>
          <a:cs typeface="+mn-cs"/>
        </a:defRPr>
      </a:lvl1pPr>
      <a:lvl2pPr marL="355386" algn="l" defTabSz="710771" rtl="0" eaLnBrk="1" latinLnBrk="0" hangingPunct="1">
        <a:defRPr sz="1398" kern="1200">
          <a:solidFill>
            <a:schemeClr val="tx1"/>
          </a:solidFill>
          <a:latin typeface="+mn-lt"/>
          <a:ea typeface="+mn-ea"/>
          <a:cs typeface="+mn-cs"/>
        </a:defRPr>
      </a:lvl2pPr>
      <a:lvl3pPr marL="710771" algn="l" defTabSz="710771" rtl="0" eaLnBrk="1" latinLnBrk="0" hangingPunct="1">
        <a:defRPr sz="1398" kern="1200">
          <a:solidFill>
            <a:schemeClr val="tx1"/>
          </a:solidFill>
          <a:latin typeface="+mn-lt"/>
          <a:ea typeface="+mn-ea"/>
          <a:cs typeface="+mn-cs"/>
        </a:defRPr>
      </a:lvl3pPr>
      <a:lvl4pPr marL="1066159" algn="l" defTabSz="710771" rtl="0" eaLnBrk="1" latinLnBrk="0" hangingPunct="1">
        <a:defRPr sz="1398" kern="1200">
          <a:solidFill>
            <a:schemeClr val="tx1"/>
          </a:solidFill>
          <a:latin typeface="+mn-lt"/>
          <a:ea typeface="+mn-ea"/>
          <a:cs typeface="+mn-cs"/>
        </a:defRPr>
      </a:lvl4pPr>
      <a:lvl5pPr marL="1421544" algn="l" defTabSz="710771" rtl="0" eaLnBrk="1" latinLnBrk="0" hangingPunct="1">
        <a:defRPr sz="1398" kern="1200">
          <a:solidFill>
            <a:schemeClr val="tx1"/>
          </a:solidFill>
          <a:latin typeface="+mn-lt"/>
          <a:ea typeface="+mn-ea"/>
          <a:cs typeface="+mn-cs"/>
        </a:defRPr>
      </a:lvl5pPr>
      <a:lvl6pPr marL="1776930" algn="l" defTabSz="710771" rtl="0" eaLnBrk="1" latinLnBrk="0" hangingPunct="1">
        <a:defRPr sz="1398" kern="1200">
          <a:solidFill>
            <a:schemeClr val="tx1"/>
          </a:solidFill>
          <a:latin typeface="+mn-lt"/>
          <a:ea typeface="+mn-ea"/>
          <a:cs typeface="+mn-cs"/>
        </a:defRPr>
      </a:lvl6pPr>
      <a:lvl7pPr marL="2132317" algn="l" defTabSz="710771" rtl="0" eaLnBrk="1" latinLnBrk="0" hangingPunct="1">
        <a:defRPr sz="1398" kern="1200">
          <a:solidFill>
            <a:schemeClr val="tx1"/>
          </a:solidFill>
          <a:latin typeface="+mn-lt"/>
          <a:ea typeface="+mn-ea"/>
          <a:cs typeface="+mn-cs"/>
        </a:defRPr>
      </a:lvl7pPr>
      <a:lvl8pPr marL="2487702" algn="l" defTabSz="710771" rtl="0" eaLnBrk="1" latinLnBrk="0" hangingPunct="1">
        <a:defRPr sz="1398" kern="1200">
          <a:solidFill>
            <a:schemeClr val="tx1"/>
          </a:solidFill>
          <a:latin typeface="+mn-lt"/>
          <a:ea typeface="+mn-ea"/>
          <a:cs typeface="+mn-cs"/>
        </a:defRPr>
      </a:lvl8pPr>
      <a:lvl9pPr marL="2843088" algn="l" defTabSz="710771" rtl="0" eaLnBrk="1" latinLnBrk="0" hangingPunct="1">
        <a:defRPr sz="13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2039B-76F6-F207-68F0-D449282BC4A1}"/>
            </a:ext>
          </a:extLst>
        </p:cNvPr>
        <p:cNvGrpSpPr/>
        <p:nvPr/>
      </p:nvGrpSpPr>
      <p:grpSpPr>
        <a:xfrm>
          <a:off x="0" y="0"/>
          <a:ext cx="0" cy="0"/>
          <a:chOff x="0" y="0"/>
          <a:chExt cx="0" cy="0"/>
        </a:xfrm>
      </p:grpSpPr>
      <p:pic>
        <p:nvPicPr>
          <p:cNvPr id="6" name="Rectangle 3468742" descr="preencoded.png">
            <a:extLst>
              <a:ext uri="{FF2B5EF4-FFF2-40B4-BE49-F238E27FC236}">
                <a16:creationId xmlns:a16="http://schemas.microsoft.com/office/drawing/2014/main" id="{EEA7B906-4AA0-0E04-2A93-148972FF892C}"/>
              </a:ext>
            </a:extLst>
          </p:cNvPr>
          <p:cNvPicPr>
            <a:picLocks noChangeAspect="1"/>
          </p:cNvPicPr>
          <p:nvPr/>
        </p:nvPicPr>
        <p:blipFill>
          <a:blip r:embed="rId3"/>
          <a:srcRect t="1" b="17144"/>
          <a:stretch>
            <a:fillRect/>
          </a:stretch>
        </p:blipFill>
        <p:spPr>
          <a:xfrm>
            <a:off x="0" y="1"/>
            <a:ext cx="7772399" cy="10058400"/>
          </a:xfrm>
          <a:prstGeom prst="rect">
            <a:avLst/>
          </a:prstGeom>
        </p:spPr>
      </p:pic>
      <p:sp>
        <p:nvSpPr>
          <p:cNvPr id="20" name="Rectangle: Rounded Corners 19">
            <a:extLst>
              <a:ext uri="{FF2B5EF4-FFF2-40B4-BE49-F238E27FC236}">
                <a16:creationId xmlns:a16="http://schemas.microsoft.com/office/drawing/2014/main" id="{2E93921D-40F1-B109-8DB8-DE2210EC5464}"/>
              </a:ext>
            </a:extLst>
          </p:cNvPr>
          <p:cNvSpPr/>
          <p:nvPr/>
        </p:nvSpPr>
        <p:spPr bwMode="auto">
          <a:xfrm>
            <a:off x="2762333" y="1904072"/>
            <a:ext cx="2241800" cy="3735983"/>
          </a:xfrm>
          <a:prstGeom prst="roundRect">
            <a:avLst>
              <a:gd name="adj" fmla="val 5082"/>
            </a:avLst>
          </a:prstGeom>
          <a:solidFill>
            <a:schemeClr val="bg1"/>
          </a:solidFill>
          <a:ln w="6350">
            <a:solidFill>
              <a:srgbClr val="B740C5"/>
            </a:solidFill>
            <a:headEnd type="none" w="med" len="med"/>
            <a:tailEnd type="none" w="med" len="med"/>
          </a:ln>
          <a:effectLst>
            <a:outerShdw blurRad="114300" dist="38100" dir="2700000" algn="tl"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12B63E96-4366-A0F6-46C7-DA4BC9A3A03E}"/>
              </a:ext>
            </a:extLst>
          </p:cNvPr>
          <p:cNvSpPr/>
          <p:nvPr/>
        </p:nvSpPr>
        <p:spPr bwMode="auto">
          <a:xfrm>
            <a:off x="5168188" y="1912539"/>
            <a:ext cx="2241800" cy="3735983"/>
          </a:xfrm>
          <a:prstGeom prst="roundRect">
            <a:avLst>
              <a:gd name="adj" fmla="val 5082"/>
            </a:avLst>
          </a:prstGeom>
          <a:solidFill>
            <a:schemeClr val="bg1"/>
          </a:solidFill>
          <a:ln w="6350">
            <a:solidFill>
              <a:srgbClr val="B740C5"/>
            </a:solidFill>
            <a:headEnd type="none" w="med" len="med"/>
            <a:tailEnd type="none" w="med" len="med"/>
          </a:ln>
          <a:effectLst>
            <a:outerShdw blurRad="114300" dist="38100" dir="2700000" algn="tl"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AED3F73B-0F53-5190-CBC5-5D6775AE7D80}"/>
              </a:ext>
            </a:extLst>
          </p:cNvPr>
          <p:cNvSpPr/>
          <p:nvPr/>
        </p:nvSpPr>
        <p:spPr bwMode="auto">
          <a:xfrm>
            <a:off x="373063" y="1912541"/>
            <a:ext cx="2241800" cy="3735983"/>
          </a:xfrm>
          <a:prstGeom prst="roundRect">
            <a:avLst>
              <a:gd name="adj" fmla="val 5082"/>
            </a:avLst>
          </a:prstGeom>
          <a:solidFill>
            <a:schemeClr val="bg1"/>
          </a:solidFill>
          <a:ln w="6350">
            <a:solidFill>
              <a:srgbClr val="B740C5"/>
            </a:solidFill>
            <a:headEnd type="none" w="med" len="med"/>
            <a:tailEnd type="none" w="med" len="med"/>
          </a:ln>
          <a:effectLst>
            <a:outerShdw blurRad="114300" dist="38100" dir="2700000" algn="tl"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9" name="Picture 18">
            <a:extLst>
              <a:ext uri="{FF2B5EF4-FFF2-40B4-BE49-F238E27FC236}">
                <a16:creationId xmlns:a16="http://schemas.microsoft.com/office/drawing/2014/main" id="{CA624FEB-D5E3-2B7C-4E99-AC65A871B3F7}"/>
              </a:ext>
            </a:extLst>
          </p:cNvPr>
          <p:cNvPicPr>
            <a:picLocks noChangeAspect="1"/>
          </p:cNvPicPr>
          <p:nvPr/>
        </p:nvPicPr>
        <p:blipFill>
          <a:blip r:embed="rId4"/>
          <a:srcRect l="-25877" t="56128" r="60860" b="-102"/>
          <a:stretch>
            <a:fillRect/>
          </a:stretch>
        </p:blipFill>
        <p:spPr>
          <a:xfrm>
            <a:off x="1267282" y="1919"/>
            <a:ext cx="6502703" cy="1989131"/>
          </a:xfrm>
          <a:prstGeom prst="rect">
            <a:avLst/>
          </a:prstGeom>
        </p:spPr>
      </p:pic>
      <p:sp>
        <p:nvSpPr>
          <p:cNvPr id="32" name="Title 31">
            <a:extLst>
              <a:ext uri="{FF2B5EF4-FFF2-40B4-BE49-F238E27FC236}">
                <a16:creationId xmlns:a16="http://schemas.microsoft.com/office/drawing/2014/main" id="{E21249B4-1589-0C17-030D-2A035C47203A}"/>
              </a:ext>
            </a:extLst>
          </p:cNvPr>
          <p:cNvSpPr txBox="1">
            <a:spLocks noGrp="1"/>
          </p:cNvSpPr>
          <p:nvPr>
            <p:ph type="title" idx="4294967295"/>
          </p:nvPr>
        </p:nvSpPr>
        <p:spPr>
          <a:xfrm>
            <a:off x="372423" y="729422"/>
            <a:ext cx="6263909" cy="43088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502920">
              <a:spcBef>
                <a:spcPts val="0"/>
              </a:spcBef>
            </a:pPr>
            <a:r>
              <a:rPr lang="en-US" sz="2800">
                <a:solidFill>
                  <a:schemeClr val="tx1"/>
                </a:solidFill>
                <a:latin typeface="Segoe Sans Display Semibold" pitchFamily="2" charset="0"/>
                <a:cs typeface="Segoe Sans Display Semibold" pitchFamily="2" charset="0"/>
              </a:rPr>
              <a:t>Microsoft 365 Copilot Business</a:t>
            </a:r>
          </a:p>
        </p:txBody>
      </p:sp>
      <p:sp>
        <p:nvSpPr>
          <p:cNvPr id="4" name="TextBox 3">
            <a:extLst>
              <a:ext uri="{FF2B5EF4-FFF2-40B4-BE49-F238E27FC236}">
                <a16:creationId xmlns:a16="http://schemas.microsoft.com/office/drawing/2014/main" id="{4C614D19-1062-BB7F-E599-F43EB3612ACD}"/>
              </a:ext>
            </a:extLst>
          </p:cNvPr>
          <p:cNvSpPr txBox="1">
            <a:spLocks/>
          </p:cNvSpPr>
          <p:nvPr/>
        </p:nvSpPr>
        <p:spPr>
          <a:xfrm>
            <a:off x="372423" y="1224079"/>
            <a:ext cx="5926777" cy="507831"/>
          </a:xfrm>
          <a:prstGeom prst="rect">
            <a:avLst/>
          </a:prstGeom>
          <a:noFill/>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a:ea typeface="+mn-ea"/>
                <a:cs typeface="+mn-cs"/>
              </a:rPr>
              <a:t>Copilot is the UI for AI that combines the power of LLM with the web and work data and applications that supercharges productivity, unlocks value, transforms business processes with Agents and inherits existing security, privacy, identity enterprise ready policies.</a:t>
            </a:r>
            <a:endParaRPr kumimoji="0" lang="en-US" sz="11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12" name="TextBox 11">
            <a:extLst>
              <a:ext uri="{FF2B5EF4-FFF2-40B4-BE49-F238E27FC236}">
                <a16:creationId xmlns:a16="http://schemas.microsoft.com/office/drawing/2014/main" id="{60C1C25E-7BA7-E690-9058-C553C8A30243}"/>
              </a:ext>
            </a:extLst>
          </p:cNvPr>
          <p:cNvSpPr txBox="1"/>
          <p:nvPr/>
        </p:nvSpPr>
        <p:spPr>
          <a:xfrm>
            <a:off x="597533" y="2033908"/>
            <a:ext cx="1896519" cy="49244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srgbClr val="B740C5"/>
                </a:solidFill>
                <a:effectLst/>
                <a:uLnTx/>
                <a:uFillTx/>
                <a:latin typeface="Segoe UI Semibold"/>
                <a:ea typeface="+mn-ea"/>
                <a:cs typeface="+mn-cs"/>
              </a:rPr>
              <a:t>Secure and compliant</a:t>
            </a:r>
          </a:p>
        </p:txBody>
      </p:sp>
      <p:sp>
        <p:nvSpPr>
          <p:cNvPr id="13" name="TextBox 12">
            <a:extLst>
              <a:ext uri="{FF2B5EF4-FFF2-40B4-BE49-F238E27FC236}">
                <a16:creationId xmlns:a16="http://schemas.microsoft.com/office/drawing/2014/main" id="{C2D61B87-4843-C698-43DE-8D3330AD0798}"/>
              </a:ext>
            </a:extLst>
          </p:cNvPr>
          <p:cNvSpPr txBox="1"/>
          <p:nvPr/>
        </p:nvSpPr>
        <p:spPr>
          <a:xfrm>
            <a:off x="2966920" y="2033908"/>
            <a:ext cx="1339180" cy="49244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srgbClr val="B740C5"/>
                </a:solidFill>
                <a:effectLst/>
                <a:uLnTx/>
                <a:uFillTx/>
                <a:latin typeface="Segoe UI Semibold"/>
                <a:ea typeface="+mn-ea"/>
                <a:cs typeface="+mn-cs"/>
              </a:rPr>
              <a:t>Powered by Work IQ</a:t>
            </a:r>
          </a:p>
        </p:txBody>
      </p:sp>
      <p:sp>
        <p:nvSpPr>
          <p:cNvPr id="14" name="TextBox 13">
            <a:extLst>
              <a:ext uri="{FF2B5EF4-FFF2-40B4-BE49-F238E27FC236}">
                <a16:creationId xmlns:a16="http://schemas.microsoft.com/office/drawing/2014/main" id="{FD96F95B-30FB-97D3-4FA1-78BB5E1FC28B}"/>
              </a:ext>
            </a:extLst>
          </p:cNvPr>
          <p:cNvSpPr txBox="1"/>
          <p:nvPr/>
        </p:nvSpPr>
        <p:spPr>
          <a:xfrm>
            <a:off x="5382066" y="2033908"/>
            <a:ext cx="1896519" cy="49244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srgbClr val="B740C5"/>
                </a:solidFill>
                <a:effectLst/>
                <a:uLnTx/>
                <a:uFillTx/>
                <a:latin typeface="Segoe UI Semibold"/>
                <a:ea typeface="+mn-ea"/>
                <a:cs typeface="+mn-cs"/>
              </a:rPr>
              <a:t>Measurable business value</a:t>
            </a:r>
          </a:p>
        </p:txBody>
      </p:sp>
      <p:sp>
        <p:nvSpPr>
          <p:cNvPr id="15" name="TextBox 14">
            <a:extLst>
              <a:ext uri="{FF2B5EF4-FFF2-40B4-BE49-F238E27FC236}">
                <a16:creationId xmlns:a16="http://schemas.microsoft.com/office/drawing/2014/main" id="{D8D88B12-47F4-61D4-69C6-9480BF60BE3F}"/>
              </a:ext>
            </a:extLst>
          </p:cNvPr>
          <p:cNvSpPr txBox="1">
            <a:spLocks/>
          </p:cNvSpPr>
          <p:nvPr/>
        </p:nvSpPr>
        <p:spPr>
          <a:xfrm>
            <a:off x="582185" y="2586193"/>
            <a:ext cx="1896519" cy="2693045"/>
          </a:xfrm>
          <a:prstGeom prst="rect">
            <a:avLst/>
          </a:prstGeom>
          <a:noFill/>
        </p:spPr>
        <p:txBody>
          <a:bodyPr wrap="square" lIns="0" tIns="0" rIns="0" bIns="0" rtlCol="0" anchor="t" anchorCtr="0">
            <a:spAutoFit/>
          </a:bodyPr>
          <a:lstStyle/>
          <a:p>
            <a:pPr marL="228600" marR="0" lvl="0"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Honors existing Microsoft 365 permissions and policies for data access</a:t>
            </a:r>
          </a:p>
          <a:p>
            <a:pPr marL="228600" marR="0" lvl="0"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Data is secure at rest and in transit</a:t>
            </a:r>
          </a:p>
          <a:p>
            <a:pPr marL="228600" marR="0" lvl="0"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Your data is not used to train foundational model</a:t>
            </a:r>
          </a:p>
          <a:p>
            <a:pPr marL="228600" marR="0" lvl="0"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You are protected against    AI security and copyright risk</a:t>
            </a:r>
          </a:p>
          <a:p>
            <a:pPr marL="228600" marR="0" lvl="0"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You control your data and your data’s location</a:t>
            </a:r>
          </a:p>
          <a:p>
            <a:pPr marL="228600" marR="0" lvl="0" indent="-2286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Search queries are abstracted/ de identified from the user's prompt     and grounding data</a:t>
            </a:r>
          </a:p>
        </p:txBody>
      </p:sp>
      <p:sp>
        <p:nvSpPr>
          <p:cNvPr id="16" name="TextBox 15">
            <a:extLst>
              <a:ext uri="{FF2B5EF4-FFF2-40B4-BE49-F238E27FC236}">
                <a16:creationId xmlns:a16="http://schemas.microsoft.com/office/drawing/2014/main" id="{51630319-4545-09D1-5BF9-3BA578E5812D}"/>
              </a:ext>
            </a:extLst>
          </p:cNvPr>
          <p:cNvSpPr txBox="1">
            <a:spLocks/>
          </p:cNvSpPr>
          <p:nvPr/>
        </p:nvSpPr>
        <p:spPr>
          <a:xfrm>
            <a:off x="2966920" y="2586193"/>
            <a:ext cx="1915857" cy="2923877"/>
          </a:xfrm>
          <a:prstGeom prst="rect">
            <a:avLst/>
          </a:prstGeom>
          <a:noFill/>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Work IQ is the intelligence layer that enables M365 Copilot and agents to know your work inside and out. It connects your context, workflows and relationships to deliver an experience that is built for you.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It includes three (3) components:</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1" i="0" u="none" strike="noStrike" kern="1200" cap="none" spc="0" normalizeH="0" baseline="0" noProof="0">
                <a:ln>
                  <a:noFill/>
                </a:ln>
                <a:solidFill>
                  <a:srgbClr val="000000">
                    <a:lumMod val="95000"/>
                    <a:lumOff val="5000"/>
                  </a:srgbClr>
                </a:solidFill>
                <a:effectLst/>
                <a:uLnTx/>
                <a:uFillTx/>
                <a:latin typeface="Segoe UI"/>
                <a:ea typeface="+mn-ea"/>
                <a:cs typeface="+mn-cs"/>
              </a:rPr>
              <a:t>Data</a:t>
            </a: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 spanning your personal work data like files, emails, and messages, as well as your organizations data; </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1" i="0" u="none" strike="noStrike" kern="1200" cap="none" spc="0" normalizeH="0" baseline="0" noProof="0">
                <a:ln>
                  <a:noFill/>
                </a:ln>
                <a:solidFill>
                  <a:srgbClr val="000000">
                    <a:lumMod val="95000"/>
                    <a:lumOff val="5000"/>
                  </a:srgbClr>
                </a:solidFill>
                <a:effectLst/>
                <a:uLnTx/>
                <a:uFillTx/>
                <a:latin typeface="Segoe UI"/>
                <a:ea typeface="+mn-ea"/>
                <a:cs typeface="+mn-cs"/>
              </a:rPr>
              <a:t>Memory</a:t>
            </a: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 from your work profile, custom instructions and saved preferences; </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1" i="0" u="none" strike="noStrike" kern="1200" cap="none" spc="0" normalizeH="0" baseline="0" noProof="0">
                <a:ln>
                  <a:noFill/>
                </a:ln>
                <a:solidFill>
                  <a:srgbClr val="000000">
                    <a:lumMod val="95000"/>
                    <a:lumOff val="5000"/>
                  </a:srgbClr>
                </a:solidFill>
                <a:effectLst/>
                <a:uLnTx/>
                <a:uFillTx/>
                <a:latin typeface="Segoe UI"/>
                <a:ea typeface="+mn-ea"/>
                <a:cs typeface="+mn-cs"/>
              </a:rPr>
              <a:t>Inference</a:t>
            </a: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 i.e. organizational relationships, work patterns,   and workflows </a:t>
            </a:r>
          </a:p>
        </p:txBody>
      </p:sp>
      <p:pic>
        <p:nvPicPr>
          <p:cNvPr id="17" name="Picture 16" descr="A screenshot of a computer&#10;&#10;AI-generated content may be incorrect.">
            <a:extLst>
              <a:ext uri="{FF2B5EF4-FFF2-40B4-BE49-F238E27FC236}">
                <a16:creationId xmlns:a16="http://schemas.microsoft.com/office/drawing/2014/main" id="{6C9EA9E0-8A75-49A8-EEC2-161579DB8169}"/>
              </a:ext>
            </a:extLst>
          </p:cNvPr>
          <p:cNvPicPr>
            <a:picLocks noChangeAspect="1"/>
          </p:cNvPicPr>
          <p:nvPr/>
        </p:nvPicPr>
        <p:blipFill>
          <a:blip r:embed="rId5"/>
          <a:stretch>
            <a:fillRect/>
          </a:stretch>
        </p:blipFill>
        <p:spPr>
          <a:xfrm>
            <a:off x="378422" y="5850070"/>
            <a:ext cx="7015556" cy="4007011"/>
          </a:xfrm>
          <a:prstGeom prst="rect">
            <a:avLst/>
          </a:prstGeom>
        </p:spPr>
      </p:pic>
      <p:sp>
        <p:nvSpPr>
          <p:cNvPr id="18" name="TextBox 17">
            <a:extLst>
              <a:ext uri="{FF2B5EF4-FFF2-40B4-BE49-F238E27FC236}">
                <a16:creationId xmlns:a16="http://schemas.microsoft.com/office/drawing/2014/main" id="{0DF0B249-68A9-BEB9-D14E-F0F6F3301598}"/>
              </a:ext>
            </a:extLst>
          </p:cNvPr>
          <p:cNvSpPr txBox="1">
            <a:spLocks/>
          </p:cNvSpPr>
          <p:nvPr/>
        </p:nvSpPr>
        <p:spPr>
          <a:xfrm>
            <a:off x="5382066" y="2586193"/>
            <a:ext cx="1808003" cy="2462213"/>
          </a:xfrm>
          <a:prstGeom prst="rect">
            <a:avLst/>
          </a:prstGeom>
          <a:noFill/>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000">
                    <a:lumMod val="95000"/>
                    <a:lumOff val="5000"/>
                  </a:srgbClr>
                </a:solidFill>
                <a:effectLst/>
                <a:uLnTx/>
                <a:uFillTx/>
                <a:latin typeface="Segoe UI"/>
                <a:ea typeface="+mn-ea"/>
                <a:cs typeface="+mn-cs"/>
              </a:rPr>
              <a:t>77% </a:t>
            </a: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of early adopters said they don’t want to give up Copilot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000">
                    <a:lumMod val="95000"/>
                    <a:lumOff val="5000"/>
                  </a:srgbClr>
                </a:solidFill>
                <a:effectLst/>
                <a:uLnTx/>
                <a:uFillTx/>
                <a:latin typeface="Segoe UI"/>
                <a:ea typeface="+mn-ea"/>
                <a:cs typeface="+mn-cs"/>
              </a:rPr>
              <a:t>84% </a:t>
            </a: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easier to actions after a meeting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000">
                    <a:lumMod val="95000"/>
                    <a:lumOff val="5000"/>
                  </a:srgbClr>
                </a:solidFill>
                <a:effectLst/>
                <a:uLnTx/>
                <a:uFillTx/>
                <a:latin typeface="Segoe UI"/>
                <a:ea typeface="+mn-ea"/>
                <a:cs typeface="+mn-cs"/>
              </a:rPr>
              <a:t>75% </a:t>
            </a: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users save time by finding whatever they need</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000">
                    <a:lumMod val="95000"/>
                    <a:lumOff val="5000"/>
                  </a:srgbClr>
                </a:solidFill>
                <a:effectLst/>
                <a:uLnTx/>
                <a:uFillTx/>
                <a:latin typeface="Segoe UI"/>
                <a:ea typeface="+mn-ea"/>
                <a:cs typeface="+mn-cs"/>
              </a:rPr>
              <a:t>3.8x</a:t>
            </a: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 faster to get caught up, identify decisions, and draft an email</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000">
                    <a:lumMod val="95000"/>
                    <a:lumOff val="5000"/>
                  </a:srgbClr>
                </a:solidFill>
                <a:effectLst/>
                <a:uLnTx/>
                <a:uFillTx/>
                <a:latin typeface="Segoe UI"/>
                <a:ea typeface="+mn-ea"/>
                <a:cs typeface="+mn-cs"/>
              </a:rPr>
              <a:t>85% </a:t>
            </a:r>
            <a:r>
              <a:rPr kumimoji="0" lang="en-US" sz="1000" b="0" i="0" u="none" strike="noStrike" kern="1200" cap="none" spc="0" normalizeH="0" baseline="0" noProof="0">
                <a:ln>
                  <a:noFill/>
                </a:ln>
                <a:solidFill>
                  <a:srgbClr val="000000">
                    <a:lumMod val="95000"/>
                    <a:lumOff val="5000"/>
                  </a:srgbClr>
                </a:solidFill>
                <a:effectLst/>
                <a:uLnTx/>
                <a:uFillTx/>
                <a:latin typeface="Segoe UI"/>
                <a:ea typeface="+mn-ea"/>
                <a:cs typeface="+mn-cs"/>
              </a:rPr>
              <a:t>users find it easier to get to a good first draft faster</a:t>
            </a:r>
          </a:p>
        </p:txBody>
      </p:sp>
      <p:pic>
        <p:nvPicPr>
          <p:cNvPr id="21" name="Graphic 8" descr="Microsoft Security">
            <a:extLst>
              <a:ext uri="{FF2B5EF4-FFF2-40B4-BE49-F238E27FC236}">
                <a16:creationId xmlns:a16="http://schemas.microsoft.com/office/drawing/2014/main" id="{58396E43-F561-6CB3-5327-B5C181ED1A8D}"/>
              </a:ext>
            </a:extLst>
          </p:cNvPr>
          <p:cNvPicPr>
            <a:picLocks noChangeAspect="1"/>
          </p:cNvPicPr>
          <p:nvPr/>
        </p:nvPicPr>
        <p:blipFill>
          <a:blip>
            <a:extLst>
              <a:ext uri="{96DAC541-7B7A-43D3-8B79-37D633B846F1}">
                <asvg:svgBlip xmlns:asvg="http://schemas.microsoft.com/office/drawing/2016/SVG/main" r:embed="rId6"/>
              </a:ext>
            </a:extLst>
          </a:blip>
          <a:srcRect r="39635"/>
          <a:stretch>
            <a:fillRect/>
          </a:stretch>
        </p:blipFill>
        <p:spPr bwMode="black">
          <a:xfrm>
            <a:off x="372423" y="376059"/>
            <a:ext cx="978442" cy="202251"/>
          </a:xfrm>
          <a:prstGeom prst="rect">
            <a:avLst/>
          </a:prstGeom>
        </p:spPr>
      </p:pic>
    </p:spTree>
    <p:extLst>
      <p:ext uri="{BB962C8B-B14F-4D97-AF65-F5344CB8AC3E}">
        <p14:creationId xmlns:p14="http://schemas.microsoft.com/office/powerpoint/2010/main" val="2606674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495913" y="2823439"/>
            <a:ext cx="3291687" cy="6773997"/>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marL="0" marR="0" lvl="0" indent="0" algn="l" defTabSz="621810" rtl="0" eaLnBrk="1" fontAlgn="base" latinLnBrk="0" hangingPunct="1">
              <a:lnSpc>
                <a:spcPct val="100000"/>
              </a:lnSpc>
              <a:spcBef>
                <a:spcPct val="0"/>
              </a:spcBef>
              <a:spcAft>
                <a:spcPct val="0"/>
              </a:spcAft>
              <a:buClrTx/>
              <a:buSzTx/>
              <a:buFontTx/>
              <a:buNone/>
              <a:tabLst/>
              <a:defRPr/>
            </a:pPr>
            <a:r>
              <a:rPr kumimoji="0" lang="en-US" sz="1333"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870380" y="3952812"/>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marL="0" marR="0" lvl="0" indent="0" algn="l" defTabSz="621810" rtl="0" eaLnBrk="1" fontAlgn="base" latinLnBrk="0" hangingPunct="1">
              <a:lnSpc>
                <a:spcPct val="100000"/>
              </a:lnSpc>
              <a:spcBef>
                <a:spcPct val="0"/>
              </a:spcBef>
              <a:spcAft>
                <a:spcPct val="0"/>
              </a:spcAft>
              <a:buClrTx/>
              <a:buSzTx/>
              <a:buFontTx/>
              <a:buNone/>
              <a:tabLst/>
              <a:defRPr/>
            </a:pPr>
            <a:endParaRPr kumimoji="0" lang="en-US" sz="133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870380" y="5806548"/>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marL="0" marR="0" lvl="0" indent="0" algn="l" defTabSz="621810" rtl="0" eaLnBrk="1" fontAlgn="base" latinLnBrk="0" hangingPunct="1">
              <a:lnSpc>
                <a:spcPct val="100000"/>
              </a:lnSpc>
              <a:spcBef>
                <a:spcPct val="0"/>
              </a:spcBef>
              <a:spcAft>
                <a:spcPct val="0"/>
              </a:spcAft>
              <a:buClrTx/>
              <a:buSzTx/>
              <a:buFontTx/>
              <a:buNone/>
              <a:tabLst/>
              <a:defRPr/>
            </a:pPr>
            <a:endParaRPr kumimoji="0" lang="en-US" sz="133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870380" y="7660284"/>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marL="0" marR="0" lvl="0" indent="0" algn="l" defTabSz="621810" rtl="0" eaLnBrk="1" fontAlgn="base" latinLnBrk="0" hangingPunct="1">
              <a:lnSpc>
                <a:spcPct val="100000"/>
              </a:lnSpc>
              <a:spcBef>
                <a:spcPct val="0"/>
              </a:spcBef>
              <a:spcAft>
                <a:spcPct val="0"/>
              </a:spcAft>
              <a:buClrTx/>
              <a:buSzTx/>
              <a:buFontTx/>
              <a:buNone/>
              <a:tabLst/>
              <a:defRPr/>
            </a:pPr>
            <a:endParaRPr kumimoji="0" lang="en-US" sz="133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772" y="3844"/>
            <a:ext cx="7770628" cy="243812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marL="0" marR="0" lvl="0" indent="0" algn="l" defTabSz="621810" rtl="0" eaLnBrk="1" fontAlgn="base" latinLnBrk="0" hangingPunct="1">
              <a:lnSpc>
                <a:spcPct val="100000"/>
              </a:lnSpc>
              <a:spcBef>
                <a:spcPct val="0"/>
              </a:spcBef>
              <a:spcAft>
                <a:spcPct val="0"/>
              </a:spcAft>
              <a:buClrTx/>
              <a:buSzTx/>
              <a:buFontTx/>
              <a:buNone/>
              <a:tabLst/>
              <a:defRPr/>
            </a:pPr>
            <a:endParaRPr kumimoji="0" lang="en-IN" sz="133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3889423" y="-6680"/>
            <a:ext cx="3874937" cy="1508991"/>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542649" y="443089"/>
            <a:ext cx="1134323" cy="241879"/>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418101" rtl="0" eaLnBrk="1" fontAlgn="auto" latinLnBrk="0" hangingPunct="1">
                <a:lnSpc>
                  <a:spcPct val="100000"/>
                </a:lnSpc>
                <a:spcBef>
                  <a:spcPts val="0"/>
                </a:spcBef>
                <a:spcAft>
                  <a:spcPts val="0"/>
                </a:spcAft>
                <a:buClrTx/>
                <a:buSzTx/>
                <a:buFontTx/>
                <a:buNone/>
                <a:tabLst/>
                <a:defRPr/>
              </a:pPr>
              <a:endParaRPr kumimoji="0" lang="en-IN" sz="1647"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418101" rtl="0" eaLnBrk="1" fontAlgn="auto" latinLnBrk="0" hangingPunct="1">
                <a:lnSpc>
                  <a:spcPct val="100000"/>
                </a:lnSpc>
                <a:spcBef>
                  <a:spcPts val="0"/>
                </a:spcBef>
                <a:spcAft>
                  <a:spcPts val="0"/>
                </a:spcAft>
                <a:buClrTx/>
                <a:buSzTx/>
                <a:buFontTx/>
                <a:buNone/>
                <a:tabLst/>
                <a:defRPr/>
              </a:pPr>
              <a:endParaRPr kumimoji="0" lang="en-IN" sz="1647"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418101" rtl="0" eaLnBrk="1" fontAlgn="auto" latinLnBrk="0" hangingPunct="1">
                <a:lnSpc>
                  <a:spcPct val="100000"/>
                </a:lnSpc>
                <a:spcBef>
                  <a:spcPts val="0"/>
                </a:spcBef>
                <a:spcAft>
                  <a:spcPts val="0"/>
                </a:spcAft>
                <a:buClrTx/>
                <a:buSzTx/>
                <a:buFontTx/>
                <a:buNone/>
                <a:tabLst/>
                <a:defRPr/>
              </a:pPr>
              <a:endParaRPr kumimoji="0" lang="en-IN" sz="1647"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418101" rtl="0" eaLnBrk="1" fontAlgn="auto" latinLnBrk="0" hangingPunct="1">
                <a:lnSpc>
                  <a:spcPct val="100000"/>
                </a:lnSpc>
                <a:spcBef>
                  <a:spcPts val="0"/>
                </a:spcBef>
                <a:spcAft>
                  <a:spcPts val="0"/>
                </a:spcAft>
                <a:buClrTx/>
                <a:buSzTx/>
                <a:buFontTx/>
                <a:buNone/>
                <a:tabLst/>
                <a:defRPr/>
              </a:pPr>
              <a:endParaRPr kumimoji="0" lang="en-IN" sz="1647"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418101" rtl="0" eaLnBrk="1" fontAlgn="auto" latinLnBrk="0" hangingPunct="1">
                <a:lnSpc>
                  <a:spcPct val="100000"/>
                </a:lnSpc>
                <a:spcBef>
                  <a:spcPts val="0"/>
                </a:spcBef>
                <a:spcAft>
                  <a:spcPts val="0"/>
                </a:spcAft>
                <a:buClrTx/>
                <a:buSzTx/>
                <a:buFontTx/>
                <a:buNone/>
                <a:tabLst/>
                <a:defRPr/>
              </a:pPr>
              <a:endParaRPr kumimoji="0" lang="en-IN" sz="1647"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968095" y="2823439"/>
            <a:ext cx="3291687" cy="6773997"/>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marL="0" marR="0" lvl="0" indent="0" algn="l" defTabSz="621810" rtl="0" eaLnBrk="1" fontAlgn="base" latinLnBrk="0" hangingPunct="1">
              <a:lnSpc>
                <a:spcPct val="100000"/>
              </a:lnSpc>
              <a:spcBef>
                <a:spcPct val="0"/>
              </a:spcBef>
              <a:spcAft>
                <a:spcPct val="0"/>
              </a:spcAft>
              <a:buClrTx/>
              <a:buSzTx/>
              <a:buFontTx/>
              <a:buNone/>
              <a:tabLst/>
              <a:defRPr/>
            </a:pPr>
            <a:endParaRPr kumimoji="0" lang="en-US" sz="133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1125919" y="2989011"/>
            <a:ext cx="1879506" cy="610079"/>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852728" rtl="0" eaLnBrk="1" fontAlgn="base" latinLnBrk="0" hangingPunct="1">
              <a:lnSpc>
                <a:spcPct val="100000"/>
              </a:lnSpc>
              <a:spcBef>
                <a:spcPct val="0"/>
              </a:spcBef>
              <a:spcAft>
                <a:spcPct val="0"/>
              </a:spcAft>
              <a:buClrTx/>
              <a:buSzTx/>
              <a:buFontTx/>
              <a:buNone/>
              <a:tabLst/>
              <a:defRPr/>
            </a:pPr>
            <a:r>
              <a:rPr kumimoji="0" lang="en-US" sz="1761"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4322554" y="2989011"/>
            <a:ext cx="2430597" cy="610079"/>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852728" rtl="0" eaLnBrk="1" fontAlgn="base" latinLnBrk="0" hangingPunct="1">
              <a:lnSpc>
                <a:spcPct val="100000"/>
              </a:lnSpc>
              <a:spcBef>
                <a:spcPct val="0"/>
              </a:spcBef>
              <a:spcAft>
                <a:spcPct val="0"/>
              </a:spcAft>
              <a:buClrTx/>
              <a:buSzTx/>
              <a:buFontTx/>
              <a:buNone/>
              <a:tabLst/>
              <a:defRPr/>
            </a:pPr>
            <a:r>
              <a:rPr kumimoji="0" lang="en-US" sz="1761"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852728" rtl="0" eaLnBrk="1" fontAlgn="base" latinLnBrk="0" hangingPunct="1">
              <a:lnSpc>
                <a:spcPct val="100000"/>
              </a:lnSpc>
              <a:spcBef>
                <a:spcPct val="0"/>
              </a:spcBef>
              <a:spcAft>
                <a:spcPct val="0"/>
              </a:spcAft>
              <a:buClrTx/>
              <a:buSzTx/>
              <a:buFontTx/>
              <a:buNone/>
              <a:tabLst/>
              <a:defRPr/>
            </a:pPr>
            <a:r>
              <a:rPr kumimoji="0" lang="en-US" sz="1761"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770076" y="3756450"/>
            <a:ext cx="2591191"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533698" y="1086924"/>
            <a:ext cx="5224067" cy="851643"/>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1173121" rtl="0" eaLnBrk="1" fontAlgn="auto" latinLnBrk="0" hangingPunct="1">
              <a:lnSpc>
                <a:spcPct val="100000"/>
              </a:lnSpc>
              <a:spcBef>
                <a:spcPct val="0"/>
              </a:spcBef>
              <a:spcAft>
                <a:spcPts val="0"/>
              </a:spcAft>
              <a:buClrTx/>
              <a:buSzTx/>
              <a:buFontTx/>
              <a:buNone/>
              <a:tabLst/>
              <a:defRPr/>
            </a:pPr>
            <a:r>
              <a:rPr kumimoji="0" lang="en-US" sz="2767" b="1" i="0" u="none" strike="noStrike" kern="1200" cap="none" spc="-63"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767" b="0" i="0" u="none" strike="noStrike" kern="1200" cap="none" spc="-63"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1088072" y="4255970"/>
            <a:ext cx="2158394" cy="907445"/>
            <a:chOff x="666348" y="3558436"/>
            <a:chExt cx="1716171" cy="721523"/>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75026" rtl="0" eaLnBrk="1" fontAlgn="auto" latinLnBrk="0" hangingPunct="1">
                  <a:lnSpc>
                    <a:spcPct val="100000"/>
                  </a:lnSpc>
                  <a:spcBef>
                    <a:spcPts val="0"/>
                  </a:spcBef>
                  <a:spcAft>
                    <a:spcPts val="0"/>
                  </a:spcAft>
                  <a:buClrTx/>
                  <a:buSzTx/>
                  <a:buFontTx/>
                  <a:buNone/>
                  <a:tabLst/>
                  <a:defRPr/>
                </a:pPr>
                <a:endParaRPr kumimoji="0" lang="en-IN" sz="2264"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3024" y="3329648"/>
                <a:ext cx="1162817" cy="184660"/>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IN"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2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US"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1227516" y="6115562"/>
            <a:ext cx="1879506" cy="406438"/>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75026" rtl="0" eaLnBrk="1" fontAlgn="auto" latinLnBrk="0" hangingPunct="1">
              <a:lnSpc>
                <a:spcPct val="100000"/>
              </a:lnSpc>
              <a:spcBef>
                <a:spcPts val="0"/>
              </a:spcBef>
              <a:spcAft>
                <a:spcPts val="0"/>
              </a:spcAft>
              <a:buClrTx/>
              <a:buSzTx/>
              <a:buFontTx/>
              <a:buNone/>
              <a:tabLst/>
              <a:defRPr/>
            </a:pPr>
            <a:endParaRPr kumimoji="0" lang="en-IN" sz="2264"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859493" y="6198616"/>
            <a:ext cx="615553" cy="232243"/>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IN"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1088072" y="6631419"/>
            <a:ext cx="2158394" cy="60978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US"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1227516" y="7969298"/>
            <a:ext cx="1879506" cy="406438"/>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75026" rtl="0" eaLnBrk="1" fontAlgn="auto" latinLnBrk="0" hangingPunct="1">
              <a:lnSpc>
                <a:spcPct val="100000"/>
              </a:lnSpc>
              <a:spcBef>
                <a:spcPts val="0"/>
              </a:spcBef>
              <a:spcAft>
                <a:spcPts val="0"/>
              </a:spcAft>
              <a:buClrTx/>
              <a:buSzTx/>
              <a:buFontTx/>
              <a:buNone/>
              <a:tabLst/>
              <a:defRPr/>
            </a:pPr>
            <a:endParaRPr kumimoji="0" lang="en-IN" sz="2264"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859492" y="8052352"/>
            <a:ext cx="738857" cy="232243"/>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IN"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1088072" y="8485154"/>
            <a:ext cx="2158394" cy="60978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US"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4308243" y="3957557"/>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marL="0" marR="0" lvl="0" indent="0" algn="l" defTabSz="621810" rtl="0" eaLnBrk="1" fontAlgn="base" latinLnBrk="0" hangingPunct="1">
              <a:lnSpc>
                <a:spcPct val="100000"/>
              </a:lnSpc>
              <a:spcBef>
                <a:spcPct val="0"/>
              </a:spcBef>
              <a:spcAft>
                <a:spcPct val="0"/>
              </a:spcAft>
              <a:buClrTx/>
              <a:buSzTx/>
              <a:buFontTx/>
              <a:buNone/>
              <a:tabLst/>
              <a:defRPr/>
            </a:pPr>
            <a:endParaRPr kumimoji="0" lang="en-US" sz="133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4308243" y="5811293"/>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marL="0" marR="0" lvl="0" indent="0" algn="l" defTabSz="621810" rtl="0" eaLnBrk="1" fontAlgn="base" latinLnBrk="0" hangingPunct="1">
              <a:lnSpc>
                <a:spcPct val="100000"/>
              </a:lnSpc>
              <a:spcBef>
                <a:spcPct val="0"/>
              </a:spcBef>
              <a:spcAft>
                <a:spcPct val="0"/>
              </a:spcAft>
              <a:buClrTx/>
              <a:buSzTx/>
              <a:buFontTx/>
              <a:buNone/>
              <a:tabLst/>
              <a:defRPr/>
            </a:pPr>
            <a:endParaRPr kumimoji="0" lang="en-US" sz="133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4308243" y="7665029"/>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marL="0" marR="0" lvl="0" indent="0" algn="l" defTabSz="621810" rtl="0" eaLnBrk="1" fontAlgn="base" latinLnBrk="0" hangingPunct="1">
              <a:lnSpc>
                <a:spcPct val="100000"/>
              </a:lnSpc>
              <a:spcBef>
                <a:spcPct val="0"/>
              </a:spcBef>
              <a:spcAft>
                <a:spcPct val="0"/>
              </a:spcAft>
              <a:buClrTx/>
              <a:buSzTx/>
              <a:buFontTx/>
              <a:buNone/>
              <a:tabLst/>
              <a:defRPr/>
            </a:pPr>
            <a:endParaRPr kumimoji="0" lang="en-US" sz="133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4525934" y="4260714"/>
            <a:ext cx="2158394" cy="907445"/>
            <a:chOff x="666348" y="3391793"/>
            <a:chExt cx="1716171" cy="721523"/>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75026" rtl="0" eaLnBrk="1" fontAlgn="auto" latinLnBrk="0" hangingPunct="1">
                  <a:lnSpc>
                    <a:spcPct val="100000"/>
                  </a:lnSpc>
                  <a:spcBef>
                    <a:spcPts val="0"/>
                  </a:spcBef>
                  <a:spcAft>
                    <a:spcPts val="0"/>
                  </a:spcAft>
                  <a:buClrTx/>
                  <a:buSzTx/>
                  <a:buFontTx/>
                  <a:buNone/>
                  <a:tabLst/>
                  <a:defRPr/>
                </a:pPr>
                <a:endParaRPr kumimoji="0" lang="en-IN" sz="2264"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3024" y="3329648"/>
                <a:ext cx="1162817" cy="184660"/>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IN"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2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US"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4665378" y="6120307"/>
            <a:ext cx="1879506" cy="406438"/>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75026" rtl="0" eaLnBrk="1" fontAlgn="auto" latinLnBrk="0" hangingPunct="1">
              <a:lnSpc>
                <a:spcPct val="100000"/>
              </a:lnSpc>
              <a:spcBef>
                <a:spcPts val="0"/>
              </a:spcBef>
              <a:spcAft>
                <a:spcPts val="0"/>
              </a:spcAft>
              <a:buClrTx/>
              <a:buSzTx/>
              <a:buFontTx/>
              <a:buNone/>
              <a:tabLst/>
              <a:defRPr/>
            </a:pPr>
            <a:endParaRPr kumimoji="0" lang="en-IN" sz="2264"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5297355" y="6203361"/>
            <a:ext cx="615553" cy="232243"/>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IN"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4525934" y="6636165"/>
            <a:ext cx="2158394" cy="40652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US"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4665378" y="7974043"/>
            <a:ext cx="1879506" cy="406438"/>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75026" rtl="0" eaLnBrk="1" fontAlgn="auto" latinLnBrk="0" hangingPunct="1">
              <a:lnSpc>
                <a:spcPct val="100000"/>
              </a:lnSpc>
              <a:spcBef>
                <a:spcPts val="0"/>
              </a:spcBef>
              <a:spcAft>
                <a:spcPts val="0"/>
              </a:spcAft>
              <a:buClrTx/>
              <a:buSzTx/>
              <a:buFontTx/>
              <a:buNone/>
              <a:tabLst/>
              <a:defRPr/>
            </a:pPr>
            <a:endParaRPr kumimoji="0" lang="en-IN" sz="2264"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5297353" y="8061136"/>
            <a:ext cx="738857" cy="232243"/>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IN"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509"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4525934" y="8489899"/>
            <a:ext cx="2158394" cy="60978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52843" rtl="0" eaLnBrk="1" fontAlgn="auto" latinLnBrk="0" hangingPunct="1">
              <a:lnSpc>
                <a:spcPct val="100000"/>
              </a:lnSpc>
              <a:spcBef>
                <a:spcPts val="0"/>
              </a:spcBef>
              <a:spcAft>
                <a:spcPts val="548"/>
              </a:spcAft>
              <a:buClrTx/>
              <a:buSzTx/>
              <a:buFont typeface="Wingdings" panose="05000000000000000000" pitchFamily="2" charset="2"/>
              <a:buNone/>
              <a:tabLst/>
              <a:defRPr/>
            </a:pPr>
            <a:r>
              <a:rPr kumimoji="0" lang="en-US"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321"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3608357" y="3083244"/>
            <a:ext cx="555688" cy="555688"/>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75026" rtl="0" eaLnBrk="1" fontAlgn="auto" latinLnBrk="0" hangingPunct="1">
              <a:lnSpc>
                <a:spcPct val="100000"/>
              </a:lnSpc>
              <a:spcBef>
                <a:spcPts val="0"/>
              </a:spcBef>
              <a:spcAft>
                <a:spcPts val="0"/>
              </a:spcAft>
              <a:buClrTx/>
              <a:buSzTx/>
              <a:buFontTx/>
              <a:buNone/>
              <a:tabLst/>
              <a:defRPr/>
            </a:pPr>
            <a:endParaRPr kumimoji="0" lang="en-IN" sz="2264"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4242257" y="3756450"/>
            <a:ext cx="2591191"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94670" y="5228982"/>
            <a:ext cx="345197" cy="345197"/>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5125082" y="5232946"/>
            <a:ext cx="895516" cy="352937"/>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8853" y="6185838"/>
            <a:ext cx="265884" cy="265884"/>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70145" y="6190583"/>
            <a:ext cx="265884" cy="265884"/>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28853" y="8028762"/>
            <a:ext cx="287505" cy="287505"/>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70146" y="8033507"/>
            <a:ext cx="287505" cy="287505"/>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3536486" y="4624467"/>
            <a:ext cx="642827" cy="551543"/>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75026" rtl="0" eaLnBrk="1" fontAlgn="auto" latinLnBrk="0" hangingPunct="1">
              <a:lnSpc>
                <a:spcPct val="100000"/>
              </a:lnSpc>
              <a:spcBef>
                <a:spcPts val="0"/>
              </a:spcBef>
              <a:spcAft>
                <a:spcPts val="0"/>
              </a:spcAft>
              <a:buClrTx/>
              <a:buSzTx/>
              <a:buFontTx/>
              <a:buNone/>
              <a:tabLst/>
              <a:defRPr/>
            </a:pPr>
            <a:endParaRPr kumimoji="0" lang="en-IN" sz="2264"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3536486" y="6478203"/>
            <a:ext cx="642827" cy="551543"/>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75026" rtl="0" eaLnBrk="1" fontAlgn="auto" latinLnBrk="0" hangingPunct="1">
              <a:lnSpc>
                <a:spcPct val="100000"/>
              </a:lnSpc>
              <a:spcBef>
                <a:spcPts val="0"/>
              </a:spcBef>
              <a:spcAft>
                <a:spcPts val="0"/>
              </a:spcAft>
              <a:buClrTx/>
              <a:buSzTx/>
              <a:buFontTx/>
              <a:buNone/>
              <a:tabLst/>
              <a:defRPr/>
            </a:pPr>
            <a:endParaRPr kumimoji="0" lang="en-IN" sz="2264"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3536486" y="8331938"/>
            <a:ext cx="642827" cy="551543"/>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75026" rtl="0" eaLnBrk="1" fontAlgn="auto" latinLnBrk="0" hangingPunct="1">
              <a:lnSpc>
                <a:spcPct val="100000"/>
              </a:lnSpc>
              <a:spcBef>
                <a:spcPts val="0"/>
              </a:spcBef>
              <a:spcAft>
                <a:spcPts val="0"/>
              </a:spcAft>
              <a:buClrTx/>
              <a:buSzTx/>
              <a:buFontTx/>
              <a:buNone/>
              <a:tabLst/>
              <a:defRPr/>
            </a:pPr>
            <a:endParaRPr kumimoji="0" lang="en-IN" sz="2264"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3649211" y="3119636"/>
            <a:ext cx="457176" cy="440762"/>
          </a:xfrm>
          <a:prstGeom prst="rect">
            <a:avLst/>
          </a:prstGeom>
          <a:noFill/>
        </p:spPr>
        <p:txBody>
          <a:bodyPr wrap="none" rtlCol="0">
            <a:spAutoFit/>
          </a:bodyPr>
          <a:lstStyle/>
          <a:p>
            <a:pPr marL="0" marR="0" lvl="0" indent="0" algn="ctr" defTabSz="575026" rtl="0" eaLnBrk="1" fontAlgn="auto" latinLnBrk="0" hangingPunct="1">
              <a:lnSpc>
                <a:spcPct val="100000"/>
              </a:lnSpc>
              <a:spcBef>
                <a:spcPts val="0"/>
              </a:spcBef>
              <a:spcAft>
                <a:spcPts val="0"/>
              </a:spcAft>
              <a:buClrTx/>
              <a:buSzTx/>
              <a:buFontTx/>
              <a:buNone/>
              <a:tabLst/>
              <a:defRPr/>
            </a:pPr>
            <a:r>
              <a:rPr kumimoji="0" lang="en-IN" sz="2264"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2264"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theme/theme1.xml><?xml version="1.0" encoding="utf-8"?>
<a:theme xmlns:a="http://schemas.openxmlformats.org/drawingml/2006/main" name="CSP Template Diamond 06/23">
  <a:themeElements>
    <a:clrScheme name="CSP Colors 06/23">
      <a:dk1>
        <a:srgbClr val="1A1A1A"/>
      </a:dk1>
      <a:lt1>
        <a:srgbClr val="FFFFFF"/>
      </a:lt1>
      <a:dk2>
        <a:srgbClr val="0D0D0D"/>
      </a:dk2>
      <a:lt2>
        <a:srgbClr val="E6E6E6"/>
      </a:lt2>
      <a:accent1>
        <a:srgbClr val="0078D4"/>
      </a:accent1>
      <a:accent2>
        <a:srgbClr val="243A5E"/>
      </a:accent2>
      <a:accent3>
        <a:srgbClr val="50E6FF"/>
      </a:accent3>
      <a:accent4>
        <a:srgbClr val="5D5BD4"/>
      </a:accent4>
      <a:accent5>
        <a:srgbClr val="737373"/>
      </a:accent5>
      <a:accent6>
        <a:srgbClr val="D2D2D2"/>
      </a:accent6>
      <a:hlink>
        <a:srgbClr val="0076D3"/>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1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C671BC8BD2EE04888B74DECA3082CFA" ma:contentTypeVersion="21" ma:contentTypeDescription="Create a new document." ma:contentTypeScope="" ma:versionID="9cc1df61b3026c54177684bb56f32108">
  <xsd:schema xmlns:xsd="http://www.w3.org/2001/XMLSchema" xmlns:xs="http://www.w3.org/2001/XMLSchema" xmlns:p="http://schemas.microsoft.com/office/2006/metadata/properties" xmlns:ns2="81d62c47-1ee8-4b15-a2ba-e551e210471e" xmlns:ns3="1b7c06a1-1aa9-4ffb-acc3-69175dc60550" targetNamespace="http://schemas.microsoft.com/office/2006/metadata/properties" ma:root="true" ma:fieldsID="729a61ac2665cd4365bde4269ea1574e" ns2:_="" ns3:_="">
    <xsd:import namespace="81d62c47-1ee8-4b15-a2ba-e551e210471e"/>
    <xsd:import namespace="1b7c06a1-1aa9-4ffb-acc3-69175dc6055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anguage" minOccurs="0"/>
                <xsd:element ref="ns2:lcf76f155ced4ddcb4097134ff3c332f" minOccurs="0"/>
                <xsd:element ref="ns3:TaxCatchAll" minOccurs="0"/>
                <xsd:element ref="ns2:MediaServiceObjectDetectorVersions" minOccurs="0"/>
                <xsd:element ref="ns2:MediaServiceSearchProperties" minOccurs="0"/>
                <xsd:element ref="ns2:AssetDescrip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62c47-1ee8-4b15-a2ba-e551e21047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anguage" ma:index="21" nillable="true" ma:displayName="Language" ma:format="Dropdown" ma:internalName="Language">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b075134e-686e-41d4-a98b-2f36c81e2c5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ssetDescription" ma:index="27" nillable="true" ma:displayName="Asset Description" ma:format="Dropdown" ma:internalName="AssetDescription">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7c06a1-1aa9-4ffb-acc3-69175dc6055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2d4c6e7-d7fd-4dba-9819-956db0c65ca0}" ma:internalName="TaxCatchAll" ma:showField="CatchAllData" ma:web="1b7c06a1-1aa9-4ffb-acc3-69175dc605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ssetDescription xmlns="81d62c47-1ee8-4b15-a2ba-e551e210471e" xsi:nil="true"/>
    <TaxCatchAll xmlns="1b7c06a1-1aa9-4ffb-acc3-69175dc60550" xsi:nil="true"/>
    <lcf76f155ced4ddcb4097134ff3c332f xmlns="81d62c47-1ee8-4b15-a2ba-e551e210471e">
      <Terms xmlns="http://schemas.microsoft.com/office/infopath/2007/PartnerControls"/>
    </lcf76f155ced4ddcb4097134ff3c332f>
    <Language xmlns="81d62c47-1ee8-4b15-a2ba-e551e210471e" xsi:nil="true"/>
  </documentManagement>
</p:properties>
</file>

<file path=customXml/itemProps1.xml><?xml version="1.0" encoding="utf-8"?>
<ds:datastoreItem xmlns:ds="http://schemas.openxmlformats.org/officeDocument/2006/customXml" ds:itemID="{8A8EFAFD-73F5-4ACC-94D9-04EFE09C58EB}">
  <ds:schemaRefs>
    <ds:schemaRef ds:uri="http://schemas.microsoft.com/sharepoint/v3/contenttype/forms"/>
  </ds:schemaRefs>
</ds:datastoreItem>
</file>

<file path=customXml/itemProps2.xml><?xml version="1.0" encoding="utf-8"?>
<ds:datastoreItem xmlns:ds="http://schemas.openxmlformats.org/officeDocument/2006/customXml" ds:itemID="{86D61BEA-189F-4841-900C-504B065D03CA}">
  <ds:schemaRefs>
    <ds:schemaRef ds:uri="1b7c06a1-1aa9-4ffb-acc3-69175dc60550"/>
    <ds:schemaRef ds:uri="81d62c47-1ee8-4b15-a2ba-e551e21047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9DA0CC2-1119-4EEA-BD26-6E2CD1410D6F}">
  <ds:schemaRefs>
    <ds:schemaRef ds:uri="1b7c06a1-1aa9-4ffb-acc3-69175dc60550"/>
    <ds:schemaRef ds:uri="81d62c47-1ee8-4b15-a2ba-e551e21047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375</Words>
  <Application>Microsoft Office PowerPoint</Application>
  <PresentationFormat>Custom</PresentationFormat>
  <Paragraphs>44</Paragraphs>
  <Slides>2</Slides>
  <Notes>1</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2</vt:i4>
      </vt:variant>
    </vt:vector>
  </HeadingPairs>
  <TitlesOfParts>
    <vt:vector size="15" baseType="lpstr">
      <vt:lpstr>Aptos</vt:lpstr>
      <vt:lpstr>Aptos Display</vt:lpstr>
      <vt:lpstr>Arial</vt:lpstr>
      <vt:lpstr>Calibri</vt:lpstr>
      <vt:lpstr>Segoe Sans Display</vt:lpstr>
      <vt:lpstr>Segoe Sans Display Semibold</vt:lpstr>
      <vt:lpstr>Segoe UI</vt:lpstr>
      <vt:lpstr>Segoe UI Semibold</vt:lpstr>
      <vt:lpstr>Wingdings</vt:lpstr>
      <vt:lpstr>CSP Template Diamond 06/23</vt:lpstr>
      <vt:lpstr>1_CSP Template Diamond 06/23</vt:lpstr>
      <vt:lpstr>2_CSP Template Diamond 06/23</vt:lpstr>
      <vt:lpstr>3_Office Theme</vt:lpstr>
      <vt:lpstr>Microsoft 365 Copilot Business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Vandan Jain</cp:lastModifiedBy>
  <cp:revision>3</cp:revision>
  <dcterms:created xsi:type="dcterms:W3CDTF">2025-03-07T21:16:33Z</dcterms:created>
  <dcterms:modified xsi:type="dcterms:W3CDTF">2026-05-08T01:22:51Z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0x0101009C671BC8BD2EE04888B74DECA3082CFA</vt:lpwstr>
  </property>
</Properties>
</file>
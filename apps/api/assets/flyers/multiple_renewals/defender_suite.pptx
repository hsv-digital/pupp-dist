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4"/>
    <p:sldMasterId id="2147483744" r:id="rId5"/>
    <p:sldMasterId id="2147483748" r:id="rId6"/>
  </p:sldMasterIdLst>
  <p:notesMasterIdLst>
    <p:notesMasterId r:id="rId8"/>
  </p:notesMasterIdLst>
  <p:sldIdLst>
    <p:sldId id="2147470016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5616" userDrawn="1">
          <p15:clr>
            <a:srgbClr val="A4A3A4"/>
          </p15:clr>
        </p15:guide>
        <p15:guide id="4" pos="2448">
          <p15:clr>
            <a:srgbClr val="A4A3A4"/>
          </p15:clr>
        </p15:guide>
        <p15:guide id="5" orient="horz" pos="40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2475"/>
    <a:srgbClr val="F2E5DE"/>
    <a:srgbClr val="FEFEFE"/>
    <a:srgbClr val="B740C5"/>
    <a:srgbClr val="F2F2F2"/>
    <a:srgbClr val="FCF2F9"/>
    <a:srgbClr val="5EA6AB"/>
    <a:srgbClr val="E9FED1"/>
    <a:srgbClr val="FFFFFF"/>
    <a:srgbClr val="091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1D99B-3F77-51B1-2D3B-BCB91DE15386}" v="9" dt="2026-03-02T07:35:43.443"/>
    <p1510:client id="{61D628BD-46B0-427B-AA92-F1C793FA6DC7}" v="2" dt="2026-03-01T19:59:48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2236" y="68"/>
      </p:cViewPr>
      <p:guideLst>
        <p:guide orient="horz" pos="5616"/>
        <p:guide pos="2448"/>
        <p:guide orient="horz" pos="4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Singh" userId="S::shreya.singh@hsv.digital::b354311e-5542-4a3b-80c7-af4347e0a1ac" providerId="AD" clId="Web-{3B51D99B-3F77-51B1-2D3B-BCB91DE15386}"/>
    <pc:docChg chg="modSld">
      <pc:chgData name="Shreya Singh" userId="S::shreya.singh@hsv.digital::b354311e-5542-4a3b-80c7-af4347e0a1ac" providerId="AD" clId="Web-{3B51D99B-3F77-51B1-2D3B-BCB91DE15386}" dt="2026-03-02T07:35:43.443" v="8" actId="1076"/>
      <pc:docMkLst>
        <pc:docMk/>
      </pc:docMkLst>
      <pc:sldChg chg="modSp">
        <pc:chgData name="Shreya Singh" userId="S::shreya.singh@hsv.digital::b354311e-5542-4a3b-80c7-af4347e0a1ac" providerId="AD" clId="Web-{3B51D99B-3F77-51B1-2D3B-BCB91DE15386}" dt="2026-03-02T07:35:43.443" v="8" actId="1076"/>
        <pc:sldMkLst>
          <pc:docMk/>
          <pc:sldMk cId="4067805866" sldId="2147470016"/>
        </pc:sldMkLst>
        <pc:spChg chg="mod">
          <ac:chgData name="Shreya Singh" userId="S::shreya.singh@hsv.digital::b354311e-5542-4a3b-80c7-af4347e0a1ac" providerId="AD" clId="Web-{3B51D99B-3F77-51B1-2D3B-BCB91DE15386}" dt="2026-03-02T07:35:36.490" v="6" actId="14100"/>
          <ac:spMkLst>
            <pc:docMk/>
            <pc:sldMk cId="4067805866" sldId="2147470016"/>
            <ac:spMk id="66" creationId="{20E541FA-397B-06A1-8116-BCFA09464965}"/>
          </ac:spMkLst>
        </pc:spChg>
        <pc:grpChg chg="mod">
          <ac:chgData name="Shreya Singh" userId="S::shreya.singh@hsv.digital::b354311e-5542-4a3b-80c7-af4347e0a1ac" providerId="AD" clId="Web-{3B51D99B-3F77-51B1-2D3B-BCB91DE15386}" dt="2026-03-02T07:35:43.443" v="8" actId="1076"/>
          <ac:grpSpMkLst>
            <pc:docMk/>
            <pc:sldMk cId="4067805866" sldId="2147470016"/>
            <ac:grpSpMk id="53" creationId="{08936B67-2860-1765-5A2D-0ED8C7EC7FC0}"/>
          </ac:grpSpMkLst>
        </pc:grpChg>
        <pc:picChg chg="mod">
          <ac:chgData name="Shreya Singh" userId="S::shreya.singh@hsv.digital::b354311e-5542-4a3b-80c7-af4347e0a1ac" providerId="AD" clId="Web-{3B51D99B-3F77-51B1-2D3B-BCB91DE15386}" dt="2026-03-02T07:35:08.755" v="1" actId="1076"/>
          <ac:picMkLst>
            <pc:docMk/>
            <pc:sldMk cId="4067805866" sldId="2147470016"/>
            <ac:picMk id="81" creationId="{819C957E-4281-888B-D955-41CE846A0331}"/>
          </ac:picMkLst>
        </pc:picChg>
      </pc:sldChg>
    </pc:docChg>
  </pc:docChgLst>
  <pc:docChgLst>
    <pc:chgData name="Vandan Jain" userId="4244b45b-25d1-413d-855b-6597e767c081" providerId="ADAL" clId="{67AB2A15-26B8-47FB-BEC6-EFDC03C3B3B6}"/>
    <pc:docChg chg="undo custSel addSld delSld modSld sldOrd delMainMaster">
      <pc:chgData name="Vandan Jain" userId="4244b45b-25d1-413d-855b-6597e767c081" providerId="ADAL" clId="{67AB2A15-26B8-47FB-BEC6-EFDC03C3B3B6}" dt="2026-03-02T08:44:52.168" v="620" actId="20577"/>
      <pc:docMkLst>
        <pc:docMk/>
      </pc:docMkLst>
      <pc:sldChg chg="addSp delSp modSp add del mod modAnim">
        <pc:chgData name="Vandan Jain" userId="4244b45b-25d1-413d-855b-6597e767c081" providerId="ADAL" clId="{67AB2A15-26B8-47FB-BEC6-EFDC03C3B3B6}" dt="2026-03-01T20:01:51.114" v="604" actId="47"/>
        <pc:sldMkLst>
          <pc:docMk/>
          <pc:sldMk cId="2397001889" sldId="2147470015"/>
        </pc:sldMkLst>
      </pc:sldChg>
      <pc:sldChg chg="addSp delSp modSp add mod">
        <pc:chgData name="Vandan Jain" userId="4244b45b-25d1-413d-855b-6597e767c081" providerId="ADAL" clId="{67AB2A15-26B8-47FB-BEC6-EFDC03C3B3B6}" dt="2026-03-02T08:44:52.168" v="620" actId="20577"/>
        <pc:sldMkLst>
          <pc:docMk/>
          <pc:sldMk cId="4067805866" sldId="2147470016"/>
        </pc:sldMkLst>
        <pc:spChg chg="del">
          <ac:chgData name="Vandan Jain" userId="4244b45b-25d1-413d-855b-6597e767c081" providerId="ADAL" clId="{67AB2A15-26B8-47FB-BEC6-EFDC03C3B3B6}" dt="2026-03-01T19:58:35.527" v="416" actId="478"/>
          <ac:spMkLst>
            <pc:docMk/>
            <pc:sldMk cId="4067805866" sldId="2147470016"/>
            <ac:spMk id="2" creationId="{CC410421-35D7-13B2-19F6-E270E00A31DF}"/>
          </ac:spMkLst>
        </pc:spChg>
        <pc:spChg chg="del">
          <ac:chgData name="Vandan Jain" userId="4244b45b-25d1-413d-855b-6597e767c081" providerId="ADAL" clId="{67AB2A15-26B8-47FB-BEC6-EFDC03C3B3B6}" dt="2026-03-01T19:58:35.527" v="416" actId="478"/>
          <ac:spMkLst>
            <pc:docMk/>
            <pc:sldMk cId="4067805866" sldId="2147470016"/>
            <ac:spMk id="4" creationId="{32D52542-94BE-EFA3-6259-A9AF7AA68D6B}"/>
          </ac:spMkLst>
        </pc:spChg>
        <pc:spChg chg="del">
          <ac:chgData name="Vandan Jain" userId="4244b45b-25d1-413d-855b-6597e767c081" providerId="ADAL" clId="{67AB2A15-26B8-47FB-BEC6-EFDC03C3B3B6}" dt="2026-03-01T19:58:35.527" v="416" actId="478"/>
          <ac:spMkLst>
            <pc:docMk/>
            <pc:sldMk cId="4067805866" sldId="2147470016"/>
            <ac:spMk id="6" creationId="{6643373C-AB83-B631-F611-FB8BFCAF135E}"/>
          </ac:spMkLst>
        </pc:spChg>
        <pc:spChg chg="add mod">
          <ac:chgData name="Vandan Jain" userId="4244b45b-25d1-413d-855b-6597e767c081" providerId="ADAL" clId="{67AB2A15-26B8-47FB-BEC6-EFDC03C3B3B6}" dt="2026-03-01T20:00:33.290" v="509" actId="1035"/>
          <ac:spMkLst>
            <pc:docMk/>
            <pc:sldMk cId="4067805866" sldId="2147470016"/>
            <ac:spMk id="7" creationId="{6191E133-5FE5-7236-6507-33450932C882}"/>
          </ac:spMkLst>
        </pc:spChg>
        <pc:spChg chg="mod">
          <ac:chgData name="Vandan Jain" userId="4244b45b-25d1-413d-855b-6597e767c081" providerId="ADAL" clId="{67AB2A15-26B8-47FB-BEC6-EFDC03C3B3B6}" dt="2026-03-01T20:01:09.315" v="551" actId="14100"/>
          <ac:spMkLst>
            <pc:docMk/>
            <pc:sldMk cId="4067805866" sldId="2147470016"/>
            <ac:spMk id="16" creationId="{932E9501-5F92-B14E-0142-40F757B98FAB}"/>
          </ac:spMkLst>
        </pc:spChg>
        <pc:spChg chg="mod">
          <ac:chgData name="Vandan Jain" userId="4244b45b-25d1-413d-855b-6597e767c081" providerId="ADAL" clId="{67AB2A15-26B8-47FB-BEC6-EFDC03C3B3B6}" dt="2026-03-01T20:00:04.464" v="483" actId="1076"/>
          <ac:spMkLst>
            <pc:docMk/>
            <pc:sldMk cId="4067805866" sldId="2147470016"/>
            <ac:spMk id="17" creationId="{C205F477-06BB-0464-B7D7-F14F37D38EC1}"/>
          </ac:spMkLst>
        </pc:spChg>
        <pc:spChg chg="del">
          <ac:chgData name="Vandan Jain" userId="4244b45b-25d1-413d-855b-6597e767c081" providerId="ADAL" clId="{67AB2A15-26B8-47FB-BEC6-EFDC03C3B3B6}" dt="2026-03-01T19:58:35.527" v="416" actId="478"/>
          <ac:spMkLst>
            <pc:docMk/>
            <pc:sldMk cId="4067805866" sldId="2147470016"/>
            <ac:spMk id="18" creationId="{776AAF97-9212-E6FA-5DCB-13B6B6C5B179}"/>
          </ac:spMkLst>
        </pc:spChg>
        <pc:spChg chg="del">
          <ac:chgData name="Vandan Jain" userId="4244b45b-25d1-413d-855b-6597e767c081" providerId="ADAL" clId="{67AB2A15-26B8-47FB-BEC6-EFDC03C3B3B6}" dt="2026-03-01T19:58:35.527" v="416" actId="478"/>
          <ac:spMkLst>
            <pc:docMk/>
            <pc:sldMk cId="4067805866" sldId="2147470016"/>
            <ac:spMk id="21" creationId="{058930A1-FD77-508B-448D-7B8276947F22}"/>
          </ac:spMkLst>
        </pc:spChg>
        <pc:spChg chg="mod">
          <ac:chgData name="Vandan Jain" userId="4244b45b-25d1-413d-855b-6597e767c081" providerId="ADAL" clId="{67AB2A15-26B8-47FB-BEC6-EFDC03C3B3B6}" dt="2026-03-01T20:01:06.078" v="550" actId="403"/>
          <ac:spMkLst>
            <pc:docMk/>
            <pc:sldMk cId="4067805866" sldId="2147470016"/>
            <ac:spMk id="22" creationId="{7EABC11D-07D1-90FB-7DD5-95F307A543CC}"/>
          </ac:spMkLst>
        </pc:spChg>
        <pc:spChg chg="del">
          <ac:chgData name="Vandan Jain" userId="4244b45b-25d1-413d-855b-6597e767c081" providerId="ADAL" clId="{67AB2A15-26B8-47FB-BEC6-EFDC03C3B3B6}" dt="2026-03-01T19:58:35.527" v="416" actId="478"/>
          <ac:spMkLst>
            <pc:docMk/>
            <pc:sldMk cId="4067805866" sldId="2147470016"/>
            <ac:spMk id="23" creationId="{BABB45DB-3E40-0CF7-6744-E0B2062194C7}"/>
          </ac:spMkLst>
        </pc:spChg>
        <pc:spChg chg="del">
          <ac:chgData name="Vandan Jain" userId="4244b45b-25d1-413d-855b-6597e767c081" providerId="ADAL" clId="{67AB2A15-26B8-47FB-BEC6-EFDC03C3B3B6}" dt="2026-03-01T19:58:35.527" v="416" actId="478"/>
          <ac:spMkLst>
            <pc:docMk/>
            <pc:sldMk cId="4067805866" sldId="2147470016"/>
            <ac:spMk id="25" creationId="{8ACFB9E0-57EC-A667-BD67-1FCD18922E87}"/>
          </ac:spMkLst>
        </pc:spChg>
        <pc:spChg chg="mod">
          <ac:chgData name="Vandan Jain" userId="4244b45b-25d1-413d-855b-6597e767c081" providerId="ADAL" clId="{67AB2A15-26B8-47FB-BEC6-EFDC03C3B3B6}" dt="2026-03-01T20:01:01.966" v="549" actId="14100"/>
          <ac:spMkLst>
            <pc:docMk/>
            <pc:sldMk cId="4067805866" sldId="2147470016"/>
            <ac:spMk id="27" creationId="{C04F08BB-20E9-2E06-0544-8C51D5750EAE}"/>
          </ac:spMkLst>
        </pc:spChg>
        <pc:spChg chg="del">
          <ac:chgData name="Vandan Jain" userId="4244b45b-25d1-413d-855b-6597e767c081" providerId="ADAL" clId="{67AB2A15-26B8-47FB-BEC6-EFDC03C3B3B6}" dt="2026-03-01T19:58:35.527" v="416" actId="478"/>
          <ac:spMkLst>
            <pc:docMk/>
            <pc:sldMk cId="4067805866" sldId="2147470016"/>
            <ac:spMk id="28" creationId="{60FD9765-BB48-31C0-F235-A24DE8372F92}"/>
          </ac:spMkLst>
        </pc:spChg>
        <pc:spChg chg="del">
          <ac:chgData name="Vandan Jain" userId="4244b45b-25d1-413d-855b-6597e767c081" providerId="ADAL" clId="{67AB2A15-26B8-47FB-BEC6-EFDC03C3B3B6}" dt="2026-03-01T19:58:35.527" v="416" actId="478"/>
          <ac:spMkLst>
            <pc:docMk/>
            <pc:sldMk cId="4067805866" sldId="2147470016"/>
            <ac:spMk id="29" creationId="{D8E6A2D5-943C-CCFD-15E1-74D78E2C1224}"/>
          </ac:spMkLst>
        </pc:spChg>
        <pc:spChg chg="del">
          <ac:chgData name="Vandan Jain" userId="4244b45b-25d1-413d-855b-6597e767c081" providerId="ADAL" clId="{67AB2A15-26B8-47FB-BEC6-EFDC03C3B3B6}" dt="2026-03-01T19:58:35.527" v="416" actId="478"/>
          <ac:spMkLst>
            <pc:docMk/>
            <pc:sldMk cId="4067805866" sldId="2147470016"/>
            <ac:spMk id="30" creationId="{B7AA6581-4A62-F733-84E1-D95525161BF1}"/>
          </ac:spMkLst>
        </pc:spChg>
        <pc:spChg chg="mod">
          <ac:chgData name="Vandan Jain" userId="4244b45b-25d1-413d-855b-6597e767c081" providerId="ADAL" clId="{67AB2A15-26B8-47FB-BEC6-EFDC03C3B3B6}" dt="2026-03-02T08:44:52.168" v="620" actId="20577"/>
          <ac:spMkLst>
            <pc:docMk/>
            <pc:sldMk cId="4067805866" sldId="2147470016"/>
            <ac:spMk id="32" creationId="{F30B6FEB-AEE6-4C74-E944-EEC317349239}"/>
          </ac:spMkLst>
        </pc:spChg>
        <pc:spChg chg="mod">
          <ac:chgData name="Vandan Jain" userId="4244b45b-25d1-413d-855b-6597e767c081" providerId="ADAL" clId="{67AB2A15-26B8-47FB-BEC6-EFDC03C3B3B6}" dt="2026-03-01T20:00:56.976" v="548" actId="20577"/>
          <ac:spMkLst>
            <pc:docMk/>
            <pc:sldMk cId="4067805866" sldId="2147470016"/>
            <ac:spMk id="35" creationId="{2C0E07FF-DB29-B48E-7C9A-9464FD9D87E4}"/>
          </ac:spMkLst>
        </pc:spChg>
        <pc:spChg chg="mod">
          <ac:chgData name="Vandan Jain" userId="4244b45b-25d1-413d-855b-6597e767c081" providerId="ADAL" clId="{67AB2A15-26B8-47FB-BEC6-EFDC03C3B3B6}" dt="2026-03-01T20:01:40.609" v="601" actId="1035"/>
          <ac:spMkLst>
            <pc:docMk/>
            <pc:sldMk cId="4067805866" sldId="2147470016"/>
            <ac:spMk id="36" creationId="{A730DEFE-F760-FEAB-020E-AD56E4ECD77E}"/>
          </ac:spMkLst>
        </pc:spChg>
        <pc:spChg chg="mod">
          <ac:chgData name="Vandan Jain" userId="4244b45b-25d1-413d-855b-6597e767c081" providerId="ADAL" clId="{67AB2A15-26B8-47FB-BEC6-EFDC03C3B3B6}" dt="2026-03-01T20:01:40.609" v="601" actId="1035"/>
          <ac:spMkLst>
            <pc:docMk/>
            <pc:sldMk cId="4067805866" sldId="2147470016"/>
            <ac:spMk id="50" creationId="{A82CE8F7-3FFF-2EB2-EBEB-7B36DE16ACD9}"/>
          </ac:spMkLst>
        </pc:spChg>
        <pc:spChg chg="mod">
          <ac:chgData name="Vandan Jain" userId="4244b45b-25d1-413d-855b-6597e767c081" providerId="ADAL" clId="{67AB2A15-26B8-47FB-BEC6-EFDC03C3B3B6}" dt="2026-03-01T19:58:16.374" v="394" actId="14100"/>
          <ac:spMkLst>
            <pc:docMk/>
            <pc:sldMk cId="4067805866" sldId="2147470016"/>
            <ac:spMk id="54" creationId="{5163C4AA-CD72-86F0-9D5C-40BEE0D737B9}"/>
          </ac:spMkLst>
        </pc:spChg>
        <pc:spChg chg="mod">
          <ac:chgData name="Vandan Jain" userId="4244b45b-25d1-413d-855b-6597e767c081" providerId="ADAL" clId="{67AB2A15-26B8-47FB-BEC6-EFDC03C3B3B6}" dt="2026-03-01T20:01:40.609" v="601" actId="1035"/>
          <ac:spMkLst>
            <pc:docMk/>
            <pc:sldMk cId="4067805866" sldId="2147470016"/>
            <ac:spMk id="55" creationId="{4AE3C8B2-7DBA-7558-22F9-F73FFA896B36}"/>
          </ac:spMkLst>
        </pc:spChg>
        <pc:spChg chg="mod">
          <ac:chgData name="Vandan Jain" userId="4244b45b-25d1-413d-855b-6597e767c081" providerId="ADAL" clId="{67AB2A15-26B8-47FB-BEC6-EFDC03C3B3B6}" dt="2026-03-01T20:01:25.224" v="575" actId="14100"/>
          <ac:spMkLst>
            <pc:docMk/>
            <pc:sldMk cId="4067805866" sldId="2147470016"/>
            <ac:spMk id="56" creationId="{C73FE756-0E5D-A6AC-E1AA-81F2E1F2C1B0}"/>
          </ac:spMkLst>
        </pc:spChg>
        <pc:spChg chg="mod">
          <ac:chgData name="Vandan Jain" userId="4244b45b-25d1-413d-855b-6597e767c081" providerId="ADAL" clId="{67AB2A15-26B8-47FB-BEC6-EFDC03C3B3B6}" dt="2026-03-01T20:01:25.224" v="575" actId="14100"/>
          <ac:spMkLst>
            <pc:docMk/>
            <pc:sldMk cId="4067805866" sldId="2147470016"/>
            <ac:spMk id="57" creationId="{C8F961BD-FE3D-4A90-E70F-E5C4DB2CF8AD}"/>
          </ac:spMkLst>
        </pc:spChg>
        <pc:spChg chg="mod">
          <ac:chgData name="Vandan Jain" userId="4244b45b-25d1-413d-855b-6597e767c081" providerId="ADAL" clId="{67AB2A15-26B8-47FB-BEC6-EFDC03C3B3B6}" dt="2026-03-01T20:01:40.609" v="601" actId="1035"/>
          <ac:spMkLst>
            <pc:docMk/>
            <pc:sldMk cId="4067805866" sldId="2147470016"/>
            <ac:spMk id="58" creationId="{0EEA9779-9D32-737E-9202-1C7AEFA36680}"/>
          </ac:spMkLst>
        </pc:spChg>
        <pc:spChg chg="mod">
          <ac:chgData name="Vandan Jain" userId="4244b45b-25d1-413d-855b-6597e767c081" providerId="ADAL" clId="{67AB2A15-26B8-47FB-BEC6-EFDC03C3B3B6}" dt="2026-03-01T20:01:40.609" v="601" actId="1035"/>
          <ac:spMkLst>
            <pc:docMk/>
            <pc:sldMk cId="4067805866" sldId="2147470016"/>
            <ac:spMk id="59" creationId="{7F78DCB5-FE38-E76E-114F-6B5E597600D4}"/>
          </ac:spMkLst>
        </pc:spChg>
        <pc:spChg chg="mod">
          <ac:chgData name="Vandan Jain" userId="4244b45b-25d1-413d-855b-6597e767c081" providerId="ADAL" clId="{67AB2A15-26B8-47FB-BEC6-EFDC03C3B3B6}" dt="2026-03-01T20:00:08.550" v="484" actId="14100"/>
          <ac:spMkLst>
            <pc:docMk/>
            <pc:sldMk cId="4067805866" sldId="2147470016"/>
            <ac:spMk id="64" creationId="{8EF4C970-0AEB-3507-DC4C-9293BE9B49C6}"/>
          </ac:spMkLst>
        </pc:spChg>
        <pc:spChg chg="mod">
          <ac:chgData name="Vandan Jain" userId="4244b45b-25d1-413d-855b-6597e767c081" providerId="ADAL" clId="{67AB2A15-26B8-47FB-BEC6-EFDC03C3B3B6}" dt="2026-03-01T19:59:41.861" v="472" actId="255"/>
          <ac:spMkLst>
            <pc:docMk/>
            <pc:sldMk cId="4067805866" sldId="2147470016"/>
            <ac:spMk id="65" creationId="{9AD2FB6B-6EDB-68E4-2601-4F9CF0B3A50C}"/>
          </ac:spMkLst>
        </pc:spChg>
        <pc:spChg chg="mod">
          <ac:chgData name="Vandan Jain" userId="4244b45b-25d1-413d-855b-6597e767c081" providerId="ADAL" clId="{67AB2A15-26B8-47FB-BEC6-EFDC03C3B3B6}" dt="2026-03-01T20:00:12.918" v="485" actId="14100"/>
          <ac:spMkLst>
            <pc:docMk/>
            <pc:sldMk cId="4067805866" sldId="2147470016"/>
            <ac:spMk id="66" creationId="{20E541FA-397B-06A1-8116-BCFA09464965}"/>
          </ac:spMkLst>
        </pc:spChg>
        <pc:spChg chg="mod">
          <ac:chgData name="Vandan Jain" userId="4244b45b-25d1-413d-855b-6597e767c081" providerId="ADAL" clId="{67AB2A15-26B8-47FB-BEC6-EFDC03C3B3B6}" dt="2026-03-01T20:00:44.568" v="544" actId="1038"/>
          <ac:spMkLst>
            <pc:docMk/>
            <pc:sldMk cId="4067805866" sldId="2147470016"/>
            <ac:spMk id="100" creationId="{93C1B656-5955-227B-9548-2076AEB994D3}"/>
          </ac:spMkLst>
        </pc:spChg>
        <pc:grpChg chg="mod">
          <ac:chgData name="Vandan Jain" userId="4244b45b-25d1-413d-855b-6597e767c081" providerId="ADAL" clId="{67AB2A15-26B8-47FB-BEC6-EFDC03C3B3B6}" dt="2026-03-01T20:00:38.237" v="520" actId="1035"/>
          <ac:grpSpMkLst>
            <pc:docMk/>
            <pc:sldMk cId="4067805866" sldId="2147470016"/>
            <ac:grpSpMk id="8" creationId="{A39BE68A-7A3F-C2DD-071D-5448E9C38216}"/>
          </ac:grpSpMkLst>
        </pc:grpChg>
        <pc:grpChg chg="mod">
          <ac:chgData name="Vandan Jain" userId="4244b45b-25d1-413d-855b-6597e767c081" providerId="ADAL" clId="{67AB2A15-26B8-47FB-BEC6-EFDC03C3B3B6}" dt="2026-03-01T20:00:04.464" v="483" actId="1076"/>
          <ac:grpSpMkLst>
            <pc:docMk/>
            <pc:sldMk cId="4067805866" sldId="2147470016"/>
            <ac:grpSpMk id="53" creationId="{08936B67-2860-1765-5A2D-0ED8C7EC7FC0}"/>
          </ac:grpSpMkLst>
        </pc:grpChg>
        <pc:picChg chg="mod">
          <ac:chgData name="Vandan Jain" userId="4244b45b-25d1-413d-855b-6597e767c081" providerId="ADAL" clId="{67AB2A15-26B8-47FB-BEC6-EFDC03C3B3B6}" dt="2026-03-01T20:01:45.258" v="603" actId="14100"/>
          <ac:picMkLst>
            <pc:docMk/>
            <pc:sldMk cId="4067805866" sldId="2147470016"/>
            <ac:picMk id="3" creationId="{43217B0C-8C6D-2E6B-DE71-98E5C31D7FF8}"/>
          </ac:picMkLst>
        </pc:picChg>
        <pc:picChg chg="mod">
          <ac:chgData name="Vandan Jain" userId="4244b45b-25d1-413d-855b-6597e767c081" providerId="ADAL" clId="{67AB2A15-26B8-47FB-BEC6-EFDC03C3B3B6}" dt="2026-03-01T19:59:57.866" v="482" actId="1037"/>
          <ac:picMkLst>
            <pc:docMk/>
            <pc:sldMk cId="4067805866" sldId="2147470016"/>
            <ac:picMk id="26" creationId="{C05D0F52-F000-4B6A-9F4C-E053389E1EAB}"/>
          </ac:picMkLst>
        </pc:picChg>
        <pc:picChg chg="mod">
          <ac:chgData name="Vandan Jain" userId="4244b45b-25d1-413d-855b-6597e767c081" providerId="ADAL" clId="{67AB2A15-26B8-47FB-BEC6-EFDC03C3B3B6}" dt="2026-03-01T19:57:53.088" v="388" actId="14100"/>
          <ac:picMkLst>
            <pc:docMk/>
            <pc:sldMk cId="4067805866" sldId="2147470016"/>
            <ac:picMk id="51" creationId="{BFF46BAB-9533-7D37-D484-C2349D03577B}"/>
          </ac:picMkLst>
        </pc:picChg>
        <pc:picChg chg="mod">
          <ac:chgData name="Vandan Jain" userId="4244b45b-25d1-413d-855b-6597e767c081" providerId="ADAL" clId="{67AB2A15-26B8-47FB-BEC6-EFDC03C3B3B6}" dt="2026-03-01T19:58:22.533" v="395" actId="14100"/>
          <ac:picMkLst>
            <pc:docMk/>
            <pc:sldMk cId="4067805866" sldId="2147470016"/>
            <ac:picMk id="72" creationId="{C559E1BB-F98E-571B-2C8F-760632D7CD71}"/>
          </ac:picMkLst>
        </pc:picChg>
        <pc:picChg chg="mod">
          <ac:chgData name="Vandan Jain" userId="4244b45b-25d1-413d-855b-6597e767c081" providerId="ADAL" clId="{67AB2A15-26B8-47FB-BEC6-EFDC03C3B3B6}" dt="2026-03-01T20:00:04.464" v="483" actId="1076"/>
          <ac:picMkLst>
            <pc:docMk/>
            <pc:sldMk cId="4067805866" sldId="2147470016"/>
            <ac:picMk id="81" creationId="{819C957E-4281-888B-D955-41CE846A0331}"/>
          </ac:picMkLst>
        </pc:picChg>
      </pc:sldChg>
      <pc:sldMasterChg chg="delSldLayout">
        <pc:chgData name="Vandan Jain" userId="4244b45b-25d1-413d-855b-6597e767c081" providerId="ADAL" clId="{67AB2A15-26B8-47FB-BEC6-EFDC03C3B3B6}" dt="2026-02-22T19:17:32.735" v="384" actId="47"/>
        <pc:sldMasterMkLst>
          <pc:docMk/>
          <pc:sldMasterMk cId="2863918117" sldId="2147483744"/>
        </pc:sldMasterMkLst>
      </pc:sldMasterChg>
      <pc:sldMasterChg chg="del delSldLayout">
        <pc:chgData name="Vandan Jain" userId="4244b45b-25d1-413d-855b-6597e767c081" providerId="ADAL" clId="{67AB2A15-26B8-47FB-BEC6-EFDC03C3B3B6}" dt="2026-03-01T20:01:51.114" v="604" actId="47"/>
        <pc:sldMasterMkLst>
          <pc:docMk/>
          <pc:sldMasterMk cId="2268886307" sldId="2147483746"/>
        </pc:sldMasterMkLst>
        <pc:sldLayoutChg chg="del">
          <pc:chgData name="Vandan Jain" userId="4244b45b-25d1-413d-855b-6597e767c081" providerId="ADAL" clId="{67AB2A15-26B8-47FB-BEC6-EFDC03C3B3B6}" dt="2026-03-01T20:01:51.114" v="604" actId="47"/>
          <pc:sldLayoutMkLst>
            <pc:docMk/>
            <pc:sldMasterMk cId="2268886307" sldId="2147483746"/>
            <pc:sldLayoutMk cId="3242741281" sldId="2147483747"/>
          </pc:sldLayoutMkLst>
        </pc:sldLayoutChg>
      </pc:sldMasterChg>
    </pc:docChg>
  </pc:docChgLst>
  <pc:docChgLst>
    <pc:chgData name="Praveen Dehury" userId="S::praveend@hsv.digital::77009b3f-ee31-425d-b17c-2f6ea73f5149" providerId="AD" clId="Web-{03D38E37-8818-630E-92B4-E63F9477C629}"/>
    <pc:docChg chg="modSld">
      <pc:chgData name="Praveen Dehury" userId="S::praveend@hsv.digital::77009b3f-ee31-425d-b17c-2f6ea73f5149" providerId="AD" clId="Web-{03D38E37-8818-630E-92B4-E63F9477C629}" dt="2026-02-21T19:41:08.823" v="3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906FF-988B-468D-BED5-ECE17E3ED50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17BF-D6A1-41FB-AA9B-31E83E01F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5318-1E4E-D370-07A1-B1B85C02A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7E049-FB12-9D74-496D-19F013537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29952-98D1-B466-F992-96E240860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pc="-130">
                <a:ln w="3175">
                  <a:noFill/>
                </a:ln>
                <a:solidFill>
                  <a:srgbClr val="2965AF"/>
                </a:solidFill>
                <a:latin typeface="Segoe Sans Display Semibold"/>
                <a:cs typeface="Segoe Sans Display" pitchFamily="2" charset="0"/>
              </a:rPr>
              <a:t>67%  </a:t>
            </a:r>
            <a:br>
              <a:rPr kumimoji="0" lang="en-US" sz="2800" b="0" i="0" u="none" strike="noStrike" kern="1200" cap="none" spc="-130" normalizeH="0" baseline="0" noProof="0">
                <a:ln w="3175">
                  <a:noFill/>
                </a:ln>
                <a:solidFill>
                  <a:srgbClr val="2965AF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</a:br>
            <a:r>
              <a:rPr lang="en-US">
                <a:gradFill>
                  <a:gsLst>
                    <a:gs pos="44000">
                      <a:schemeClr val="tx1"/>
                    </a:gs>
                    <a:gs pos="100000">
                      <a:schemeClr val="tx1"/>
                    </a:gs>
                  </a:gsLst>
                  <a:lin ang="2700000" scaled="1"/>
                </a:gradFill>
                <a:latin typeface="Segoe Sans Display"/>
                <a:cs typeface="Segoe UI" pitchFamily="34" charset="0"/>
              </a:rPr>
              <a:t>of all phishing attacks utilized some form of AI</a:t>
            </a:r>
          </a:p>
          <a:p>
            <a:endParaRPr lang="en-US"/>
          </a:p>
          <a:p>
            <a:r>
              <a:rPr lang="en-US"/>
              <a:t>292</a:t>
            </a:r>
          </a:p>
          <a:p>
            <a:r>
              <a:rPr lang="en-US"/>
              <a:t>days to identify and contain breaches involving stolen credentials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F061E-0607-1711-EEB1-A31E6AEBB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638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C806-E1D9-E4F7-E702-3D3691AA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307777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7166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6">
          <p15:clr>
            <a:srgbClr val="5ACBF0"/>
          </p15:clr>
        </p15:guide>
        <p15:guide id="2" orient="horz" pos="1866">
          <p15:clr>
            <a:srgbClr val="5ACBF0"/>
          </p15:clr>
        </p15:guide>
        <p15:guide id="3" orient="horz" pos="42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0A66-0ECD-634C-D20E-5357E20A9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1646238"/>
            <a:ext cx="5829300" cy="35020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EBA2B-B322-7452-4D00-E8D845281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550" y="5283200"/>
            <a:ext cx="5829300" cy="24288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0413812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1" y="3754488"/>
            <a:ext cx="6606540" cy="1393460"/>
          </a:xfrm>
        </p:spPr>
        <p:txBody>
          <a:bodyPr anchor="b"/>
          <a:lstStyle>
            <a:lvl1pPr algn="ctr">
              <a:defRPr sz="452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1" y="5282990"/>
            <a:ext cx="5829300" cy="278724"/>
          </a:xfrm>
        </p:spPr>
        <p:txBody>
          <a:bodyPr/>
          <a:lstStyle>
            <a:lvl1pPr marL="0" indent="0" algn="ctr">
              <a:buNone/>
              <a:defRPr sz="1811"/>
            </a:lvl1pPr>
            <a:lvl2pPr marL="344964" indent="0" algn="ctr">
              <a:buNone/>
              <a:defRPr sz="1509"/>
            </a:lvl2pPr>
            <a:lvl3pPr marL="689928" indent="0" algn="ctr">
              <a:buNone/>
              <a:defRPr sz="1358"/>
            </a:lvl3pPr>
            <a:lvl4pPr marL="1034892" indent="0" algn="ctr">
              <a:buNone/>
              <a:defRPr sz="1208"/>
            </a:lvl4pPr>
            <a:lvl5pPr marL="1379856" indent="0" algn="ctr">
              <a:buNone/>
              <a:defRPr sz="1208"/>
            </a:lvl5pPr>
            <a:lvl6pPr marL="1724820" indent="0" algn="ctr">
              <a:buNone/>
              <a:defRPr sz="1208"/>
            </a:lvl6pPr>
            <a:lvl7pPr marL="2069784" indent="0" algn="ctr">
              <a:buNone/>
              <a:defRPr sz="1208"/>
            </a:lvl7pPr>
            <a:lvl8pPr marL="2414748" indent="0" algn="ctr">
              <a:buNone/>
              <a:defRPr sz="1208"/>
            </a:lvl8pPr>
            <a:lvl9pPr marL="2759712" indent="0" algn="ctr">
              <a:buNone/>
              <a:defRPr sz="1208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0261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E1F792-E3E4-D320-7BA5-A7D4D41040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6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DE8FB-8705-13E5-38E7-D0D35B44AD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1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6" y="749450"/>
            <a:ext cx="7024308" cy="25130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8" cy="876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1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617" tIns="85294" rIns="106617" bIns="852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43663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6617" tIns="85294" rIns="106617" bIns="8529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43663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18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transition>
    <p:fade/>
  </p:transition>
  <p:hf sldNum="0" hdr="0" ftr="0" dt="0"/>
  <p:txStyles>
    <p:titleStyle>
      <a:lvl1pPr algn="l" defTabSz="543820" rtl="0" eaLnBrk="1" latinLnBrk="0" hangingPunct="1">
        <a:lnSpc>
          <a:spcPct val="100000"/>
        </a:lnSpc>
        <a:spcBef>
          <a:spcPct val="0"/>
        </a:spcBef>
        <a:buNone/>
        <a:defRPr lang="en-US" sz="1633" b="0" kern="1200" cap="none" spc="-29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43820" rtl="0" eaLnBrk="1" fontAlgn="auto" latinLnBrk="0" hangingPunct="1">
        <a:lnSpc>
          <a:spcPct val="100000"/>
        </a:lnSpc>
        <a:spcBef>
          <a:spcPts val="105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50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43820" rtl="0" eaLnBrk="1" fontAlgn="auto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933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16622" marR="0" indent="-116622" algn="l" defTabSz="543820" rtl="0" eaLnBrk="1" fontAlgn="auto" latinLnBrk="0" hangingPunct="1">
        <a:lnSpc>
          <a:spcPct val="100000"/>
        </a:lnSpc>
        <a:spcBef>
          <a:spcPts val="35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34576" marR="0" indent="-105515" algn="l" defTabSz="5438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51863" marR="0" indent="-117288" algn="l" defTabSz="54382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16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495504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6pPr>
      <a:lvl7pPr marL="1767415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7pPr>
      <a:lvl8pPr marL="2039325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8pPr>
      <a:lvl9pPr marL="2311236" indent="-135955" algn="l" defTabSz="543820" rtl="0" eaLnBrk="1" latinLnBrk="0" hangingPunct="1">
        <a:spcBef>
          <a:spcPct val="20000"/>
        </a:spcBef>
        <a:buFont typeface="Arial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71911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4382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1573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8764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5955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63146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903370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75281" algn="l" defTabSz="54382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hyperlink" Target="https://www.microsoft.com/en-us/security/blog/2022/02/17/4-best-practices-to-implement-a-comprehensive-zero-trust-security-approach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0.sv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E4BB-97CC-CA0A-FFBC-F89DE89D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Rectangle 3468742" descr="preencoded.png">
            <a:extLst>
              <a:ext uri="{FF2B5EF4-FFF2-40B4-BE49-F238E27FC236}">
                <a16:creationId xmlns:a16="http://schemas.microsoft.com/office/drawing/2014/main" id="{BFF46BAB-9533-7D37-D484-C2349D03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7144"/>
          <a:stretch>
            <a:fillRect/>
          </a:stretch>
        </p:blipFill>
        <p:spPr>
          <a:xfrm>
            <a:off x="0" y="430051"/>
            <a:ext cx="7772399" cy="962834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59E1BB-F98E-571B-2C8F-760632D7C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5644" y="107"/>
            <a:ext cx="7772399" cy="1670871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0E541FA-397B-06A1-8116-BCFA09464965}"/>
              </a:ext>
            </a:extLst>
          </p:cNvPr>
          <p:cNvSpPr/>
          <p:nvPr/>
        </p:nvSpPr>
        <p:spPr bwMode="auto">
          <a:xfrm>
            <a:off x="197445" y="2040999"/>
            <a:ext cx="1863218" cy="3440549"/>
          </a:xfrm>
          <a:prstGeom prst="roundRect">
            <a:avLst>
              <a:gd name="adj" fmla="val 5082"/>
            </a:avLst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1800000" scaled="0"/>
          </a:gradFill>
          <a:ln>
            <a:noFill/>
            <a:headEnd type="none" w="med" len="med"/>
            <a:tailEnd type="none" w="med" len="med"/>
          </a:ln>
          <a:effectLst>
            <a:outerShdw blurRad="127000" dist="50800" dir="5400000" algn="ctr" rotWithShape="0">
              <a:srgbClr val="000000">
                <a:alpha val="11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</a:pPr>
            <a:endParaRPr lang="en-IN" sz="1829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163C4AA-CD72-86F0-9D5C-40BEE0D737B9}"/>
              </a:ext>
            </a:extLst>
          </p:cNvPr>
          <p:cNvSpPr/>
          <p:nvPr/>
        </p:nvSpPr>
        <p:spPr bwMode="auto">
          <a:xfrm>
            <a:off x="0" y="1"/>
            <a:ext cx="7766511" cy="1670978"/>
          </a:xfrm>
          <a:prstGeom prst="rect">
            <a:avLst/>
          </a:prstGeom>
          <a:solidFill>
            <a:srgbClr val="F2E5DE">
              <a:alpha val="62000"/>
            </a:srgbClr>
          </a:solidFill>
          <a:ln>
            <a:solidFill>
              <a:schemeClr val="bg1">
                <a:lumMod val="95000"/>
                <a:alpha val="7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67242" tIns="133793" rIns="167242" bIns="1337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52805" fontAlgn="base">
              <a:spcBef>
                <a:spcPct val="0"/>
              </a:spcBef>
              <a:spcAft>
                <a:spcPct val="0"/>
              </a:spcAft>
            </a:pPr>
            <a:endParaRPr lang="en-US" sz="1829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F30B6FEB-AEE6-4C74-E944-EEC3173492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09732" y="692760"/>
            <a:ext cx="4981718" cy="7881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459952">
              <a:spcBef>
                <a:spcPts val="0"/>
              </a:spcBef>
            </a:pPr>
            <a:r>
              <a:rPr lang="en-US" sz="2561" dirty="0">
                <a:solidFill>
                  <a:schemeClr val="tx1">
                    <a:lumMod val="95000"/>
                    <a:lumOff val="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Microsoft Defender Suite for Microsoft 365 </a:t>
            </a:r>
            <a:r>
              <a:rPr lang="en-US" sz="2561">
                <a:solidFill>
                  <a:schemeClr val="tx1">
                    <a:lumMod val="95000"/>
                    <a:lumOff val="5000"/>
                  </a:schemeClr>
                </a:solidFill>
                <a:latin typeface="Segoe Sans Display Semibold" pitchFamily="2" charset="0"/>
                <a:cs typeface="Segoe Sans Display Semibold" pitchFamily="2" charset="0"/>
              </a:rPr>
              <a:t>Business Premium</a:t>
            </a:r>
            <a:endParaRPr lang="en-US" sz="2561" dirty="0">
              <a:solidFill>
                <a:schemeClr val="tx1">
                  <a:lumMod val="95000"/>
                  <a:lumOff val="5000"/>
                </a:schemeClr>
              </a:solidFill>
              <a:latin typeface="Segoe Sans Display Semibold" pitchFamily="2" charset="0"/>
              <a:cs typeface="Segoe Sans Display Semibol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5F477-06BB-0464-B7D7-F14F37D38EC1}"/>
              </a:ext>
            </a:extLst>
          </p:cNvPr>
          <p:cNvSpPr txBox="1">
            <a:spLocks/>
          </p:cNvSpPr>
          <p:nvPr/>
        </p:nvSpPr>
        <p:spPr>
          <a:xfrm>
            <a:off x="2226715" y="2037939"/>
            <a:ext cx="5091876" cy="5539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R="0" lvl="0" indent="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pPr algn="l" defTabSz="836245">
              <a:defRPr/>
            </a:pPr>
            <a:r>
              <a:rPr lang="en-US" sz="1800">
                <a:solidFill>
                  <a:srgbClr val="C03BC4"/>
                </a:solidFill>
              </a:rPr>
              <a:t>Enhanced protection with Microsoft Defender Suite</a:t>
            </a:r>
          </a:p>
        </p:txBody>
      </p:sp>
      <p:pic>
        <p:nvPicPr>
          <p:cNvPr id="26" name="Graphic 25" descr="Microsoft Security">
            <a:extLst>
              <a:ext uri="{FF2B5EF4-FFF2-40B4-BE49-F238E27FC236}">
                <a16:creationId xmlns:a16="http://schemas.microsoft.com/office/drawing/2014/main" id="{C05D0F52-F000-4B6A-9F4C-E053389E1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238843" y="285990"/>
            <a:ext cx="1655280" cy="209823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8EF4C970-0AEB-3507-DC4C-9293BE9B49C6}"/>
              </a:ext>
            </a:extLst>
          </p:cNvPr>
          <p:cNvSpPr txBox="1">
            <a:spLocks/>
          </p:cNvSpPr>
          <p:nvPr/>
        </p:nvSpPr>
        <p:spPr>
          <a:xfrm>
            <a:off x="2229978" y="2690801"/>
            <a:ext cx="5355097" cy="28238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836275">
              <a:spcAft>
                <a:spcPts val="1097"/>
              </a:spcAft>
              <a:defRPr/>
            </a:pPr>
            <a:r>
              <a:rPr lang="en-US" sz="1300" dirty="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Microsoft Defender Suite for Business Premium provides your organization with the advanced security capabilities, delivering comprehensive protection and response across identities, endpoints, apps, and email threats.</a:t>
            </a:r>
          </a:p>
          <a:p>
            <a:pPr defTabSz="836275">
              <a:spcAft>
                <a:spcPts val="1097"/>
              </a:spcAft>
              <a:defRPr/>
            </a:pPr>
            <a:r>
              <a:rPr lang="en-US" sz="1300" b="1" dirty="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Zero Trust across your entire digital estate―</a:t>
            </a:r>
            <a:r>
              <a:rPr lang="en-US" sz="1300" dirty="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Assume breach, verify each request, and fully authenticate and authorize every request before granting access.</a:t>
            </a:r>
          </a:p>
          <a:p>
            <a:pPr defTabSz="836275">
              <a:spcAft>
                <a:spcPts val="1097"/>
              </a:spcAft>
              <a:defRPr/>
            </a:pPr>
            <a:r>
              <a:rPr lang="en-US" sz="1300" b="1" dirty="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Unified exposure management―</a:t>
            </a:r>
            <a:r>
              <a:rPr lang="en-US" sz="1300" dirty="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Continuously assess security posture, enable </a:t>
            </a:r>
            <a:r>
              <a:rPr lang="en-US" sz="1300" dirty="0">
                <a:solidFill>
                  <a:srgbClr val="000000"/>
                </a:solidFill>
                <a:latin typeface="Segoe UI"/>
              </a:rPr>
              <a:t>proactive risk management and protection of assets.</a:t>
            </a:r>
            <a:endParaRPr lang="en-US" sz="1300" dirty="0">
              <a:solidFill>
                <a:srgbClr val="000000"/>
              </a:solidFill>
              <a:latin typeface="Segoe Sans Display" pitchFamily="2" charset="0"/>
              <a:cs typeface="Segoe Sans Display" pitchFamily="2" charset="0"/>
            </a:endParaRPr>
          </a:p>
          <a:p>
            <a:pPr defTabSz="836275">
              <a:spcAft>
                <a:spcPts val="1097"/>
              </a:spcAft>
              <a:defRPr/>
            </a:pPr>
            <a:r>
              <a:rPr lang="en-US" sz="1300" b="1" dirty="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Unified security operations platform</a:t>
            </a:r>
            <a:r>
              <a:rPr lang="en-US" sz="1300" dirty="0">
                <a:solidFill>
                  <a:srgbClr val="000000"/>
                </a:solidFill>
                <a:latin typeface="Segoe UI"/>
              </a:rPr>
              <a:t>―Leverage a single, integrated solution for end-to-end security operations, enhancing </a:t>
            </a:r>
            <a:r>
              <a:rPr lang="en-US" sz="1300" dirty="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efficiency and protection across your entire digital estate.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C1B656-5955-227B-9548-2076AEB994D3}"/>
              </a:ext>
            </a:extLst>
          </p:cNvPr>
          <p:cNvSpPr txBox="1"/>
          <p:nvPr/>
        </p:nvSpPr>
        <p:spPr>
          <a:xfrm>
            <a:off x="222911" y="9662165"/>
            <a:ext cx="6413724" cy="1266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18138">
              <a:defRPr/>
            </a:pPr>
            <a:r>
              <a:rPr lang="en-US" sz="823" baseline="3000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1 </a:t>
            </a:r>
            <a:r>
              <a:rPr lang="en-US" sz="823">
                <a:solidFill>
                  <a:srgbClr val="000000"/>
                </a:solidFill>
                <a:latin typeface="Segoe Sans Text" pitchFamily="2" charset="0"/>
                <a:hlinkClick r:id="rId7"/>
              </a:rPr>
              <a:t>Source: Microsoft</a:t>
            </a:r>
            <a:r>
              <a:rPr lang="en-US" sz="823">
                <a:solidFill>
                  <a:srgbClr val="000000"/>
                </a:solidFill>
                <a:latin typeface="Segoe Sans Text" pitchFamily="2" charset="0"/>
              </a:rPr>
              <a:t> 	</a:t>
            </a:r>
            <a:r>
              <a:rPr lang="en-US" sz="823" baseline="30000">
                <a:solidFill>
                  <a:srgbClr val="000000"/>
                </a:solidFill>
                <a:latin typeface="Segoe Sans Display" pitchFamily="2" charset="0"/>
                <a:cs typeface="Segoe Sans Display" pitchFamily="2" charset="0"/>
              </a:rPr>
              <a:t>2 </a:t>
            </a:r>
            <a:r>
              <a:rPr lang="en-US" sz="823">
                <a:solidFill>
                  <a:srgbClr val="000000"/>
                </a:solidFill>
                <a:latin typeface="Segoe Sans Text" pitchFamily="2" charset="0"/>
              </a:rPr>
              <a:t>Source: </a:t>
            </a:r>
            <a:r>
              <a:rPr lang="en-US" sz="640">
                <a:solidFill>
                  <a:srgbClr val="000000"/>
                </a:solidFill>
                <a:latin typeface="Segoe Sans Text" pitchFamily="2" charset="0"/>
              </a:rPr>
              <a:t>IBM Cost of a Data Breach Report, IBM, p. 6​</a:t>
            </a:r>
            <a:endParaRPr lang="en-US" sz="823">
              <a:solidFill>
                <a:srgbClr val="000000"/>
              </a:solidFill>
              <a:latin typeface="Segoe UI" panose="020B0502040204020203" pitchFamily="34" charset="0"/>
              <a:cs typeface="Segoe Sans Display" pitchFamily="2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8936B67-2860-1765-5A2D-0ED8C7EC7FC0}"/>
              </a:ext>
            </a:extLst>
          </p:cNvPr>
          <p:cNvGrpSpPr/>
          <p:nvPr/>
        </p:nvGrpSpPr>
        <p:grpSpPr>
          <a:xfrm>
            <a:off x="319112" y="2401461"/>
            <a:ext cx="1619880" cy="2689559"/>
            <a:chOff x="393869" y="2278797"/>
            <a:chExt cx="1771349" cy="2941050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AD2FB6B-6EDB-68E4-2601-4F9CF0B3A50C}"/>
                </a:ext>
              </a:extLst>
            </p:cNvPr>
            <p:cNvSpPr txBox="1"/>
            <p:nvPr/>
          </p:nvSpPr>
          <p:spPr>
            <a:xfrm>
              <a:off x="393869" y="3567919"/>
              <a:ext cx="1771349" cy="16519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 kumimoji="0" sz="2000" b="0" i="0" u="none" strike="noStrike" cap="none" spc="0" normalizeH="0" baseline="0">
                  <a:ln>
                    <a:noFill/>
                  </a:ln>
                  <a:gradFill>
                    <a:gsLst>
                      <a:gs pos="45000">
                        <a:srgbClr val="2A446F"/>
                      </a:gs>
                      <a:gs pos="100000">
                        <a:srgbClr val="2A446F"/>
                      </a:gs>
                    </a:gsLst>
                    <a:lin ang="2700000" scaled="1"/>
                  </a:gradFill>
                  <a:effectLst/>
                  <a:uLnTx/>
                  <a:uFillTx/>
                  <a:cs typeface="Segoe UI" panose="020B0502040204020203" pitchFamily="34" charset="0"/>
                </a:defRPr>
              </a:lvl1pPr>
            </a:lstStyle>
            <a:p>
              <a:pPr defTabSz="836245">
                <a:spcAft>
                  <a:spcPts val="549"/>
                </a:spcAft>
                <a:defRPr/>
              </a:pPr>
              <a:r>
                <a:rPr lang="en-US" sz="1600" dirty="0">
                  <a:solidFill>
                    <a:srgbClr val="FFFFFF"/>
                  </a:solidFill>
                  <a:latin typeface="Segoe Sans Display Semibold" pitchFamily="2" charset="0"/>
                  <a:cs typeface="Segoe Sans Display Semibold" pitchFamily="2" charset="0"/>
                </a:rPr>
                <a:t>Industry leader</a:t>
              </a:r>
            </a:p>
            <a:p>
              <a:pPr defTabSz="836245">
                <a:spcAft>
                  <a:spcPts val="549"/>
                </a:spcAft>
                <a:defRPr/>
              </a:pPr>
              <a:r>
                <a:rPr lang="en-US" sz="1300" dirty="0">
                  <a:solidFill>
                    <a:srgbClr val="FFFFFF"/>
                  </a:solidFill>
                  <a:latin typeface="Segoe Sans Display" pitchFamily="2" charset="0"/>
                  <a:cs typeface="Segoe Sans Display" pitchFamily="2" charset="0"/>
                </a:rPr>
                <a:t>Microsoft is the        only security vendor recognized as a leader across 19 categories by Gartner, Forrester, and IDC.</a:t>
              </a:r>
              <a:r>
                <a:rPr lang="en-US" sz="1300" baseline="30000" dirty="0">
                  <a:solidFill>
                    <a:srgbClr val="FFFFFF"/>
                  </a:solidFill>
                  <a:latin typeface="Segoe Sans Display" pitchFamily="2" charset="0"/>
                  <a:cs typeface="Segoe Sans Display" pitchFamily="2" charset="0"/>
                </a:rPr>
                <a:t> 1 </a:t>
              </a:r>
              <a:endParaRPr lang="en-US" sz="1300" dirty="0">
                <a:solidFill>
                  <a:srgbClr val="FFFFFF"/>
                </a:solidFill>
                <a:latin typeface="Segoe Sans Display" pitchFamily="2" charset="0"/>
                <a:cs typeface="Segoe Sans Display" pitchFamily="2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776A6C6-BEC3-5E32-0DDE-FCA887AC92E3}"/>
                </a:ext>
              </a:extLst>
            </p:cNvPr>
            <p:cNvSpPr/>
            <p:nvPr/>
          </p:nvSpPr>
          <p:spPr bwMode="auto">
            <a:xfrm>
              <a:off x="710621" y="2278797"/>
              <a:ext cx="1137847" cy="1137847"/>
            </a:xfrm>
            <a:prstGeom prst="ellipse">
              <a:avLst/>
            </a:prstGeom>
            <a:solidFill>
              <a:srgbClr val="FFFFFF"/>
            </a:solidFill>
            <a:ln w="79375" cap="rnd" cmpd="sng" algn="ctr">
              <a:noFill/>
              <a:prstDash val="sysDot"/>
              <a:round/>
              <a:tailEnd type="none" w="sm" len="sm"/>
            </a:ln>
            <a:effectLst>
              <a:outerShdw blurRad="63500" sx="106000" sy="106000" algn="ctr" rotWithShape="0">
                <a:srgbClr val="912475">
                  <a:alpha val="17000"/>
                </a:srgbClr>
              </a:outerShdw>
            </a:effectLst>
          </p:spPr>
          <p:txBody>
            <a:bodyPr rtlCol="0" anchor="ctr"/>
            <a:lstStyle/>
            <a:p>
              <a:pPr algn="ctr" defTabSz="836275">
                <a:defRPr/>
              </a:pPr>
              <a:endParaRPr lang="en-US" sz="1647" kern="0">
                <a:solidFill>
                  <a:srgbClr val="000000"/>
                </a:solidFill>
                <a:latin typeface="Segoe Sans Display" pitchFamily="2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D2AC6F-4F84-F587-BEF3-F143A00E6D9B}"/>
                </a:ext>
              </a:extLst>
            </p:cNvPr>
            <p:cNvSpPr/>
            <p:nvPr/>
          </p:nvSpPr>
          <p:spPr bwMode="auto">
            <a:xfrm rot="5400000">
              <a:off x="752919" y="2320639"/>
              <a:ext cx="1053250" cy="1053256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67242" tIns="133793" rIns="167242" bIns="13379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85280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647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</p:grpSp>
      <p:pic>
        <p:nvPicPr>
          <p:cNvPr id="81" name="Graphic 80">
            <a:extLst>
              <a:ext uri="{FF2B5EF4-FFF2-40B4-BE49-F238E27FC236}">
                <a16:creationId xmlns:a16="http://schemas.microsoft.com/office/drawing/2014/main" id="{819C957E-4281-888B-D955-41CE846A03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0241" y="2647035"/>
            <a:ext cx="583889" cy="583889"/>
          </a:xfrm>
          <a:prstGeom prst="rect">
            <a:avLst/>
          </a:prstGeom>
        </p:spPr>
      </p:pic>
      <p:pic>
        <p:nvPicPr>
          <p:cNvPr id="3" name="Rectangle 34658333" descr="preencoded.png">
            <a:extLst>
              <a:ext uri="{FF2B5EF4-FFF2-40B4-BE49-F238E27FC236}">
                <a16:creationId xmlns:a16="http://schemas.microsoft.com/office/drawing/2014/main" id="{43217B0C-8C6D-2E6B-DE71-98E5C31D7F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87325" y="5765500"/>
            <a:ext cx="7397750" cy="342468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191E133-5FE5-7236-6507-33450932C882}"/>
              </a:ext>
            </a:extLst>
          </p:cNvPr>
          <p:cNvSpPr txBox="1">
            <a:spLocks/>
          </p:cNvSpPr>
          <p:nvPr/>
        </p:nvSpPr>
        <p:spPr>
          <a:xfrm>
            <a:off x="1367499" y="5981412"/>
            <a:ext cx="4884775" cy="58906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 defTabSz="914367" fontAlgn="base">
              <a:spcAft>
                <a:spcPct val="0"/>
              </a:spcAft>
              <a:defRPr/>
            </a:pPr>
            <a:r>
              <a:rPr lang="en-US" sz="1800" spc="0" dirty="0">
                <a:solidFill>
                  <a:srgbClr val="912475"/>
                </a:solidFill>
                <a:latin typeface="Segoe Sans Display Semibold" pitchFamily="2" charset="0"/>
                <a:cs typeface="Segoe Sans Display Semibold" pitchFamily="2" charset="0"/>
              </a:rPr>
              <a:t>Save 65% per license with the Microsoft Defender Suite for Business Premium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9BE68A-7A3F-C2DD-071D-5448E9C38216}"/>
              </a:ext>
            </a:extLst>
          </p:cNvPr>
          <p:cNvGrpSpPr/>
          <p:nvPr/>
        </p:nvGrpSpPr>
        <p:grpSpPr>
          <a:xfrm>
            <a:off x="373063" y="6690424"/>
            <a:ext cx="7027862" cy="2302853"/>
            <a:chOff x="373063" y="6100507"/>
            <a:chExt cx="7027862" cy="230285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60330EA-C202-DF84-BE24-04D3EB20605D}"/>
                </a:ext>
              </a:extLst>
            </p:cNvPr>
            <p:cNvGrpSpPr/>
            <p:nvPr/>
          </p:nvGrpSpPr>
          <p:grpSpPr>
            <a:xfrm>
              <a:off x="3916864" y="6602046"/>
              <a:ext cx="1421701" cy="1421700"/>
              <a:chOff x="3916864" y="6602046"/>
              <a:chExt cx="1421701" cy="1421700"/>
            </a:xfrm>
          </p:grpSpPr>
          <p:sp>
            <p:nvSpPr>
              <p:cNvPr id="58" name="Freeform 5">
                <a:extLst>
                  <a:ext uri="{FF2B5EF4-FFF2-40B4-BE49-F238E27FC236}">
                    <a16:creationId xmlns:a16="http://schemas.microsoft.com/office/drawing/2014/main" id="{0EEA9779-9D32-737E-9202-1C7AEFA366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916864" y="6602046"/>
                <a:ext cx="1421701" cy="1421700"/>
              </a:xfrm>
              <a:custGeom>
                <a:avLst/>
                <a:gdLst>
                  <a:gd name="T0" fmla="*/ 200 w 400"/>
                  <a:gd name="T1" fmla="*/ 0 h 400"/>
                  <a:gd name="T2" fmla="*/ 200 w 400"/>
                  <a:gd name="T3" fmla="*/ 0 h 400"/>
                  <a:gd name="T4" fmla="*/ 253 w 400"/>
                  <a:gd name="T5" fmla="*/ 7 h 400"/>
                  <a:gd name="T6" fmla="*/ 301 w 400"/>
                  <a:gd name="T7" fmla="*/ 28 h 400"/>
                  <a:gd name="T8" fmla="*/ 341 w 400"/>
                  <a:gd name="T9" fmla="*/ 59 h 400"/>
                  <a:gd name="T10" fmla="*/ 372 w 400"/>
                  <a:gd name="T11" fmla="*/ 99 h 400"/>
                  <a:gd name="T12" fmla="*/ 393 w 400"/>
                  <a:gd name="T13" fmla="*/ 147 h 400"/>
                  <a:gd name="T14" fmla="*/ 400 w 400"/>
                  <a:gd name="T15" fmla="*/ 200 h 400"/>
                  <a:gd name="T16" fmla="*/ 393 w 400"/>
                  <a:gd name="T17" fmla="*/ 253 h 400"/>
                  <a:gd name="T18" fmla="*/ 372 w 400"/>
                  <a:gd name="T19" fmla="*/ 301 h 400"/>
                  <a:gd name="T20" fmla="*/ 341 w 400"/>
                  <a:gd name="T21" fmla="*/ 342 h 400"/>
                  <a:gd name="T22" fmla="*/ 301 w 400"/>
                  <a:gd name="T23" fmla="*/ 373 h 400"/>
                  <a:gd name="T24" fmla="*/ 253 w 400"/>
                  <a:gd name="T25" fmla="*/ 393 h 400"/>
                  <a:gd name="T26" fmla="*/ 200 w 400"/>
                  <a:gd name="T27" fmla="*/ 400 h 400"/>
                  <a:gd name="T28" fmla="*/ 147 w 400"/>
                  <a:gd name="T29" fmla="*/ 393 h 400"/>
                  <a:gd name="T30" fmla="*/ 99 w 400"/>
                  <a:gd name="T31" fmla="*/ 373 h 400"/>
                  <a:gd name="T32" fmla="*/ 58 w 400"/>
                  <a:gd name="T33" fmla="*/ 342 h 400"/>
                  <a:gd name="T34" fmla="*/ 27 w 400"/>
                  <a:gd name="T35" fmla="*/ 301 h 400"/>
                  <a:gd name="T36" fmla="*/ 7 w 400"/>
                  <a:gd name="T37" fmla="*/ 253 h 400"/>
                  <a:gd name="T38" fmla="*/ 0 w 400"/>
                  <a:gd name="T39" fmla="*/ 200 h 400"/>
                  <a:gd name="T40" fmla="*/ 7 w 400"/>
                  <a:gd name="T41" fmla="*/ 147 h 400"/>
                  <a:gd name="T42" fmla="*/ 27 w 400"/>
                  <a:gd name="T43" fmla="*/ 99 h 400"/>
                  <a:gd name="T44" fmla="*/ 58 w 400"/>
                  <a:gd name="T45" fmla="*/ 59 h 400"/>
                  <a:gd name="T46" fmla="*/ 99 w 400"/>
                  <a:gd name="T47" fmla="*/ 28 h 400"/>
                  <a:gd name="T48" fmla="*/ 147 w 400"/>
                  <a:gd name="T49" fmla="*/ 7 h 400"/>
                  <a:gd name="T50" fmla="*/ 200 w 400"/>
                  <a:gd name="T51" fmla="*/ 0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0" h="400">
                    <a:moveTo>
                      <a:pt x="200" y="0"/>
                    </a:moveTo>
                    <a:lnTo>
                      <a:pt x="200" y="0"/>
                    </a:lnTo>
                    <a:cubicBezTo>
                      <a:pt x="218" y="0"/>
                      <a:pt x="236" y="3"/>
                      <a:pt x="253" y="7"/>
                    </a:cubicBezTo>
                    <a:cubicBezTo>
                      <a:pt x="270" y="12"/>
                      <a:pt x="286" y="19"/>
                      <a:pt x="301" y="28"/>
                    </a:cubicBezTo>
                    <a:cubicBezTo>
                      <a:pt x="316" y="36"/>
                      <a:pt x="329" y="47"/>
                      <a:pt x="341" y="59"/>
                    </a:cubicBezTo>
                    <a:cubicBezTo>
                      <a:pt x="353" y="71"/>
                      <a:pt x="364" y="84"/>
                      <a:pt x="372" y="99"/>
                    </a:cubicBezTo>
                    <a:cubicBezTo>
                      <a:pt x="381" y="114"/>
                      <a:pt x="388" y="130"/>
                      <a:pt x="393" y="147"/>
                    </a:cubicBezTo>
                    <a:cubicBezTo>
                      <a:pt x="397" y="164"/>
                      <a:pt x="400" y="182"/>
                      <a:pt x="400" y="200"/>
                    </a:cubicBezTo>
                    <a:cubicBezTo>
                      <a:pt x="400" y="219"/>
                      <a:pt x="397" y="236"/>
                      <a:pt x="393" y="253"/>
                    </a:cubicBezTo>
                    <a:cubicBezTo>
                      <a:pt x="388" y="270"/>
                      <a:pt x="381" y="286"/>
                      <a:pt x="372" y="301"/>
                    </a:cubicBezTo>
                    <a:cubicBezTo>
                      <a:pt x="364" y="316"/>
                      <a:pt x="353" y="329"/>
                      <a:pt x="341" y="342"/>
                    </a:cubicBezTo>
                    <a:cubicBezTo>
                      <a:pt x="329" y="354"/>
                      <a:pt x="316" y="364"/>
                      <a:pt x="301" y="373"/>
                    </a:cubicBezTo>
                    <a:cubicBezTo>
                      <a:pt x="286" y="381"/>
                      <a:pt x="270" y="388"/>
                      <a:pt x="253" y="393"/>
                    </a:cubicBezTo>
                    <a:cubicBezTo>
                      <a:pt x="236" y="398"/>
                      <a:pt x="218" y="400"/>
                      <a:pt x="200" y="400"/>
                    </a:cubicBezTo>
                    <a:cubicBezTo>
                      <a:pt x="181" y="400"/>
                      <a:pt x="164" y="398"/>
                      <a:pt x="147" y="393"/>
                    </a:cubicBezTo>
                    <a:cubicBezTo>
                      <a:pt x="130" y="388"/>
                      <a:pt x="114" y="381"/>
                      <a:pt x="99" y="373"/>
                    </a:cubicBezTo>
                    <a:cubicBezTo>
                      <a:pt x="84" y="364"/>
                      <a:pt x="71" y="354"/>
                      <a:pt x="58" y="342"/>
                    </a:cubicBezTo>
                    <a:cubicBezTo>
                      <a:pt x="46" y="329"/>
                      <a:pt x="36" y="316"/>
                      <a:pt x="27" y="301"/>
                    </a:cubicBezTo>
                    <a:cubicBezTo>
                      <a:pt x="19" y="286"/>
                      <a:pt x="12" y="270"/>
                      <a:pt x="7" y="253"/>
                    </a:cubicBezTo>
                    <a:cubicBezTo>
                      <a:pt x="2" y="236"/>
                      <a:pt x="0" y="219"/>
                      <a:pt x="0" y="200"/>
                    </a:cubicBezTo>
                    <a:cubicBezTo>
                      <a:pt x="0" y="182"/>
                      <a:pt x="2" y="164"/>
                      <a:pt x="7" y="147"/>
                    </a:cubicBezTo>
                    <a:cubicBezTo>
                      <a:pt x="12" y="130"/>
                      <a:pt x="19" y="114"/>
                      <a:pt x="27" y="99"/>
                    </a:cubicBezTo>
                    <a:cubicBezTo>
                      <a:pt x="36" y="84"/>
                      <a:pt x="46" y="71"/>
                      <a:pt x="58" y="59"/>
                    </a:cubicBezTo>
                    <a:cubicBezTo>
                      <a:pt x="71" y="47"/>
                      <a:pt x="84" y="36"/>
                      <a:pt x="99" y="28"/>
                    </a:cubicBezTo>
                    <a:cubicBezTo>
                      <a:pt x="114" y="19"/>
                      <a:pt x="130" y="12"/>
                      <a:pt x="147" y="7"/>
                    </a:cubicBezTo>
                    <a:cubicBezTo>
                      <a:pt x="164" y="3"/>
                      <a:pt x="181" y="0"/>
                      <a:pt x="200" y="0"/>
                    </a:cubicBezTo>
                    <a:close/>
                  </a:path>
                </a:pathLst>
              </a:custGeom>
              <a:solidFill>
                <a:srgbClr val="B740C5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367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0" cap="none" spc="0" normalizeH="0" baseline="0" noProof="0" dirty="0">
                  <a:ln w="3175">
                    <a:noFill/>
                  </a:ln>
                  <a:gradFill>
                    <a:gsLst>
                      <a:gs pos="71910">
                        <a:srgbClr val="000000"/>
                      </a:gs>
                      <a:gs pos="53933">
                        <a:srgbClr val="000000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F78DCB5-FE38-E76E-114F-6B5E597600D4}"/>
                  </a:ext>
                </a:extLst>
              </p:cNvPr>
              <p:cNvSpPr/>
              <p:nvPr/>
            </p:nvSpPr>
            <p:spPr bwMode="auto">
              <a:xfrm>
                <a:off x="4092534" y="6777716"/>
                <a:ext cx="1070360" cy="1070359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0" tIns="91440" rIns="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52252"/>
                    </a:solidFill>
                    <a:effectLst/>
                    <a:uLnTx/>
                    <a:uFillTx/>
                    <a:latin typeface="Segoe Sans Display Semibold"/>
                    <a:ea typeface="+mn-ea"/>
                    <a:cs typeface="Segoe Sans Display" pitchFamily="2" charset="0"/>
                  </a:rPr>
                  <a:t>$10</a:t>
                </a:r>
              </a:p>
              <a:p>
                <a:pPr marL="0" marR="0" lvl="0" indent="0" algn="ctr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4500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2700000" scaled="1"/>
                    </a:gradFill>
                    <a:effectLst/>
                    <a:uLnTx/>
                    <a:uFillTx/>
                    <a:latin typeface="Segoe Sans Display" pitchFamily="2" charset="0"/>
                    <a:ea typeface="+mn-ea"/>
                    <a:cs typeface="Segoe Sans Display" pitchFamily="2" charset="0"/>
                  </a:rPr>
                  <a:t>Microsoft Defender </a:t>
                </a:r>
              </a:p>
              <a:p>
                <a:pPr marL="0" marR="0" lvl="0" indent="0" algn="ctr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4500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2700000" scaled="1"/>
                    </a:gradFill>
                    <a:effectLst/>
                    <a:uLnTx/>
                    <a:uFillTx/>
                    <a:latin typeface="Segoe Sans Display" pitchFamily="2" charset="0"/>
                    <a:ea typeface="+mn-ea"/>
                    <a:cs typeface="Segoe Sans Display" pitchFamily="2" charset="0"/>
                  </a:rPr>
                  <a:t>Suite for Business </a:t>
                </a:r>
              </a:p>
              <a:p>
                <a:pPr marL="0" marR="0" lvl="0" indent="0" algn="ctr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4500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2700000" scaled="1"/>
                    </a:gradFill>
                    <a:effectLst/>
                    <a:uLnTx/>
                    <a:uFillTx/>
                    <a:latin typeface="Segoe Sans Display" pitchFamily="2" charset="0"/>
                    <a:ea typeface="+mn-ea"/>
                    <a:cs typeface="Segoe Sans Display" pitchFamily="2" charset="0"/>
                  </a:rPr>
                  <a:t>Premium*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D10497-D7AC-F831-41E0-F04A61615143}"/>
                </a:ext>
              </a:extLst>
            </p:cNvPr>
            <p:cNvGrpSpPr/>
            <p:nvPr/>
          </p:nvGrpSpPr>
          <p:grpSpPr>
            <a:xfrm>
              <a:off x="2225039" y="6231746"/>
              <a:ext cx="3322318" cy="2160004"/>
              <a:chOff x="2198563" y="6092598"/>
              <a:chExt cx="3375273" cy="2496215"/>
            </a:xfrm>
          </p:grpSpPr>
          <p:sp>
            <p:nvSpPr>
              <p:cNvPr id="56" name="Right Brace 55">
                <a:extLst>
                  <a:ext uri="{FF2B5EF4-FFF2-40B4-BE49-F238E27FC236}">
                    <a16:creationId xmlns:a16="http://schemas.microsoft.com/office/drawing/2014/main" id="{C73FE756-0E5D-A6AC-E1AA-81F2E1F2C1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198563" y="6092598"/>
                <a:ext cx="194085" cy="2496210"/>
              </a:xfrm>
              <a:prstGeom prst="rightBrace">
                <a:avLst/>
              </a:prstGeom>
              <a:noFill/>
              <a:ln w="19050" cap="flat" cmpd="sng" algn="ctr">
                <a:solidFill>
                  <a:srgbClr val="912475"/>
                </a:solidFill>
                <a:prstDash val="solid"/>
                <a:headEnd type="none" w="lg" len="med"/>
                <a:tailEnd type="none" w="lg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Display"/>
                  <a:ea typeface="+mn-ea"/>
                  <a:cs typeface="+mn-cs"/>
                </a:endParaRPr>
              </a:p>
            </p:txBody>
          </p:sp>
          <p:sp>
            <p:nvSpPr>
              <p:cNvPr id="57" name="Right Brace 56">
                <a:extLst>
                  <a:ext uri="{FF2B5EF4-FFF2-40B4-BE49-F238E27FC236}">
                    <a16:creationId xmlns:a16="http://schemas.microsoft.com/office/drawing/2014/main" id="{C8F961BD-FE3D-4A90-E70F-E5C4DB2CF8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flipH="1">
                <a:off x="5379751" y="6092603"/>
                <a:ext cx="194085" cy="2496210"/>
              </a:xfrm>
              <a:prstGeom prst="rightBrace">
                <a:avLst/>
              </a:prstGeom>
              <a:noFill/>
              <a:ln w="19050" cap="flat" cmpd="sng" algn="ctr">
                <a:solidFill>
                  <a:srgbClr val="B740C5"/>
                </a:solidFill>
                <a:prstDash val="solid"/>
                <a:headEnd type="none" w="lg" len="med"/>
                <a:tailEnd type="none" w="lg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Display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574C2F6-5C2E-5831-D1EB-B2E3A4252B86}"/>
                </a:ext>
              </a:extLst>
            </p:cNvPr>
            <p:cNvGrpSpPr/>
            <p:nvPr/>
          </p:nvGrpSpPr>
          <p:grpSpPr>
            <a:xfrm>
              <a:off x="2442306" y="6602046"/>
              <a:ext cx="1421701" cy="1421700"/>
              <a:chOff x="2442306" y="6602046"/>
              <a:chExt cx="1421701" cy="1421700"/>
            </a:xfrm>
          </p:grpSpPr>
          <p:sp>
            <p:nvSpPr>
              <p:cNvPr id="36" name="Freeform 5">
                <a:extLst>
                  <a:ext uri="{FF2B5EF4-FFF2-40B4-BE49-F238E27FC236}">
                    <a16:creationId xmlns:a16="http://schemas.microsoft.com/office/drawing/2014/main" id="{A730DEFE-F760-FEAB-020E-AD56E4ECD7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442306" y="6602046"/>
                <a:ext cx="1421701" cy="1421700"/>
              </a:xfrm>
              <a:custGeom>
                <a:avLst/>
                <a:gdLst>
                  <a:gd name="T0" fmla="*/ 200 w 400"/>
                  <a:gd name="T1" fmla="*/ 0 h 400"/>
                  <a:gd name="T2" fmla="*/ 200 w 400"/>
                  <a:gd name="T3" fmla="*/ 0 h 400"/>
                  <a:gd name="T4" fmla="*/ 253 w 400"/>
                  <a:gd name="T5" fmla="*/ 7 h 400"/>
                  <a:gd name="T6" fmla="*/ 301 w 400"/>
                  <a:gd name="T7" fmla="*/ 28 h 400"/>
                  <a:gd name="T8" fmla="*/ 341 w 400"/>
                  <a:gd name="T9" fmla="*/ 59 h 400"/>
                  <a:gd name="T10" fmla="*/ 372 w 400"/>
                  <a:gd name="T11" fmla="*/ 99 h 400"/>
                  <a:gd name="T12" fmla="*/ 393 w 400"/>
                  <a:gd name="T13" fmla="*/ 147 h 400"/>
                  <a:gd name="T14" fmla="*/ 400 w 400"/>
                  <a:gd name="T15" fmla="*/ 200 h 400"/>
                  <a:gd name="T16" fmla="*/ 393 w 400"/>
                  <a:gd name="T17" fmla="*/ 253 h 400"/>
                  <a:gd name="T18" fmla="*/ 372 w 400"/>
                  <a:gd name="T19" fmla="*/ 301 h 400"/>
                  <a:gd name="T20" fmla="*/ 341 w 400"/>
                  <a:gd name="T21" fmla="*/ 342 h 400"/>
                  <a:gd name="T22" fmla="*/ 301 w 400"/>
                  <a:gd name="T23" fmla="*/ 373 h 400"/>
                  <a:gd name="T24" fmla="*/ 253 w 400"/>
                  <a:gd name="T25" fmla="*/ 393 h 400"/>
                  <a:gd name="T26" fmla="*/ 200 w 400"/>
                  <a:gd name="T27" fmla="*/ 400 h 400"/>
                  <a:gd name="T28" fmla="*/ 147 w 400"/>
                  <a:gd name="T29" fmla="*/ 393 h 400"/>
                  <a:gd name="T30" fmla="*/ 99 w 400"/>
                  <a:gd name="T31" fmla="*/ 373 h 400"/>
                  <a:gd name="T32" fmla="*/ 58 w 400"/>
                  <a:gd name="T33" fmla="*/ 342 h 400"/>
                  <a:gd name="T34" fmla="*/ 27 w 400"/>
                  <a:gd name="T35" fmla="*/ 301 h 400"/>
                  <a:gd name="T36" fmla="*/ 7 w 400"/>
                  <a:gd name="T37" fmla="*/ 253 h 400"/>
                  <a:gd name="T38" fmla="*/ 0 w 400"/>
                  <a:gd name="T39" fmla="*/ 200 h 400"/>
                  <a:gd name="T40" fmla="*/ 7 w 400"/>
                  <a:gd name="T41" fmla="*/ 147 h 400"/>
                  <a:gd name="T42" fmla="*/ 27 w 400"/>
                  <a:gd name="T43" fmla="*/ 99 h 400"/>
                  <a:gd name="T44" fmla="*/ 58 w 400"/>
                  <a:gd name="T45" fmla="*/ 59 h 400"/>
                  <a:gd name="T46" fmla="*/ 99 w 400"/>
                  <a:gd name="T47" fmla="*/ 28 h 400"/>
                  <a:gd name="T48" fmla="*/ 147 w 400"/>
                  <a:gd name="T49" fmla="*/ 7 h 400"/>
                  <a:gd name="T50" fmla="*/ 200 w 400"/>
                  <a:gd name="T51" fmla="*/ 0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00" h="400">
                    <a:moveTo>
                      <a:pt x="200" y="0"/>
                    </a:moveTo>
                    <a:lnTo>
                      <a:pt x="200" y="0"/>
                    </a:lnTo>
                    <a:cubicBezTo>
                      <a:pt x="218" y="0"/>
                      <a:pt x="236" y="3"/>
                      <a:pt x="253" y="7"/>
                    </a:cubicBezTo>
                    <a:cubicBezTo>
                      <a:pt x="270" y="12"/>
                      <a:pt x="286" y="19"/>
                      <a:pt x="301" y="28"/>
                    </a:cubicBezTo>
                    <a:cubicBezTo>
                      <a:pt x="316" y="36"/>
                      <a:pt x="329" y="47"/>
                      <a:pt x="341" y="59"/>
                    </a:cubicBezTo>
                    <a:cubicBezTo>
                      <a:pt x="353" y="71"/>
                      <a:pt x="364" y="84"/>
                      <a:pt x="372" y="99"/>
                    </a:cubicBezTo>
                    <a:cubicBezTo>
                      <a:pt x="381" y="114"/>
                      <a:pt x="388" y="130"/>
                      <a:pt x="393" y="147"/>
                    </a:cubicBezTo>
                    <a:cubicBezTo>
                      <a:pt x="397" y="164"/>
                      <a:pt x="400" y="182"/>
                      <a:pt x="400" y="200"/>
                    </a:cubicBezTo>
                    <a:cubicBezTo>
                      <a:pt x="400" y="219"/>
                      <a:pt x="397" y="236"/>
                      <a:pt x="393" y="253"/>
                    </a:cubicBezTo>
                    <a:cubicBezTo>
                      <a:pt x="388" y="270"/>
                      <a:pt x="381" y="286"/>
                      <a:pt x="372" y="301"/>
                    </a:cubicBezTo>
                    <a:cubicBezTo>
                      <a:pt x="364" y="316"/>
                      <a:pt x="353" y="329"/>
                      <a:pt x="341" y="342"/>
                    </a:cubicBezTo>
                    <a:cubicBezTo>
                      <a:pt x="329" y="354"/>
                      <a:pt x="316" y="364"/>
                      <a:pt x="301" y="373"/>
                    </a:cubicBezTo>
                    <a:cubicBezTo>
                      <a:pt x="286" y="381"/>
                      <a:pt x="270" y="388"/>
                      <a:pt x="253" y="393"/>
                    </a:cubicBezTo>
                    <a:cubicBezTo>
                      <a:pt x="236" y="398"/>
                      <a:pt x="218" y="400"/>
                      <a:pt x="200" y="400"/>
                    </a:cubicBezTo>
                    <a:cubicBezTo>
                      <a:pt x="181" y="400"/>
                      <a:pt x="164" y="398"/>
                      <a:pt x="147" y="393"/>
                    </a:cubicBezTo>
                    <a:cubicBezTo>
                      <a:pt x="130" y="388"/>
                      <a:pt x="114" y="381"/>
                      <a:pt x="99" y="373"/>
                    </a:cubicBezTo>
                    <a:cubicBezTo>
                      <a:pt x="84" y="364"/>
                      <a:pt x="71" y="354"/>
                      <a:pt x="58" y="342"/>
                    </a:cubicBezTo>
                    <a:cubicBezTo>
                      <a:pt x="46" y="329"/>
                      <a:pt x="36" y="316"/>
                      <a:pt x="27" y="301"/>
                    </a:cubicBezTo>
                    <a:cubicBezTo>
                      <a:pt x="19" y="286"/>
                      <a:pt x="12" y="270"/>
                      <a:pt x="7" y="253"/>
                    </a:cubicBezTo>
                    <a:cubicBezTo>
                      <a:pt x="2" y="236"/>
                      <a:pt x="0" y="219"/>
                      <a:pt x="0" y="200"/>
                    </a:cubicBezTo>
                    <a:cubicBezTo>
                      <a:pt x="0" y="182"/>
                      <a:pt x="2" y="164"/>
                      <a:pt x="7" y="147"/>
                    </a:cubicBezTo>
                    <a:cubicBezTo>
                      <a:pt x="12" y="130"/>
                      <a:pt x="19" y="114"/>
                      <a:pt x="27" y="99"/>
                    </a:cubicBezTo>
                    <a:cubicBezTo>
                      <a:pt x="36" y="84"/>
                      <a:pt x="46" y="71"/>
                      <a:pt x="58" y="59"/>
                    </a:cubicBezTo>
                    <a:cubicBezTo>
                      <a:pt x="71" y="47"/>
                      <a:pt x="84" y="36"/>
                      <a:pt x="99" y="28"/>
                    </a:cubicBezTo>
                    <a:cubicBezTo>
                      <a:pt x="114" y="19"/>
                      <a:pt x="130" y="12"/>
                      <a:pt x="147" y="7"/>
                    </a:cubicBezTo>
                    <a:cubicBezTo>
                      <a:pt x="164" y="3"/>
                      <a:pt x="181" y="0"/>
                      <a:pt x="200" y="0"/>
                    </a:cubicBezTo>
                    <a:close/>
                  </a:path>
                </a:pathLst>
              </a:custGeom>
              <a:solidFill>
                <a:srgbClr val="912475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367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i="0" u="none" strike="noStrike" kern="0" cap="none" spc="0" normalizeH="0" baseline="0" noProof="0" dirty="0">
                  <a:ln w="3175">
                    <a:noFill/>
                  </a:ln>
                  <a:gradFill>
                    <a:gsLst>
                      <a:gs pos="76437">
                        <a:srgbClr val="FFFFFF"/>
                      </a:gs>
                      <a:gs pos="55747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82CE8F7-3FFF-2EB2-EBEB-7B36DE16AC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2617977" y="6777717"/>
                <a:ext cx="1070360" cy="107036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0" tIns="91440" rIns="0" bIns="9144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45000">
                        <a:srgbClr val="000000"/>
                      </a:gs>
                      <a:gs pos="100000">
                        <a:srgbClr val="000000"/>
                      </a:gs>
                    </a:gsLst>
                    <a:lin ang="2700000" scaled="1"/>
                  </a:gra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AE3C8B2-7DBA-7558-22F9-F73FFA896B36}"/>
                  </a:ext>
                </a:extLst>
              </p:cNvPr>
              <p:cNvSpPr txBox="1"/>
              <p:nvPr/>
            </p:nvSpPr>
            <p:spPr>
              <a:xfrm>
                <a:off x="2607904" y="7035897"/>
                <a:ext cx="109050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en-US" sz="2000" spc="-100">
                    <a:solidFill>
                      <a:srgbClr val="052252"/>
                    </a:solidFill>
                    <a:latin typeface="Segoe Sans Display Semibold"/>
                    <a:cs typeface="Segoe Sans Display" pitchFamily="2" charset="0"/>
                  </a:rPr>
                  <a:t>&gt;$28.20</a:t>
                </a:r>
              </a:p>
              <a:p>
                <a:pPr algn="ctr" defTabSz="932472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800">
                    <a:gradFill>
                      <a:gsLst>
                        <a:gs pos="4500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2700000" scaled="1"/>
                    </a:gradFill>
                    <a:latin typeface="Segoe Sans Display" pitchFamily="2" charset="0"/>
                    <a:cs typeface="Segoe Sans Display" pitchFamily="2" charset="0"/>
                  </a:rPr>
                  <a:t>value of </a:t>
                </a:r>
                <a:br>
                  <a:rPr lang="en-US" sz="800">
                    <a:gradFill>
                      <a:gsLst>
                        <a:gs pos="4500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2700000" scaled="1"/>
                    </a:gradFill>
                    <a:latin typeface="Segoe Sans Display" pitchFamily="2" charset="0"/>
                    <a:cs typeface="Segoe Sans Display" pitchFamily="2" charset="0"/>
                  </a:rPr>
                </a:br>
                <a:r>
                  <a:rPr lang="en-US" sz="800">
                    <a:gradFill>
                      <a:gsLst>
                        <a:gs pos="45000">
                          <a:srgbClr val="000000"/>
                        </a:gs>
                        <a:gs pos="100000">
                          <a:srgbClr val="000000"/>
                        </a:gs>
                      </a:gsLst>
                      <a:lin ang="2700000" scaled="1"/>
                    </a:gradFill>
                    <a:latin typeface="Segoe Sans Display" pitchFamily="2" charset="0"/>
                    <a:cs typeface="Segoe Sans Display" pitchFamily="2" charset="0"/>
                  </a:rPr>
                  <a:t>individual  licenses</a:t>
                </a:r>
                <a:endParaRPr lang="en-US" sz="1400">
                  <a:solidFill>
                    <a:srgbClr val="000000"/>
                  </a:solidFill>
                  <a:latin typeface="Segoe Sans Display"/>
                </a:endParaRPr>
              </a:p>
            </p:txBody>
          </p:sp>
        </p:grpSp>
        <p:sp>
          <p:nvSpPr>
            <p:cNvPr id="16" name="Rounded Rectangle 32">
              <a:extLst>
                <a:ext uri="{FF2B5EF4-FFF2-40B4-BE49-F238E27FC236}">
                  <a16:creationId xmlns:a16="http://schemas.microsoft.com/office/drawing/2014/main" id="{932E9501-5F92-B14E-0142-40F757B98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74798" y="6217920"/>
              <a:ext cx="1826127" cy="2185440"/>
            </a:xfrm>
            <a:prstGeom prst="roundRect">
              <a:avLst>
                <a:gd name="adj" fmla="val 4149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>
              <a:innerShdw blurRad="508000" dist="63500" dir="16200000">
                <a:srgbClr val="B1B3B3">
                  <a:alpha val="25000"/>
                </a:srgbClr>
              </a:inn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/>
                <a:ea typeface="+mn-ea"/>
                <a:cs typeface="Segoe UI" pitchFamily="34" charset="0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FF8BAFA4-2EDE-C56B-01D9-D6EE5BE0692E}"/>
                </a:ext>
              </a:extLst>
            </p:cNvPr>
            <p:cNvSpPr txBox="1">
              <a:spLocks/>
            </p:cNvSpPr>
            <p:nvPr/>
          </p:nvSpPr>
          <p:spPr>
            <a:xfrm>
              <a:off x="2780538" y="6100507"/>
              <a:ext cx="2211324" cy="36576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91440" tIns="45720" rIns="91440" bIns="45720" rtlCol="0" anchor="ctr" anchorCtr="0">
              <a:no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algn="ctr" defTabSz="914367">
                <a:spcAft>
                  <a:spcPct val="0"/>
                </a:spcAft>
                <a:defRPr/>
              </a:pPr>
              <a:r>
                <a:rPr lang="en-US" sz="1200" spc="0">
                  <a:solidFill>
                    <a:srgbClr val="000000"/>
                  </a:solidFill>
                  <a:ea typeface="+mj-lt"/>
                  <a:cs typeface="+mj-lt"/>
                </a:rPr>
                <a:t>Per user, per month </a:t>
              </a:r>
              <a:endParaRPr lang="en-US" sz="2800">
                <a:ea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EABC11D-07D1-90FB-7DD5-95F307A543CC}"/>
                </a:ext>
              </a:extLst>
            </p:cNvPr>
            <p:cNvSpPr txBox="1"/>
            <p:nvPr/>
          </p:nvSpPr>
          <p:spPr>
            <a:xfrm>
              <a:off x="5642442" y="6736398"/>
              <a:ext cx="1690839" cy="106952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en-US"/>
              </a:defPPr>
              <a:lvl1pPr marR="0" lvl="0" indent="0" algn="ctr" defTabSz="914367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0" i="0">
                  <a:solidFill>
                    <a:schemeClr val="tx1"/>
                  </a:solidFill>
                  <a:effectLst/>
                  <a:latin typeface="Segoe Sans Display" pitchFamily="2" charset="0"/>
                  <a:cs typeface="Segoe Sans Display" pitchFamily="2" charset="0"/>
                </a:defRPr>
              </a:lvl1pPr>
              <a:lvl2pPr>
                <a:defRPr>
                  <a:solidFill>
                    <a:schemeClr val="tx1"/>
                  </a:solidFill>
                </a:defRPr>
              </a:lvl2pPr>
              <a:lvl3pPr>
                <a:defRPr>
                  <a:solidFill>
                    <a:schemeClr val="tx1"/>
                  </a:solidFill>
                </a:defRPr>
              </a:lvl3pPr>
              <a:lvl4pPr>
                <a:defRPr>
                  <a:solidFill>
                    <a:schemeClr val="tx1"/>
                  </a:solidFill>
                </a:defRPr>
              </a:lvl4pPr>
              <a:lvl5pPr>
                <a:defRPr>
                  <a:solidFill>
                    <a:schemeClr val="tx1"/>
                  </a:solidFill>
                </a:defRPr>
              </a:lvl5pPr>
              <a:lvl6pPr>
                <a:defRPr>
                  <a:solidFill>
                    <a:schemeClr val="tx1"/>
                  </a:solidFill>
                </a:defRPr>
              </a:lvl6pPr>
              <a:lvl7pPr>
                <a:defRPr>
                  <a:solidFill>
                    <a:schemeClr val="tx1"/>
                  </a:solidFill>
                </a:defRPr>
              </a:lvl7pPr>
              <a:lvl8pPr>
                <a:defRPr>
                  <a:solidFill>
                    <a:schemeClr val="tx1"/>
                  </a:solidFill>
                </a:defRPr>
              </a:lvl8pPr>
              <a:lvl9pPr>
                <a:defRPr>
                  <a:solidFill>
                    <a:schemeClr val="tx1"/>
                  </a:solidFill>
                </a:defRPr>
              </a:lvl9pPr>
            </a:lstStyle>
            <a:p>
              <a:pPr>
                <a:spcAft>
                  <a:spcPts val="300"/>
                </a:spcAft>
                <a:buSzPct val="100000"/>
                <a:defRPr/>
              </a:pPr>
              <a:r>
                <a:rPr lang="en-US" sz="2800" b="1" dirty="0">
                  <a:solidFill>
                    <a:srgbClr val="B740C5"/>
                  </a:solidFill>
                </a:rPr>
                <a:t>~65%</a:t>
              </a:r>
            </a:p>
            <a:p>
              <a:pPr>
                <a:spcAft>
                  <a:spcPts val="100"/>
                </a:spcAft>
                <a:buSzPct val="100000"/>
                <a:defRPr/>
              </a:pPr>
              <a:r>
                <a:rPr lang="en-US" sz="1100" dirty="0">
                  <a:latin typeface="Segoe Sans Display"/>
                  <a:cs typeface="Segoe Sans Display"/>
                </a:rPr>
                <a:t>cost reduction per license with end-to-end security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7485A9E-EE3A-CBD7-2943-EDD713E052FD}"/>
                </a:ext>
              </a:extLst>
            </p:cNvPr>
            <p:cNvGrpSpPr/>
            <p:nvPr/>
          </p:nvGrpSpPr>
          <p:grpSpPr>
            <a:xfrm>
              <a:off x="373063" y="6217919"/>
              <a:ext cx="1870386" cy="2185441"/>
              <a:chOff x="373063" y="6217919"/>
              <a:chExt cx="1870386" cy="2185441"/>
            </a:xfrm>
          </p:grpSpPr>
          <p:sp>
            <p:nvSpPr>
              <p:cNvPr id="27" name="Rounded Rectangle 32">
                <a:extLst>
                  <a:ext uri="{FF2B5EF4-FFF2-40B4-BE49-F238E27FC236}">
                    <a16:creationId xmlns:a16="http://schemas.microsoft.com/office/drawing/2014/main" id="{C04F08BB-20E9-2E06-0544-8C51D5750E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373063" y="6217919"/>
                <a:ext cx="1826127" cy="2185441"/>
              </a:xfrm>
              <a:prstGeom prst="roundRect">
                <a:avLst>
                  <a:gd name="adj" fmla="val 4149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>
                <a:innerShdw blurRad="508000" dist="63500" dir="16200000">
                  <a:srgbClr val="B1B3B3">
                    <a:alpha val="25000"/>
                  </a:srgbClr>
                </a:innerShdw>
              </a:effectLst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C0E07FF-DB29-B48E-7C9A-9464FD9D87E4}"/>
                  </a:ext>
                </a:extLst>
              </p:cNvPr>
              <p:cNvSpPr txBox="1"/>
              <p:nvPr/>
            </p:nvSpPr>
            <p:spPr>
              <a:xfrm>
                <a:off x="373063" y="6309358"/>
                <a:ext cx="1870386" cy="197746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spAutoFit/>
              </a:bodyPr>
              <a:lstStyle>
                <a:defPPr>
                  <a:defRPr lang="en-US"/>
                </a:defPPr>
                <a:lvl1pPr marR="0" lvl="0" indent="0" algn="ctr" defTabSz="914367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600" b="0" i="0">
                    <a:solidFill>
                      <a:schemeClr val="tx1"/>
                    </a:solidFill>
                    <a:effectLst/>
                    <a:latin typeface="Segoe Sans Display" pitchFamily="2" charset="0"/>
                    <a:cs typeface="Segoe Sans Display" pitchFamily="2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Aft>
                    <a:spcPts val="300"/>
                  </a:spcAft>
                  <a:buSzPct val="100000"/>
                  <a:defRPr/>
                </a:pPr>
                <a:r>
                  <a:rPr lang="en-US" sz="1400" dirty="0">
                    <a:solidFill>
                      <a:srgbClr val="912475"/>
                    </a:solidFill>
                    <a:latin typeface="+mj-lt"/>
                    <a:cs typeface="Segoe UI" panose="020B0502040204020203" pitchFamily="34" charset="0"/>
                  </a:rPr>
                  <a:t>Microsoft Defender</a:t>
                </a:r>
              </a:p>
              <a:p>
                <a:pPr algn="l">
                  <a:buSzPct val="100000"/>
                  <a:defRPr/>
                </a:pPr>
                <a:r>
                  <a:rPr lang="en-US" sz="11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Defender for </a:t>
                </a:r>
              </a:p>
              <a:p>
                <a:pPr algn="l">
                  <a:buSzPct val="100000"/>
                  <a:defRPr/>
                </a:pPr>
                <a:r>
                  <a:rPr lang="en-US" sz="11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Endpoint P2</a:t>
                </a:r>
                <a:r>
                  <a:rPr lang="en-US" sz="1100" dirty="0"/>
                  <a:t>	            </a:t>
                </a:r>
                <a:r>
                  <a:rPr lang="en-US" sz="1100" b="1" dirty="0"/>
                  <a:t>$5.20</a:t>
                </a:r>
              </a:p>
              <a:p>
                <a:pPr algn="l">
                  <a:buSzPct val="100000"/>
                  <a:defRPr/>
                </a:pPr>
                <a:r>
                  <a:rPr lang="en-US" sz="105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Defender for </a:t>
                </a:r>
              </a:p>
              <a:p>
                <a:pPr algn="l">
                  <a:buSzPct val="100000"/>
                  <a:defRPr/>
                </a:pPr>
                <a:r>
                  <a:rPr lang="en-US" sz="105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Office 365 P2 </a:t>
                </a:r>
                <a:r>
                  <a:rPr lang="en-US" sz="1050" dirty="0"/>
                  <a:t>	             </a:t>
                </a:r>
                <a:r>
                  <a:rPr lang="en-US" sz="1050" b="1" dirty="0"/>
                  <a:t>$5.00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Defender for Identity  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$5.50</a:t>
                </a:r>
                <a:endPara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Defender for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Cloud Apps	          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$3.50</a:t>
                </a:r>
                <a:endParaRPr lang="en-US" sz="1000" b="1" dirty="0"/>
              </a:p>
              <a:p>
                <a:pPr algn="l">
                  <a:buSzPct val="100000"/>
                  <a:defRPr/>
                </a:pPr>
                <a:endParaRPr lang="en-US" sz="400" b="1" dirty="0"/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12475"/>
                    </a:solidFill>
                    <a:effectLst/>
                    <a:uLnTx/>
                    <a:uFillTx/>
                    <a:latin typeface="+mj-lt"/>
                    <a:cs typeface="Segoe UI" panose="020B0502040204020203" pitchFamily="34" charset="0"/>
                  </a:rPr>
                  <a:t>Microsoft Entra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Entra ID Plan 2	          </a:t>
                </a:r>
                <a:r>
                  <a:rPr kumimoji="0" lang="en-US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$9.00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7805866"/>
      </p:ext>
    </p:extLst>
  </p:cSld>
  <p:clrMapOvr>
    <a:masterClrMapping/>
  </p:clrMapOvr>
</p:sld>
</file>

<file path=ppt/theme/theme1.xml><?xml version="1.0" encoding="utf-8"?>
<a:theme xmlns:a="http://schemas.openxmlformats.org/drawingml/2006/main" name="CSP Template Diamond 06/23">
  <a:themeElements>
    <a:clrScheme name="CSP Colors 06/23">
      <a:dk1>
        <a:srgbClr val="1A1A1A"/>
      </a:dk1>
      <a:lt1>
        <a:srgbClr val="FFFFFF"/>
      </a:lt1>
      <a:dk2>
        <a:srgbClr val="0D0D0D"/>
      </a:dk2>
      <a:lt2>
        <a:srgbClr val="E6E6E6"/>
      </a:lt2>
      <a:accent1>
        <a:srgbClr val="0078D4"/>
      </a:accent1>
      <a:accent2>
        <a:srgbClr val="243A5E"/>
      </a:accent2>
      <a:accent3>
        <a:srgbClr val="50E6FF"/>
      </a:accent3>
      <a:accent4>
        <a:srgbClr val="5D5BD4"/>
      </a:accent4>
      <a:accent5>
        <a:srgbClr val="737373"/>
      </a:accent5>
      <a:accent6>
        <a:srgbClr val="D2D2D2"/>
      </a:accent6>
      <a:hlink>
        <a:srgbClr val="0076D3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2.xml><?xml version="1.0" encoding="utf-8"?>
<a:theme xmlns:a="http://schemas.openxmlformats.org/drawingml/2006/main" name="1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3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ssetDescription xmlns="81d62c47-1ee8-4b15-a2ba-e551e210471e" xsi:nil="true"/>
    <TaxCatchAll xmlns="1b7c06a1-1aa9-4ffb-acc3-69175dc60550" xsi:nil="true"/>
    <lcf76f155ced4ddcb4097134ff3c332f xmlns="81d62c47-1ee8-4b15-a2ba-e551e210471e">
      <Terms xmlns="http://schemas.microsoft.com/office/infopath/2007/PartnerControls"/>
    </lcf76f155ced4ddcb4097134ff3c332f>
    <Language xmlns="81d62c47-1ee8-4b15-a2ba-e551e210471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671BC8BD2EE04888B74DECA3082CFA" ma:contentTypeVersion="21" ma:contentTypeDescription="Create a new document." ma:contentTypeScope="" ma:versionID="9cc1df61b3026c54177684bb56f32108">
  <xsd:schema xmlns:xsd="http://www.w3.org/2001/XMLSchema" xmlns:xs="http://www.w3.org/2001/XMLSchema" xmlns:p="http://schemas.microsoft.com/office/2006/metadata/properties" xmlns:ns2="81d62c47-1ee8-4b15-a2ba-e551e210471e" xmlns:ns3="1b7c06a1-1aa9-4ffb-acc3-69175dc60550" targetNamespace="http://schemas.microsoft.com/office/2006/metadata/properties" ma:root="true" ma:fieldsID="729a61ac2665cd4365bde4269ea1574e" ns2:_="" ns3:_="">
    <xsd:import namespace="81d62c47-1ee8-4b15-a2ba-e551e210471e"/>
    <xsd:import namespace="1b7c06a1-1aa9-4ffb-acc3-69175dc605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anguag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ssetDescrip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62c47-1ee8-4b15-a2ba-e551e21047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anguage" ma:index="21" nillable="true" ma:displayName="Language" ma:format="Dropdown" ma:internalName="Language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075134e-686e-41d4-a98b-2f36c81e2c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ssetDescription" ma:index="27" nillable="true" ma:displayName="Asset Description" ma:format="Dropdown" ma:internalName="AssetDescription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7c06a1-1aa9-4ffb-acc3-69175dc60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2d4c6e7-d7fd-4dba-9819-956db0c65ca0}" ma:internalName="TaxCatchAll" ma:showField="CatchAllData" ma:web="1b7c06a1-1aa9-4ffb-acc3-69175dc605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8EFAFD-73F5-4ACC-94D9-04EFE09C5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DA0CC2-1119-4EEA-BD26-6E2CD1410D6F}">
  <ds:schemaRefs>
    <ds:schemaRef ds:uri="1b7c06a1-1aa9-4ffb-acc3-69175dc60550"/>
    <ds:schemaRef ds:uri="81d62c47-1ee8-4b15-a2ba-e551e21047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6D61BEA-189F-4841-900C-504B065D03CA}">
  <ds:schemaRefs>
    <ds:schemaRef ds:uri="1b7c06a1-1aa9-4ffb-acc3-69175dc60550"/>
    <ds:schemaRef ds:uri="81d62c47-1ee8-4b15-a2ba-e551e21047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</TotalTime>
  <Words>270</Words>
  <Application>Microsoft Office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Calibri</vt:lpstr>
      <vt:lpstr>Segoe Sans Display</vt:lpstr>
      <vt:lpstr>Segoe Sans Display Semibold</vt:lpstr>
      <vt:lpstr>Segoe Sans Text</vt:lpstr>
      <vt:lpstr>Segoe UI</vt:lpstr>
      <vt:lpstr>Segoe UI Semibold</vt:lpstr>
      <vt:lpstr>Wingdings</vt:lpstr>
      <vt:lpstr>CSP Template Diamond 06/23</vt:lpstr>
      <vt:lpstr>1_CSP Template Diamond 06/23</vt:lpstr>
      <vt:lpstr>3_CSP Template Diamond 06/23</vt:lpstr>
      <vt:lpstr>Microsoft Defender Suite for Microsoft 365 Business Premium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Vandan Jain</cp:lastModifiedBy>
  <cp:revision>12</cp:revision>
  <dcterms:created xsi:type="dcterms:W3CDTF">2025-03-07T21:16:33Z</dcterms:created>
  <dcterms:modified xsi:type="dcterms:W3CDTF">2026-03-02T08:44:53Z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0x0101009C671BC8BD2EE04888B74DECA3082CFA</vt:lpwstr>
  </property>
</Properties>
</file>
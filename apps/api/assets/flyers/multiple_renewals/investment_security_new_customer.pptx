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 id="2147483744" r:id="rId5"/>
    <p:sldMasterId id="2147483748" r:id="rId6"/>
  </p:sldMasterIdLst>
  <p:notesMasterIdLst>
    <p:notesMasterId r:id="rId8"/>
  </p:notesMasterIdLst>
  <p:sldIdLst>
    <p:sldId id="2147470014" r:id="rId7"/>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616" userDrawn="1">
          <p15:clr>
            <a:srgbClr val="A4A3A4"/>
          </p15:clr>
        </p15:guide>
        <p15:guide id="4" pos="2448">
          <p15:clr>
            <a:srgbClr val="A4A3A4"/>
          </p15:clr>
        </p15:guide>
        <p15:guide id="5" orient="horz" pos="40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2475"/>
    <a:srgbClr val="F2E5DE"/>
    <a:srgbClr val="FEFEFE"/>
    <a:srgbClr val="B740C5"/>
    <a:srgbClr val="F2F2F2"/>
    <a:srgbClr val="FCF2F9"/>
    <a:srgbClr val="5EA6AB"/>
    <a:srgbClr val="E9FED1"/>
    <a:srgbClr val="FFFFFF"/>
    <a:srgbClr val="091F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407755-03DA-488D-80CC-4FBF8E924625}" v="4" dt="2026-03-01T19:54:42.364"/>
    <p1510:client id="{B4AC172E-C380-59DE-A02A-A80D0AEAC599}" v="18" dt="2026-03-02T10:27:57.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2318" y="67"/>
      </p:cViewPr>
      <p:guideLst>
        <p:guide orient="horz" pos="5616"/>
        <p:guide pos="2448"/>
        <p:guide orient="horz" pos="4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heme" Target="theme/theme1.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 Singh" userId="S::shreya.singh@hsv.digital::b354311e-5542-4a3b-80c7-af4347e0a1ac" providerId="AD" clId="Web-{B4AC172E-C380-59DE-A02A-A80D0AEAC599}"/>
    <pc:docChg chg="modSld">
      <pc:chgData name="Shreya Singh" userId="S::shreya.singh@hsv.digital::b354311e-5542-4a3b-80c7-af4347e0a1ac" providerId="AD" clId="Web-{B4AC172E-C380-59DE-A02A-A80D0AEAC599}" dt="2026-03-02T10:27:56.565" v="1"/>
      <pc:docMkLst>
        <pc:docMk/>
      </pc:docMkLst>
      <pc:sldChg chg="modSp">
        <pc:chgData name="Shreya Singh" userId="S::shreya.singh@hsv.digital::b354311e-5542-4a3b-80c7-af4347e0a1ac" providerId="AD" clId="Web-{B4AC172E-C380-59DE-A02A-A80D0AEAC599}" dt="2026-03-02T10:27:56.565" v="1"/>
        <pc:sldMkLst>
          <pc:docMk/>
          <pc:sldMk cId="2830339352" sldId="2147470014"/>
        </pc:sldMkLst>
        <pc:graphicFrameChg chg="modGraphic">
          <ac:chgData name="Shreya Singh" userId="S::shreya.singh@hsv.digital::b354311e-5542-4a3b-80c7-af4347e0a1ac" providerId="AD" clId="Web-{B4AC172E-C380-59DE-A02A-A80D0AEAC599}" dt="2026-03-02T10:27:56.565" v="1"/>
          <ac:graphicFrameMkLst>
            <pc:docMk/>
            <pc:sldMk cId="2830339352" sldId="2147470014"/>
            <ac:graphicFrameMk id="29" creationId="{4E7BB84D-9E35-CF2D-933A-F2164B5B640D}"/>
          </ac:graphicFrameMkLst>
        </pc:graphicFrameChg>
      </pc:sldChg>
    </pc:docChg>
  </pc:docChgLst>
  <pc:docChgLst>
    <pc:chgData name="Praveen Dehury" userId="S::praveend@hsv.digital::77009b3f-ee31-425d-b17c-2f6ea73f5149" providerId="AD" clId="Web-{03D38E37-8818-630E-92B4-E63F9477C629}"/>
    <pc:docChg chg="modSld">
      <pc:chgData name="Praveen Dehury" userId="S::praveend@hsv.digital::77009b3f-ee31-425d-b17c-2f6ea73f5149" providerId="AD" clId="Web-{03D38E37-8818-630E-92B4-E63F9477C629}" dt="2026-02-21T19:41:08.823" v="3" actId="20577"/>
      <pc:docMkLst>
        <pc:docMk/>
      </pc:docMkLst>
    </pc:docChg>
  </pc:docChgLst>
  <pc:docChgLst>
    <pc:chgData name="Vandan Jain" userId="4244b45b-25d1-413d-855b-6597e767c081" providerId="ADAL" clId="{67AB2A15-26B8-47FB-BEC6-EFDC03C3B3B6}"/>
    <pc:docChg chg="undo custSel addSld delSld modSld sldOrd delMainMaster">
      <pc:chgData name="Vandan Jain" userId="4244b45b-25d1-413d-855b-6597e767c081" providerId="ADAL" clId="{67AB2A15-26B8-47FB-BEC6-EFDC03C3B3B6}" dt="2026-03-02T08:57:09.057" v="523" actId="1036"/>
      <pc:docMkLst>
        <pc:docMk/>
      </pc:docMkLst>
      <pc:sldChg chg="modSp add del mod">
        <pc:chgData name="Vandan Jain" userId="4244b45b-25d1-413d-855b-6597e767c081" providerId="ADAL" clId="{67AB2A15-26B8-47FB-BEC6-EFDC03C3B3B6}" dt="2026-03-01T19:54:50.587" v="482" actId="47"/>
        <pc:sldMkLst>
          <pc:docMk/>
          <pc:sldMk cId="0" sldId="262"/>
        </pc:sldMkLst>
      </pc:sldChg>
      <pc:sldChg chg="delSp modSp add mod">
        <pc:chgData name="Vandan Jain" userId="4244b45b-25d1-413d-855b-6597e767c081" providerId="ADAL" clId="{67AB2A15-26B8-47FB-BEC6-EFDC03C3B3B6}" dt="2026-03-02T08:57:09.057" v="523" actId="1036"/>
        <pc:sldMkLst>
          <pc:docMk/>
          <pc:sldMk cId="2830339352" sldId="2147470014"/>
        </pc:sldMkLst>
        <pc:spChg chg="mod">
          <ac:chgData name="Vandan Jain" userId="4244b45b-25d1-413d-855b-6597e767c081" providerId="ADAL" clId="{67AB2A15-26B8-47FB-BEC6-EFDC03C3B3B6}" dt="2026-03-01T19:45:32.995" v="393" actId="14100"/>
          <ac:spMkLst>
            <pc:docMk/>
            <pc:sldMk cId="2830339352" sldId="2147470014"/>
            <ac:spMk id="3" creationId="{79B3C482-B6EF-F65E-08E2-9E465EDEC652}"/>
          </ac:spMkLst>
        </pc:spChg>
        <pc:spChg chg="mod">
          <ac:chgData name="Vandan Jain" userId="4244b45b-25d1-413d-855b-6597e767c081" providerId="ADAL" clId="{67AB2A15-26B8-47FB-BEC6-EFDC03C3B3B6}" dt="2026-03-01T19:45:10.009" v="388" actId="14100"/>
          <ac:spMkLst>
            <pc:docMk/>
            <pc:sldMk cId="2830339352" sldId="2147470014"/>
            <ac:spMk id="5" creationId="{9963F151-879F-4558-E6B6-4255986112B0}"/>
          </ac:spMkLst>
        </pc:spChg>
        <pc:spChg chg="mod">
          <ac:chgData name="Vandan Jain" userId="4244b45b-25d1-413d-855b-6597e767c081" providerId="ADAL" clId="{67AB2A15-26B8-47FB-BEC6-EFDC03C3B3B6}" dt="2026-03-01T19:45:49.172" v="399" actId="14100"/>
          <ac:spMkLst>
            <pc:docMk/>
            <pc:sldMk cId="2830339352" sldId="2147470014"/>
            <ac:spMk id="9" creationId="{FBD0EA6D-9670-1F46-2E2E-01AE80EFC1A8}"/>
          </ac:spMkLst>
        </pc:spChg>
        <pc:spChg chg="del mod">
          <ac:chgData name="Vandan Jain" userId="4244b45b-25d1-413d-855b-6597e767c081" providerId="ADAL" clId="{67AB2A15-26B8-47FB-BEC6-EFDC03C3B3B6}" dt="2026-03-02T08:56:52.226" v="498" actId="478"/>
          <ac:spMkLst>
            <pc:docMk/>
            <pc:sldMk cId="2830339352" sldId="2147470014"/>
            <ac:spMk id="33" creationId="{11B08FFE-4B4A-EB5A-4866-8C40B76594CC}"/>
          </ac:spMkLst>
        </pc:spChg>
        <pc:graphicFrameChg chg="mod modGraphic">
          <ac:chgData name="Vandan Jain" userId="4244b45b-25d1-413d-855b-6597e767c081" providerId="ADAL" clId="{67AB2A15-26B8-47FB-BEC6-EFDC03C3B3B6}" dt="2026-03-02T08:57:09.057" v="523" actId="1036"/>
          <ac:graphicFrameMkLst>
            <pc:docMk/>
            <pc:sldMk cId="2830339352" sldId="2147470014"/>
            <ac:graphicFrameMk id="29" creationId="{4E7BB84D-9E35-CF2D-933A-F2164B5B640D}"/>
          </ac:graphicFrameMkLst>
        </pc:graphicFrameChg>
        <pc:picChg chg="del mod">
          <ac:chgData name="Vandan Jain" userId="4244b45b-25d1-413d-855b-6597e767c081" providerId="ADAL" clId="{67AB2A15-26B8-47FB-BEC6-EFDC03C3B3B6}" dt="2026-03-02T08:56:42.576" v="495" actId="478"/>
          <ac:picMkLst>
            <pc:docMk/>
            <pc:sldMk cId="2830339352" sldId="2147470014"/>
            <ac:picMk id="4" creationId="{65D2BE78-60C7-309F-967D-DB03F5F86A01}"/>
          </ac:picMkLst>
        </pc:picChg>
        <pc:picChg chg="mod">
          <ac:chgData name="Vandan Jain" userId="4244b45b-25d1-413d-855b-6597e767c081" providerId="ADAL" clId="{67AB2A15-26B8-47FB-BEC6-EFDC03C3B3B6}" dt="2026-03-01T19:45:22.348" v="391" actId="14100"/>
          <ac:picMkLst>
            <pc:docMk/>
            <pc:sldMk cId="2830339352" sldId="2147470014"/>
            <ac:picMk id="48" creationId="{5F283AE0-4FB1-7607-6FCB-9A85B3D66739}"/>
          </ac:picMkLst>
        </pc:picChg>
        <pc:cxnChg chg="del mod">
          <ac:chgData name="Vandan Jain" userId="4244b45b-25d1-413d-855b-6597e767c081" providerId="ADAL" clId="{67AB2A15-26B8-47FB-BEC6-EFDC03C3B3B6}" dt="2026-03-01T19:54:32.270" v="477" actId="478"/>
          <ac:cxnSpMkLst>
            <pc:docMk/>
            <pc:sldMk cId="2830339352" sldId="2147470014"/>
            <ac:cxnSpMk id="6" creationId="{1952BBF0-F332-6F68-FCA0-2C1BC213E0F2}"/>
          </ac:cxnSpMkLst>
        </pc:cxnChg>
        <pc:cxnChg chg="del mod">
          <ac:chgData name="Vandan Jain" userId="4244b45b-25d1-413d-855b-6597e767c081" providerId="ADAL" clId="{67AB2A15-26B8-47FB-BEC6-EFDC03C3B3B6}" dt="2026-03-01T19:54:32.270" v="477" actId="478"/>
          <ac:cxnSpMkLst>
            <pc:docMk/>
            <pc:sldMk cId="2830339352" sldId="2147470014"/>
            <ac:cxnSpMk id="36" creationId="{F7DEC3EF-4F58-6C4A-6003-C653D43A657F}"/>
          </ac:cxnSpMkLst>
        </pc:cxnChg>
        <pc:cxnChg chg="del mod">
          <ac:chgData name="Vandan Jain" userId="4244b45b-25d1-413d-855b-6597e767c081" providerId="ADAL" clId="{67AB2A15-26B8-47FB-BEC6-EFDC03C3B3B6}" dt="2026-03-01T19:54:32.270" v="477" actId="478"/>
          <ac:cxnSpMkLst>
            <pc:docMk/>
            <pc:sldMk cId="2830339352" sldId="2147470014"/>
            <ac:cxnSpMk id="37" creationId="{4FE8A8B7-B1C7-388B-2224-F7272B5F3979}"/>
          </ac:cxnSpMkLst>
        </pc:cxnChg>
        <pc:cxnChg chg="del mod">
          <ac:chgData name="Vandan Jain" userId="4244b45b-25d1-413d-855b-6597e767c081" providerId="ADAL" clId="{67AB2A15-26B8-47FB-BEC6-EFDC03C3B3B6}" dt="2026-03-01T19:54:32.270" v="477" actId="478"/>
          <ac:cxnSpMkLst>
            <pc:docMk/>
            <pc:sldMk cId="2830339352" sldId="2147470014"/>
            <ac:cxnSpMk id="38" creationId="{E75709A2-CB82-9CE6-8820-C613FA844A97}"/>
          </ac:cxnSpMkLst>
        </pc:cxnChg>
        <pc:cxnChg chg="del mod">
          <ac:chgData name="Vandan Jain" userId="4244b45b-25d1-413d-855b-6597e767c081" providerId="ADAL" clId="{67AB2A15-26B8-47FB-BEC6-EFDC03C3B3B6}" dt="2026-03-01T19:54:32.270" v="477" actId="478"/>
          <ac:cxnSpMkLst>
            <pc:docMk/>
            <pc:sldMk cId="2830339352" sldId="2147470014"/>
            <ac:cxnSpMk id="39" creationId="{186A2F42-4516-71B2-0981-A0D3083991C8}"/>
          </ac:cxnSpMkLst>
        </pc:cxnChg>
        <pc:cxnChg chg="del mod">
          <ac:chgData name="Vandan Jain" userId="4244b45b-25d1-413d-855b-6597e767c081" providerId="ADAL" clId="{67AB2A15-26B8-47FB-BEC6-EFDC03C3B3B6}" dt="2026-03-01T19:54:32.270" v="477" actId="478"/>
          <ac:cxnSpMkLst>
            <pc:docMk/>
            <pc:sldMk cId="2830339352" sldId="2147470014"/>
            <ac:cxnSpMk id="40" creationId="{838813B3-0AF8-28F8-0DB3-A2D67FE29936}"/>
          </ac:cxnSpMkLst>
        </pc:cxnChg>
        <pc:cxnChg chg="del mod">
          <ac:chgData name="Vandan Jain" userId="4244b45b-25d1-413d-855b-6597e767c081" providerId="ADAL" clId="{67AB2A15-26B8-47FB-BEC6-EFDC03C3B3B6}" dt="2026-03-01T19:54:32.270" v="477" actId="478"/>
          <ac:cxnSpMkLst>
            <pc:docMk/>
            <pc:sldMk cId="2830339352" sldId="2147470014"/>
            <ac:cxnSpMk id="41" creationId="{5D0ABD50-0663-D5B6-17A1-7728958B21BD}"/>
          </ac:cxnSpMkLst>
        </pc:cxnChg>
        <pc:cxnChg chg="del mod">
          <ac:chgData name="Vandan Jain" userId="4244b45b-25d1-413d-855b-6597e767c081" providerId="ADAL" clId="{67AB2A15-26B8-47FB-BEC6-EFDC03C3B3B6}" dt="2026-03-01T19:54:32.270" v="477" actId="478"/>
          <ac:cxnSpMkLst>
            <pc:docMk/>
            <pc:sldMk cId="2830339352" sldId="2147470014"/>
            <ac:cxnSpMk id="42" creationId="{CB4A4CC7-1BF8-8EB6-BE37-56C8C37F23EB}"/>
          </ac:cxnSpMkLst>
        </pc:cxnChg>
      </pc:sldChg>
      <pc:sldMasterChg chg="delSldLayout">
        <pc:chgData name="Vandan Jain" userId="4244b45b-25d1-413d-855b-6597e767c081" providerId="ADAL" clId="{67AB2A15-26B8-47FB-BEC6-EFDC03C3B3B6}" dt="2026-02-22T19:20:53.500" v="384" actId="47"/>
        <pc:sldMasterMkLst>
          <pc:docMk/>
          <pc:sldMasterMk cId="2863918117" sldId="214748374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06FF-988B-468D-BED5-ECE17E3ED506}" type="datetimeFigureOut">
              <a:rPr lang="en-US" smtClean="0"/>
              <a:t>5/8/2026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9717BF-D6A1-41FB-AA9B-31E83E01F212}" type="slidenum">
              <a:rPr lang="en-US" smtClean="0"/>
              <a:t>‹#›</a:t>
            </a:fld>
            <a:endParaRPr lang="en-US"/>
          </a:p>
        </p:txBody>
      </p:sp>
    </p:spTree>
    <p:extLst>
      <p:ext uri="{BB962C8B-B14F-4D97-AF65-F5344CB8AC3E}">
        <p14:creationId xmlns:p14="http://schemas.microsoft.com/office/powerpoint/2010/main" val="32779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C806-E1D9-E4F7-E702-3D3691AA82E7}"/>
              </a:ext>
            </a:extLst>
          </p:cNvPr>
          <p:cNvSpPr>
            <a:spLocks noGrp="1"/>
          </p:cNvSpPr>
          <p:nvPr>
            <p:ph type="title"/>
          </p:nvPr>
        </p:nvSpPr>
        <p:spPr>
          <a:xfrm>
            <a:off x="366445" y="749450"/>
            <a:ext cx="7024307" cy="307777"/>
          </a:xfrm>
        </p:spPr>
        <p:txBody>
          <a:bodyPr/>
          <a:lstStyle>
            <a:lvl1pPr>
              <a:defRPr sz="2000">
                <a:solidFill>
                  <a:schemeClr val="tx1"/>
                </a:solidFill>
              </a:defRPr>
            </a:lvl1pPr>
          </a:lstStyle>
          <a:p>
            <a:r>
              <a:rPr lang="en-US"/>
              <a:t>Click to edit Master title style</a:t>
            </a:r>
          </a:p>
        </p:txBody>
      </p:sp>
    </p:spTree>
    <p:extLst>
      <p:ext uri="{BB962C8B-B14F-4D97-AF65-F5344CB8AC3E}">
        <p14:creationId xmlns:p14="http://schemas.microsoft.com/office/powerpoint/2010/main" val="342716689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6">
          <p15:clr>
            <a:srgbClr val="5ACBF0"/>
          </p15:clr>
        </p15:guide>
        <p15:guide id="2" orient="horz" pos="1866">
          <p15:clr>
            <a:srgbClr val="5ACBF0"/>
          </p15:clr>
        </p15:guide>
        <p15:guide id="3" orient="horz" pos="42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7962-0B55-2578-3097-6A2E1DF26F12}"/>
              </a:ext>
            </a:extLst>
          </p:cNvPr>
          <p:cNvSpPr>
            <a:spLocks noGrp="1"/>
          </p:cNvSpPr>
          <p:nvPr>
            <p:ph type="ctrTitle"/>
          </p:nvPr>
        </p:nvSpPr>
        <p:spPr>
          <a:xfrm>
            <a:off x="971550" y="1646238"/>
            <a:ext cx="5829300" cy="350202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46E393-D958-EB25-8317-3F81383D794C}"/>
              </a:ext>
            </a:extLst>
          </p:cNvPr>
          <p:cNvSpPr>
            <a:spLocks noGrp="1"/>
          </p:cNvSpPr>
          <p:nvPr>
            <p:ph type="subTitle" idx="1"/>
          </p:nvPr>
        </p:nvSpPr>
        <p:spPr>
          <a:xfrm>
            <a:off x="971550" y="5283200"/>
            <a:ext cx="5829300" cy="24288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9829964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a:extLst>
              <a:ext uri="{FF2B5EF4-FFF2-40B4-BE49-F238E27FC236}">
                <a16:creationId xmlns:a16="http://schemas.microsoft.com/office/drawing/2014/main" id="{99E1F792-E3E4-D320-7BA5-A7D4D41040A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462965389"/>
      </p:ext>
    </p:extLst>
  </p:cSld>
  <p:clrMap bg1="lt1" tx1="dk1" bg2="lt2" tx2="dk2" accent1="accent1" accent2="accent2" accent3="accent3" accent4="accent4" accent5="accent5" accent6="accent6" hlink="hlink" folHlink="folHlink"/>
  <p:sldLayoutIdLst>
    <p:sldLayoutId id="2147483742"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2863918117"/>
      </p:ext>
    </p:extLst>
  </p:cSld>
  <p:clrMap bg1="lt1" tx1="dk1" bg2="lt2" tx2="dk2" accent1="accent1" accent2="accent2" accent3="accent3" accent4="accent4" accent5="accent5" accent6="accent6" hlink="hlink" folHlink="folHlink"/>
  <p:sldLayoutIdLst>
    <p:sldLayoutId id="2147483750"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64867"/>
      </p:ext>
    </p:extLst>
  </p:cSld>
  <p:clrMap bg1="lt1" tx1="dk1" bg2="lt2" tx2="dk2" accent1="accent1" accent2="accent2" accent3="accent3" accent4="accent4" accent5="accent5" accent6="accent6" hlink="hlink" folHlink="folHlink"/>
  <p:sldLayoutIdLst>
    <p:sldLayoutId id="2147483749" r:id="rId1"/>
  </p:sldLayoutIdLst>
  <p:hf sldNum="0" hdr="0" ftr="0" dt="0"/>
  <p:txStyles>
    <p:titleStyle>
      <a:lvl1pPr algn="ctr" defTabSz="1146840" rtl="0" eaLnBrk="1" latinLnBrk="0" hangingPunct="1">
        <a:spcBef>
          <a:spcPct val="0"/>
        </a:spcBef>
        <a:buNone/>
        <a:defRPr sz="5518" kern="1200">
          <a:solidFill>
            <a:schemeClr val="tx1"/>
          </a:solidFill>
          <a:latin typeface="+mj-lt"/>
          <a:ea typeface="+mj-ea"/>
          <a:cs typeface="+mj-cs"/>
        </a:defRPr>
      </a:lvl1pPr>
    </p:titleStyle>
    <p:bodyStyle>
      <a:lvl1pPr marL="430065" indent="-430065" algn="l" defTabSz="1146840" rtl="0" eaLnBrk="1" latinLnBrk="0" hangingPunct="1">
        <a:spcBef>
          <a:spcPct val="20000"/>
        </a:spcBef>
        <a:buFont typeface="Arial" pitchFamily="34" charset="0"/>
        <a:buChar char="•"/>
        <a:defRPr sz="4013" kern="1200">
          <a:solidFill>
            <a:schemeClr val="tx1"/>
          </a:solidFill>
          <a:latin typeface="+mn-lt"/>
          <a:ea typeface="+mn-ea"/>
          <a:cs typeface="+mn-cs"/>
        </a:defRPr>
      </a:lvl1pPr>
      <a:lvl2pPr marL="931808" indent="-358388" algn="l" defTabSz="1146840" rtl="0" eaLnBrk="1" latinLnBrk="0" hangingPunct="1">
        <a:spcBef>
          <a:spcPct val="20000"/>
        </a:spcBef>
        <a:buFont typeface="Arial" pitchFamily="34" charset="0"/>
        <a:buChar char="–"/>
        <a:defRPr sz="3512" kern="1200">
          <a:solidFill>
            <a:schemeClr val="tx1"/>
          </a:solidFill>
          <a:latin typeface="+mn-lt"/>
          <a:ea typeface="+mn-ea"/>
          <a:cs typeface="+mn-cs"/>
        </a:defRPr>
      </a:lvl2pPr>
      <a:lvl3pPr marL="1433551" indent="-286710" algn="l" defTabSz="1146840" rtl="0" eaLnBrk="1" latinLnBrk="0" hangingPunct="1">
        <a:spcBef>
          <a:spcPct val="20000"/>
        </a:spcBef>
        <a:buFont typeface="Arial" pitchFamily="34" charset="0"/>
        <a:buChar char="•"/>
        <a:defRPr sz="3010" kern="1200">
          <a:solidFill>
            <a:schemeClr val="tx1"/>
          </a:solidFill>
          <a:latin typeface="+mn-lt"/>
          <a:ea typeface="+mn-ea"/>
          <a:cs typeface="+mn-cs"/>
        </a:defRPr>
      </a:lvl3pPr>
      <a:lvl4pPr marL="200697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4pPr>
      <a:lvl5pPr marL="258039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5pPr>
      <a:lvl6pPr marL="315381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6pPr>
      <a:lvl7pPr marL="372723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7pPr>
      <a:lvl8pPr marL="430065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8pPr>
      <a:lvl9pPr marL="487407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9pPr>
    </p:bodyStyle>
    <p:otherStyle>
      <a:defPPr>
        <a:defRPr lang="en-US"/>
      </a:defPPr>
      <a:lvl1pPr marL="0" algn="l" defTabSz="1146840" rtl="0" eaLnBrk="1" latinLnBrk="0" hangingPunct="1">
        <a:defRPr sz="2258" kern="1200">
          <a:solidFill>
            <a:schemeClr val="tx1"/>
          </a:solidFill>
          <a:latin typeface="+mn-lt"/>
          <a:ea typeface="+mn-ea"/>
          <a:cs typeface="+mn-cs"/>
        </a:defRPr>
      </a:lvl1pPr>
      <a:lvl2pPr marL="573420" algn="l" defTabSz="1146840" rtl="0" eaLnBrk="1" latinLnBrk="0" hangingPunct="1">
        <a:defRPr sz="2258" kern="1200">
          <a:solidFill>
            <a:schemeClr val="tx1"/>
          </a:solidFill>
          <a:latin typeface="+mn-lt"/>
          <a:ea typeface="+mn-ea"/>
          <a:cs typeface="+mn-cs"/>
        </a:defRPr>
      </a:lvl2pPr>
      <a:lvl3pPr marL="1146840" algn="l" defTabSz="1146840" rtl="0" eaLnBrk="1" latinLnBrk="0" hangingPunct="1">
        <a:defRPr sz="2258" kern="1200">
          <a:solidFill>
            <a:schemeClr val="tx1"/>
          </a:solidFill>
          <a:latin typeface="+mn-lt"/>
          <a:ea typeface="+mn-ea"/>
          <a:cs typeface="+mn-cs"/>
        </a:defRPr>
      </a:lvl3pPr>
      <a:lvl4pPr marL="1720261" algn="l" defTabSz="1146840" rtl="0" eaLnBrk="1" latinLnBrk="0" hangingPunct="1">
        <a:defRPr sz="2258" kern="1200">
          <a:solidFill>
            <a:schemeClr val="tx1"/>
          </a:solidFill>
          <a:latin typeface="+mn-lt"/>
          <a:ea typeface="+mn-ea"/>
          <a:cs typeface="+mn-cs"/>
        </a:defRPr>
      </a:lvl4pPr>
      <a:lvl5pPr marL="2293681" algn="l" defTabSz="1146840" rtl="0" eaLnBrk="1" latinLnBrk="0" hangingPunct="1">
        <a:defRPr sz="2258" kern="1200">
          <a:solidFill>
            <a:schemeClr val="tx1"/>
          </a:solidFill>
          <a:latin typeface="+mn-lt"/>
          <a:ea typeface="+mn-ea"/>
          <a:cs typeface="+mn-cs"/>
        </a:defRPr>
      </a:lvl5pPr>
      <a:lvl6pPr marL="2867101" algn="l" defTabSz="1146840" rtl="0" eaLnBrk="1" latinLnBrk="0" hangingPunct="1">
        <a:defRPr sz="2258" kern="1200">
          <a:solidFill>
            <a:schemeClr val="tx1"/>
          </a:solidFill>
          <a:latin typeface="+mn-lt"/>
          <a:ea typeface="+mn-ea"/>
          <a:cs typeface="+mn-cs"/>
        </a:defRPr>
      </a:lvl6pPr>
      <a:lvl7pPr marL="3440521" algn="l" defTabSz="1146840" rtl="0" eaLnBrk="1" latinLnBrk="0" hangingPunct="1">
        <a:defRPr sz="2258" kern="1200">
          <a:solidFill>
            <a:schemeClr val="tx1"/>
          </a:solidFill>
          <a:latin typeface="+mn-lt"/>
          <a:ea typeface="+mn-ea"/>
          <a:cs typeface="+mn-cs"/>
        </a:defRPr>
      </a:lvl7pPr>
      <a:lvl8pPr marL="4013942" algn="l" defTabSz="1146840" rtl="0" eaLnBrk="1" latinLnBrk="0" hangingPunct="1">
        <a:defRPr sz="2258" kern="1200">
          <a:solidFill>
            <a:schemeClr val="tx1"/>
          </a:solidFill>
          <a:latin typeface="+mn-lt"/>
          <a:ea typeface="+mn-ea"/>
          <a:cs typeface="+mn-cs"/>
        </a:defRPr>
      </a:lvl8pPr>
      <a:lvl9pPr marL="4587362" algn="l" defTabSz="1146840" rtl="0" eaLnBrk="1" latinLnBrk="0" hangingPunct="1">
        <a:defRPr sz="22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7772399" cy="10058400"/>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0" y="6553747"/>
            <a:ext cx="7772399" cy="3515927"/>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386367" y="462900"/>
            <a:ext cx="6993488" cy="1191464"/>
          </a:xfrm>
          <a:prstGeom prst="rect">
            <a:avLst/>
          </a:prstGeom>
          <a:noFill/>
          <a:ln/>
        </p:spPr>
        <p:txBody>
          <a:bodyPr wrap="square" lIns="0" tIns="0" rIns="0" bIns="0" rtlCol="0" anchor="ctr"/>
          <a:lstStyle/>
          <a:p>
            <a:pPr defTabSz="1146840">
              <a:defRPr/>
            </a:pPr>
            <a:r>
              <a:rPr lang="en-US" sz="3200" dirty="0">
                <a:solidFill>
                  <a:prstClr val="black">
                    <a:lumMod val="95000"/>
                    <a:lumOff val="5000"/>
                  </a:prstClr>
                </a:solidFill>
                <a:latin typeface="Segoe UI Semibold" pitchFamily="34" charset="0"/>
                <a:ea typeface="Segoe UI Semibold" pitchFamily="34" charset="-122"/>
                <a:cs typeface="Segoe UI Semibold" pitchFamily="34" charset="-120"/>
              </a:rPr>
              <a:t>Upgrade investment snapshot</a:t>
            </a:r>
          </a:p>
        </p:txBody>
      </p:sp>
      <p:graphicFrame>
        <p:nvGraphicFramePr>
          <p:cNvPr id="29" name="Table 28">
            <a:extLst>
              <a:ext uri="{FF2B5EF4-FFF2-40B4-BE49-F238E27FC236}">
                <a16:creationId xmlns:a16="http://schemas.microsoft.com/office/drawing/2014/main" id="{4E7BB84D-9E35-CF2D-933A-F2164B5B640D}"/>
              </a:ext>
            </a:extLst>
          </p:cNvPr>
          <p:cNvGraphicFramePr>
            <a:graphicFrameLocks noGrp="1"/>
          </p:cNvGraphicFramePr>
          <p:nvPr>
            <p:extLst>
              <p:ext uri="{D42A27DB-BD31-4B8C-83A1-F6EECF244321}">
                <p14:modId xmlns:p14="http://schemas.microsoft.com/office/powerpoint/2010/main" val="2920763726"/>
              </p:ext>
            </p:extLst>
          </p:nvPr>
        </p:nvGraphicFramePr>
        <p:xfrm>
          <a:off x="386366" y="1853514"/>
          <a:ext cx="6919597" cy="4408317"/>
        </p:xfrm>
        <a:graphic>
          <a:graphicData uri="http://schemas.openxmlformats.org/drawingml/2006/table">
            <a:tbl>
              <a:tblPr firstRow="1" bandRow="1">
                <a:tableStyleId>{5C22544A-7EE6-4342-B048-85BDC9FD1C3A}</a:tableStyleId>
              </a:tblPr>
              <a:tblGrid>
                <a:gridCol w="2938725">
                  <a:extLst>
                    <a:ext uri="{9D8B030D-6E8A-4147-A177-3AD203B41FA5}">
                      <a16:colId xmlns:a16="http://schemas.microsoft.com/office/drawing/2014/main" val="4247787405"/>
                    </a:ext>
                  </a:extLst>
                </a:gridCol>
                <a:gridCol w="3980872">
                  <a:extLst>
                    <a:ext uri="{9D8B030D-6E8A-4147-A177-3AD203B41FA5}">
                      <a16:colId xmlns:a16="http://schemas.microsoft.com/office/drawing/2014/main" val="1337386488"/>
                    </a:ext>
                  </a:extLst>
                </a:gridCol>
              </a:tblGrid>
              <a:tr h="9621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5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A226F"/>
                          </a:solidFill>
                          <a:effectLst/>
                          <a:uLnTx/>
                          <a:uFillTx/>
                          <a:latin typeface="Segoe UI Semibold"/>
                          <a:ea typeface="Segoe UI Regular"/>
                          <a:cs typeface="Segoe UI Semibold"/>
                        </a:rPr>
                        <a:t>{</a:t>
                      </a:r>
                      <a:r>
                        <a:rPr kumimoji="0" lang="en-US" sz="1500" b="1" i="0" u="none" strike="noStrike" kern="1200" cap="none" spc="0" normalizeH="0" baseline="0" noProof="0" dirty="0" err="1">
                          <a:ln>
                            <a:noFill/>
                          </a:ln>
                          <a:solidFill>
                            <a:srgbClr val="8A226F"/>
                          </a:solidFill>
                          <a:effectLst/>
                          <a:uLnTx/>
                          <a:uFillTx/>
                          <a:latin typeface="Segoe UI Semibold"/>
                          <a:ea typeface="Segoe UI Regular"/>
                          <a:cs typeface="Segoe UI Semibold"/>
                        </a:rPr>
                        <a:t>target_sku</a:t>
                      </a:r>
                      <a:r>
                        <a:rPr kumimoji="0" lang="en-US" sz="1500" b="1" i="0" u="none" strike="noStrike" kern="1200" cap="none" spc="0" normalizeH="0" baseline="0" noProof="0" dirty="0">
                          <a:ln>
                            <a:noFill/>
                          </a:ln>
                          <a:solidFill>
                            <a:srgbClr val="8A226F"/>
                          </a:solidFill>
                          <a:effectLst/>
                          <a:uLnTx/>
                          <a:uFillTx/>
                          <a:latin typeface="Segoe UI Semibold"/>
                          <a:ea typeface="Segoe UI Regular"/>
                          <a:cs typeface="Segoe UI Semibold"/>
                        </a:rPr>
                        <a:t>}</a:t>
                      </a:r>
                      <a:endParaRPr kumimoji="0" lang="en-US" sz="15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7904226"/>
                  </a:ext>
                </a:extLst>
              </a:tr>
              <a:tr h="906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r>
                        <a:rPr kumimoji="0" lang="en-US" sz="1500" b="0" i="0" u="none" strike="noStrike" kern="1200" cap="none" spc="0" normalizeH="0" baseline="0" noProof="0" dirty="0" err="1">
                          <a:ln>
                            <a:noFill/>
                          </a:ln>
                          <a:solidFill>
                            <a:schemeClr val="tx1"/>
                          </a:solidFill>
                          <a:effectLst/>
                          <a:uLnTx/>
                          <a:uFillTx/>
                          <a:latin typeface="Segoe UI"/>
                          <a:ea typeface="Segoe UI Regular"/>
                          <a:cs typeface="Segoe UI"/>
                        </a:rPr>
                        <a:t>add_proposed_seat</a:t>
                      </a: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334779"/>
                  </a:ext>
                </a:extLst>
              </a:tr>
              <a:tr h="1269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r>
                        <a:rPr kumimoji="0" lang="en-US" sz="15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5585198"/>
                  </a:ext>
                </a:extLst>
              </a:tr>
              <a:tr h="1269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annual </a:t>
                      </a:r>
                      <a:r>
                        <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investment for {seats} seats</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r>
                        <a:rPr kumimoji="0" lang="en-US" sz="1500" b="0" i="0" u="none" strike="noStrike" kern="1200" cap="none" spc="0" normalizeH="0" baseline="0" noProof="0" dirty="0" err="1">
                          <a:ln>
                            <a:noFill/>
                          </a:ln>
                          <a:solidFill>
                            <a:schemeClr val="tx1"/>
                          </a:solidFill>
                          <a:effectLst/>
                          <a:uLnTx/>
                          <a:uFillTx/>
                          <a:latin typeface="Segoe UI"/>
                          <a:ea typeface="Segoe UI Regular"/>
                          <a:cs typeface="Segoe UI"/>
                        </a:rPr>
                        <a:t>overall_incremental_cost</a:t>
                      </a:r>
                      <a:r>
                        <a:rPr kumimoji="0" lang="en-US" sz="15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3494780"/>
                  </a:ext>
                </a:extLst>
              </a:tr>
            </a:tbl>
          </a:graphicData>
        </a:graphic>
      </p:graphicFrame>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386367" y="9005521"/>
            <a:ext cx="6993488" cy="675506"/>
          </a:xfrm>
          <a:prstGeom prst="rect">
            <a:avLst/>
          </a:prstGeom>
          <a:noFill/>
          <a:ln/>
        </p:spPr>
        <p:txBody>
          <a:bodyPr wrap="square" lIns="0" tIns="0" rIns="0" bIns="0" rtlCol="0" anchor="t" anchorCtr="0">
            <a:spAutoFit/>
          </a:bodyPr>
          <a:lstStyle/>
          <a:p>
            <a:pPr defTabSz="1146840">
              <a:defRPr/>
            </a:pPr>
            <a:r>
              <a:rPr lang="en-US" sz="878" dirty="0">
                <a:solidFill>
                  <a:srgbClr val="000000"/>
                </a:solidFill>
                <a:highlight>
                  <a:srgbClr val="FFFF00"/>
                </a:highlight>
                <a:latin typeface="Segoe UI Semibold"/>
                <a:cs typeface="Segoe UI Semibold"/>
              </a:rPr>
              <a:t>[NOTE - PLEASE DELETE BEFORE SENDING TO THE CUSTOMER]</a:t>
            </a:r>
            <a:endParaRPr lang="en-US" sz="1129" dirty="0">
              <a:solidFill>
                <a:prstClr val="black"/>
              </a:solidFill>
              <a:latin typeface="Calibri" panose="020F0502020204030204"/>
            </a:endParaRPr>
          </a:p>
          <a:p>
            <a:pPr defTabSz="1146840">
              <a:defRPr/>
            </a:pPr>
            <a:r>
              <a:rPr lang="en-US" sz="878"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878"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1129" dirty="0">
              <a:solidFill>
                <a:prstClr val="black"/>
              </a:solidFill>
              <a:latin typeface="Calibri" panose="020F0502020204030204"/>
            </a:endParaRPr>
          </a:p>
        </p:txBody>
      </p:sp>
    </p:spTree>
    <p:extLst>
      <p:ext uri="{BB962C8B-B14F-4D97-AF65-F5344CB8AC3E}">
        <p14:creationId xmlns:p14="http://schemas.microsoft.com/office/powerpoint/2010/main" val="2830339352"/>
      </p:ext>
    </p:extLst>
  </p:cSld>
  <p:clrMapOvr>
    <a:masterClrMapping/>
  </p:clrMapOvr>
</p:sld>
</file>

<file path=ppt/theme/theme1.xml><?xml version="1.0" encoding="utf-8"?>
<a:theme xmlns:a="http://schemas.openxmlformats.org/drawingml/2006/main" name="CSP Template Diamond 06/23">
  <a:themeElements>
    <a:clrScheme name="CSP Colors 06/23">
      <a:dk1>
        <a:srgbClr val="1A1A1A"/>
      </a:dk1>
      <a:lt1>
        <a:srgbClr val="FFFFFF"/>
      </a:lt1>
      <a:dk2>
        <a:srgbClr val="0D0D0D"/>
      </a:dk2>
      <a:lt2>
        <a:srgbClr val="E6E6E6"/>
      </a:lt2>
      <a:accent1>
        <a:srgbClr val="0078D4"/>
      </a:accent1>
      <a:accent2>
        <a:srgbClr val="243A5E"/>
      </a:accent2>
      <a:accent3>
        <a:srgbClr val="50E6FF"/>
      </a:accent3>
      <a:accent4>
        <a:srgbClr val="5D5BD4"/>
      </a:accent4>
      <a:accent5>
        <a:srgbClr val="737373"/>
      </a:accent5>
      <a:accent6>
        <a:srgbClr val="D2D2D2"/>
      </a:accent6>
      <a:hlink>
        <a:srgbClr val="0076D3"/>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1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671BC8BD2EE04888B74DECA3082CFA" ma:contentTypeVersion="21" ma:contentTypeDescription="Create a new document." ma:contentTypeScope="" ma:versionID="9cc1df61b3026c54177684bb56f32108">
  <xsd:schema xmlns:xsd="http://www.w3.org/2001/XMLSchema" xmlns:xs="http://www.w3.org/2001/XMLSchema" xmlns:p="http://schemas.microsoft.com/office/2006/metadata/properties" xmlns:ns2="81d62c47-1ee8-4b15-a2ba-e551e210471e" xmlns:ns3="1b7c06a1-1aa9-4ffb-acc3-69175dc60550" targetNamespace="http://schemas.microsoft.com/office/2006/metadata/properties" ma:root="true" ma:fieldsID="729a61ac2665cd4365bde4269ea1574e" ns2:_="" ns3:_="">
    <xsd:import namespace="81d62c47-1ee8-4b15-a2ba-e551e210471e"/>
    <xsd:import namespace="1b7c06a1-1aa9-4ffb-acc3-69175dc6055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anguage" minOccurs="0"/>
                <xsd:element ref="ns2:lcf76f155ced4ddcb4097134ff3c332f" minOccurs="0"/>
                <xsd:element ref="ns3:TaxCatchAll" minOccurs="0"/>
                <xsd:element ref="ns2:MediaServiceObjectDetectorVersions" minOccurs="0"/>
                <xsd:element ref="ns2:MediaServiceSearchProperties" minOccurs="0"/>
                <xsd:element ref="ns2:AssetDescrip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62c47-1ee8-4b15-a2ba-e551e21047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anguage" ma:index="21" nillable="true" ma:displayName="Language" ma:format="Dropdown" ma:internalName="Language">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b075134e-686e-41d4-a98b-2f36c81e2c5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ssetDescription" ma:index="27" nillable="true" ma:displayName="Asset Description" ma:format="Dropdown" ma:internalName="AssetDescription">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7c06a1-1aa9-4ffb-acc3-69175dc6055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2d4c6e7-d7fd-4dba-9819-956db0c65ca0}" ma:internalName="TaxCatchAll" ma:showField="CatchAllData" ma:web="1b7c06a1-1aa9-4ffb-acc3-69175dc605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ssetDescription xmlns="81d62c47-1ee8-4b15-a2ba-e551e210471e" xsi:nil="true"/>
    <TaxCatchAll xmlns="1b7c06a1-1aa9-4ffb-acc3-69175dc60550" xsi:nil="true"/>
    <lcf76f155ced4ddcb4097134ff3c332f xmlns="81d62c47-1ee8-4b15-a2ba-e551e210471e">
      <Terms xmlns="http://schemas.microsoft.com/office/infopath/2007/PartnerControls"/>
    </lcf76f155ced4ddcb4097134ff3c332f>
    <Language xmlns="81d62c47-1ee8-4b15-a2ba-e551e210471e" xsi:nil="true"/>
  </documentManagement>
</p:properties>
</file>

<file path=customXml/itemProps1.xml><?xml version="1.0" encoding="utf-8"?>
<ds:datastoreItem xmlns:ds="http://schemas.openxmlformats.org/officeDocument/2006/customXml" ds:itemID="{86D61BEA-189F-4841-900C-504B065D03CA}">
  <ds:schemaRefs>
    <ds:schemaRef ds:uri="1b7c06a1-1aa9-4ffb-acc3-69175dc60550"/>
    <ds:schemaRef ds:uri="81d62c47-1ee8-4b15-a2ba-e551e21047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A8EFAFD-73F5-4ACC-94D9-04EFE09C58EB}">
  <ds:schemaRefs>
    <ds:schemaRef ds:uri="http://schemas.microsoft.com/sharepoint/v3/contenttype/forms"/>
  </ds:schemaRefs>
</ds:datastoreItem>
</file>

<file path=customXml/itemProps3.xml><?xml version="1.0" encoding="utf-8"?>
<ds:datastoreItem xmlns:ds="http://schemas.openxmlformats.org/officeDocument/2006/customXml" ds:itemID="{99DA0CC2-1119-4EEA-BD26-6E2CD1410D6F}">
  <ds:schemaRefs>
    <ds:schemaRef ds:uri="1b7c06a1-1aa9-4ffb-acc3-69175dc60550"/>
    <ds:schemaRef ds:uri="81d62c47-1ee8-4b15-a2ba-e551e21047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135</TotalTime>
  <Words>151</Words>
  <Application>Microsoft Office PowerPoint</Application>
  <PresentationFormat>Custom</PresentationFormat>
  <Paragraphs>12</Paragraphs>
  <Slides>1</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vt:i4>
      </vt:variant>
    </vt:vector>
  </HeadingPairs>
  <TitlesOfParts>
    <vt:vector size="10" baseType="lpstr">
      <vt:lpstr>Aptos</vt:lpstr>
      <vt:lpstr>Arial</vt:lpstr>
      <vt:lpstr>Calibri</vt:lpstr>
      <vt:lpstr>Segoe UI</vt:lpstr>
      <vt:lpstr>Segoe UI Semibold</vt:lpstr>
      <vt:lpstr>Wingdings</vt:lpstr>
      <vt:lpstr>CSP Template Diamond 06/23</vt:lpstr>
      <vt:lpstr>1_CSP Template Diamond 06/23</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Samarth  Teotia</cp:lastModifiedBy>
  <cp:revision>11</cp:revision>
  <dcterms:created xsi:type="dcterms:W3CDTF">2025-03-07T21:16:33Z</dcterms:created>
  <dcterms:modified xsi:type="dcterms:W3CDTF">2026-05-07T22:21:40Z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0x0101009C671BC8BD2EE04888B74DECA3082CFA</vt:lpwstr>
  </property>
</Properties>
</file>
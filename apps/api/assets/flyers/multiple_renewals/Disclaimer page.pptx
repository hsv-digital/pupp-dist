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62" r:id="rId2"/>
  </p:sldIdLst>
  <p:sldSz cx="5651500" cy="7991475"/>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st Page" id="{86275703-8819-47B0-81DE-AD6715DE77F9}">
          <p14:sldIdLst>
            <p14:sldId id="26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92BBFA-FFC1-4897-AF1C-44CC7551D065}" v="18" dt="2026-04-11T11:04:06.318"/>
    <p1510:client id="{B4700463-83EA-4661-BC9C-25436090C469}" v="36" dt="2026-04-11T08:59:26.754"/>
    <p1510:client id="{C16B3D73-A38B-B29E-0E18-6794CEEB7621}" v="2" dt="2026-04-11T11:03:34.5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264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74A0BA04-CCF9-4555-86FF-FAF42E81E4A2}" type="datetimeFigureOut">
              <a:rPr lang="en-IN" smtClean="0"/>
              <a:t>17-04-2026</a:t>
            </a:fld>
            <a:endParaRPr lang="en-IN"/>
          </a:p>
        </p:txBody>
      </p:sp>
      <p:sp>
        <p:nvSpPr>
          <p:cNvPr id="4" name="Slide Image Placeholder 3"/>
          <p:cNvSpPr>
            <a:spLocks noGrp="1" noRot="1" noChangeAspect="1"/>
          </p:cNvSpPr>
          <p:nvPr>
            <p:ph type="sldImg" idx="2"/>
          </p:nvPr>
        </p:nvSpPr>
        <p:spPr>
          <a:xfrm>
            <a:off x="3752850" y="857250"/>
            <a:ext cx="16383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7034A72A-6E2F-4343-B7FF-0EAC6B5BD073}" type="slidenum">
              <a:rPr lang="en-IN" smtClean="0"/>
              <a:t>‹#›</a:t>
            </a:fld>
            <a:endParaRPr lang="en-IN"/>
          </a:p>
        </p:txBody>
      </p:sp>
    </p:spTree>
    <p:extLst>
      <p:ext uri="{BB962C8B-B14F-4D97-AF65-F5344CB8AC3E}">
        <p14:creationId xmlns:p14="http://schemas.microsoft.com/office/powerpoint/2010/main" val="2652562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4/17/2026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42000"/>
          </a:schemeClr>
        </a:solidFill>
        <a:effectLst/>
      </p:bgPr>
    </p:bg>
    <p:spTree>
      <p:nvGrpSpPr>
        <p:cNvPr id="1" name="">
          <a:extLst>
            <a:ext uri="{FF2B5EF4-FFF2-40B4-BE49-F238E27FC236}">
              <a16:creationId xmlns:a16="http://schemas.microsoft.com/office/drawing/2014/main" id="{5CB893A4-6C06-5866-1DF1-F36F2BFC10C8}"/>
            </a:ext>
          </a:extLst>
        </p:cNvPr>
        <p:cNvGrpSpPr/>
        <p:nvPr/>
      </p:nvGrpSpPr>
      <p:grpSpPr>
        <a:xfrm>
          <a:off x="0" y="0"/>
          <a:ext cx="0" cy="0"/>
          <a:chOff x="0" y="0"/>
          <a:chExt cx="0" cy="0"/>
        </a:xfrm>
      </p:grpSpPr>
      <p:sp>
        <p:nvSpPr>
          <p:cNvPr id="8" name="Rectangle 3468742">
            <a:extLst>
              <a:ext uri="{FF2B5EF4-FFF2-40B4-BE49-F238E27FC236}">
                <a16:creationId xmlns:a16="http://schemas.microsoft.com/office/drawing/2014/main" id="{2E8250F2-FBAB-9E3B-B0CC-4F5FAEB686D5}"/>
              </a:ext>
            </a:extLst>
          </p:cNvPr>
          <p:cNvSpPr/>
          <p:nvPr/>
        </p:nvSpPr>
        <p:spPr>
          <a:xfrm>
            <a:off x="0" y="0"/>
            <a:ext cx="5651500" cy="7991475"/>
          </a:xfrm>
          <a:prstGeom prst="rect">
            <a:avLst/>
          </a:prstGeom>
          <a:solidFill>
            <a:srgbClr val="FCF2ED"/>
          </a:solidFill>
          <a:ln/>
        </p:spPr>
        <p:txBody>
          <a:bodyPr/>
          <a:lstStyle/>
          <a:p>
            <a:pPr marL="0" marR="0" lvl="0" indent="0" algn="l" defTabSz="833867" rtl="0" eaLnBrk="1" fontAlgn="auto" latinLnBrk="0" hangingPunct="1">
              <a:lnSpc>
                <a:spcPct val="100000"/>
              </a:lnSpc>
              <a:spcBef>
                <a:spcPts val="0"/>
              </a:spcBef>
              <a:spcAft>
                <a:spcPts val="0"/>
              </a:spcAft>
              <a:buClrTx/>
              <a:buSzTx/>
              <a:buFontTx/>
              <a:buNone/>
              <a:tabLst/>
              <a:defRPr/>
            </a:pPr>
            <a:endParaRPr kumimoji="0" lang="en-IN" sz="1642"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325F66CB-6226-7300-F6DB-7F23AC9B8C26}"/>
              </a:ext>
            </a:extLst>
          </p:cNvPr>
          <p:cNvPicPr>
            <a:picLocks noChangeAspect="1"/>
          </p:cNvPicPr>
          <p:nvPr/>
        </p:nvPicPr>
        <p:blipFill>
          <a:blip r:embed="rId2">
            <a:alphaModFix amt="23000"/>
          </a:blip>
          <a:srcRect l="39784" t="39389" r="11229" b="177"/>
          <a:stretch>
            <a:fillRect/>
          </a:stretch>
        </p:blipFill>
        <p:spPr>
          <a:xfrm rot="10800000">
            <a:off x="-3" y="4800599"/>
            <a:ext cx="5651499" cy="3190876"/>
          </a:xfrm>
          <a:prstGeom prst="rect">
            <a:avLst/>
          </a:prstGeom>
          <a:effectLst/>
        </p:spPr>
      </p:pic>
      <p:sp>
        <p:nvSpPr>
          <p:cNvPr id="4" name="Text 8">
            <a:extLst>
              <a:ext uri="{FF2B5EF4-FFF2-40B4-BE49-F238E27FC236}">
                <a16:creationId xmlns:a16="http://schemas.microsoft.com/office/drawing/2014/main" id="{54D869E6-F0AB-0652-007C-6EE8B34E6486}"/>
              </a:ext>
            </a:extLst>
          </p:cNvPr>
          <p:cNvSpPr/>
          <p:nvPr/>
        </p:nvSpPr>
        <p:spPr>
          <a:xfrm>
            <a:off x="377825" y="6986855"/>
            <a:ext cx="4610735" cy="705321"/>
          </a:xfrm>
          <a:prstGeom prst="rect">
            <a:avLst/>
          </a:prstGeom>
          <a:noFill/>
          <a:ln/>
        </p:spPr>
        <p:txBody>
          <a:bodyPr wrap="square" lIns="0" tIns="0" rIns="0" bIns="0" rtlCol="0" anchor="t">
            <a:spAutoFit/>
          </a:bodyPr>
          <a:lstStyle/>
          <a:p>
            <a:pPr defTabSz="833867">
              <a:lnSpc>
                <a:spcPts val="1140"/>
              </a:lnSpc>
              <a:defRPr/>
            </a:pPr>
            <a:r>
              <a:rPr lang="en-US" sz="80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800" i="1">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800" i="1">
              <a:latin typeface="Segoe UI" panose="020B0502040204020203" pitchFamily="34" charset="0"/>
              <a:cs typeface="Segoe UI" panose="020B0502040204020203" pitchFamily="34" charset="0"/>
            </a:endParaRPr>
          </a:p>
        </p:txBody>
      </p:sp>
      <p:pic>
        <p:nvPicPr>
          <p:cNvPr id="5" name="Graphic 4">
            <a:extLst>
              <a:ext uri="{FF2B5EF4-FFF2-40B4-BE49-F238E27FC236}">
                <a16:creationId xmlns:a16="http://schemas.microsoft.com/office/drawing/2014/main" id="{29BE40B1-FA70-2AA9-B515-FFAA7E7A57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2457" y="3382079"/>
            <a:ext cx="1487551" cy="314933"/>
          </a:xfrm>
          <a:prstGeom prst="rect">
            <a:avLst/>
          </a:prstGeom>
        </p:spPr>
      </p:pic>
      <p:pic>
        <p:nvPicPr>
          <p:cNvPr id="6" name="Picture 5">
            <a:extLst>
              <a:ext uri="{FF2B5EF4-FFF2-40B4-BE49-F238E27FC236}">
                <a16:creationId xmlns:a16="http://schemas.microsoft.com/office/drawing/2014/main" id="{D97E2DE9-CFFB-05D7-71FA-3ACC3C487F04}"/>
              </a:ext>
            </a:extLst>
          </p:cNvPr>
          <p:cNvPicPr>
            <a:picLocks noChangeAspect="1"/>
          </p:cNvPicPr>
          <p:nvPr/>
        </p:nvPicPr>
        <p:blipFill>
          <a:blip r:embed="rId2">
            <a:alphaModFix amt="23000"/>
          </a:blip>
          <a:srcRect l="44438" t="63885" b="3556"/>
          <a:stretch>
            <a:fillRect/>
          </a:stretch>
        </p:blipFill>
        <p:spPr>
          <a:xfrm>
            <a:off x="1" y="0"/>
            <a:ext cx="5651499" cy="1515649"/>
          </a:xfrm>
          <a:prstGeom prst="rect">
            <a:avLst/>
          </a:prstGeom>
          <a:effectLst/>
        </p:spPr>
      </p:pic>
    </p:spTree>
    <p:extLst>
      <p:ext uri="{BB962C8B-B14F-4D97-AF65-F5344CB8AC3E}">
        <p14:creationId xmlns:p14="http://schemas.microsoft.com/office/powerpoint/2010/main" val="2082621644"/>
      </p:ext>
    </p:extLst>
  </p:cSld>
  <p:clrMapOvr>
    <a:masterClrMapping/>
  </p:clrMapOvr>
</p:sld>
</file>

<file path=ppt/theme/theme1.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82</Words>
  <Application>Microsoft Office PowerPoint</Application>
  <PresentationFormat>Custom</PresentationFormat>
  <Paragraphs>1</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Calibri</vt:lpstr>
      <vt:lpstr>Segoe UI</vt:lpstr>
      <vt:lpstr>Segoe UI Semibold</vt:lpstr>
      <vt:lpstr>2_Office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3</cp:revision>
  <dcterms:created xsi:type="dcterms:W3CDTF">2026-03-24T15:15:07Z</dcterms:created>
  <dcterms:modified xsi:type="dcterms:W3CDTF">2026-04-17T07:22:28Z</dcterms:modified>
</cp:coreProperties>
</file>
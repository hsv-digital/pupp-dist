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  <p:sldMasterId id="2147483748" r:id="rId6"/>
  </p:sldMasterIdLst>
  <p:notesMasterIdLst>
    <p:notesMasterId r:id="rId8"/>
  </p:notesMasterIdLst>
  <p:sldIdLst>
    <p:sldId id="2147470015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475"/>
    <a:srgbClr val="F2E5DE"/>
    <a:srgbClr val="FEFEFE"/>
    <a:srgbClr val="B740C5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FA10E-355D-47F5-B65D-25E9C7E03F44}" v="1" dt="2026-03-01T19:39:28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236" y="32"/>
      </p:cViewPr>
      <p:guideLst>
        <p:guide orient="horz" pos="5616"/>
        <p:guide pos="2448"/>
        <p:guide orient="horz"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1T19:40:26.696" v="452" actId="1036"/>
      <pc:docMkLst>
        <pc:docMk/>
      </pc:docMkLst>
      <pc:sldChg chg="modSp add mod">
        <pc:chgData name="Vandan Jain" userId="4244b45b-25d1-413d-855b-6597e767c081" providerId="ADAL" clId="{67AB2A15-26B8-47FB-BEC6-EFDC03C3B3B6}" dt="2026-03-01T19:40:26.696" v="452" actId="1036"/>
        <pc:sldMkLst>
          <pc:docMk/>
          <pc:sldMk cId="243175164" sldId="2147470015"/>
        </pc:sldMkLst>
        <pc:spChg chg="mod">
          <ac:chgData name="Vandan Jain" userId="4244b45b-25d1-413d-855b-6597e767c081" providerId="ADAL" clId="{67AB2A15-26B8-47FB-BEC6-EFDC03C3B3B6}" dt="2026-03-01T19:39:41.410" v="391" actId="1076"/>
          <ac:spMkLst>
            <pc:docMk/>
            <pc:sldMk cId="243175164" sldId="2147470015"/>
            <ac:spMk id="3" creationId="{AF1BCF53-5C73-1AD6-E844-D11AC1C222B4}"/>
          </ac:spMkLst>
        </pc:spChg>
        <pc:spChg chg="mod">
          <ac:chgData name="Vandan Jain" userId="4244b45b-25d1-413d-855b-6597e767c081" providerId="ADAL" clId="{67AB2A15-26B8-47FB-BEC6-EFDC03C3B3B6}" dt="2026-03-01T19:40:26.696" v="452" actId="1036"/>
          <ac:spMkLst>
            <pc:docMk/>
            <pc:sldMk cId="243175164" sldId="2147470015"/>
            <ac:spMk id="5" creationId="{35D7EAE9-A714-D02B-3F52-A241BD2B192C}"/>
          </ac:spMkLst>
        </pc:spChg>
        <pc:spChg chg="mod">
          <ac:chgData name="Vandan Jain" userId="4244b45b-25d1-413d-855b-6597e767c081" providerId="ADAL" clId="{67AB2A15-26B8-47FB-BEC6-EFDC03C3B3B6}" dt="2026-03-01T19:40:22.571" v="428" actId="403"/>
          <ac:spMkLst>
            <pc:docMk/>
            <pc:sldMk cId="243175164" sldId="2147470015"/>
            <ac:spMk id="6" creationId="{B1E44A8B-E4D6-DB6E-1500-317A75C1517A}"/>
          </ac:spMkLst>
        </pc:spChg>
        <pc:picChg chg="mod">
          <ac:chgData name="Vandan Jain" userId="4244b45b-25d1-413d-855b-6597e767c081" providerId="ADAL" clId="{67AB2A15-26B8-47FB-BEC6-EFDC03C3B3B6}" dt="2026-03-01T19:39:36.167" v="389" actId="14100"/>
          <ac:picMkLst>
            <pc:docMk/>
            <pc:sldMk cId="243175164" sldId="2147470015"/>
            <ac:picMk id="7" creationId="{085EC2C9-4683-D1E8-24E3-12A312A592FE}"/>
          </ac:picMkLst>
        </pc:picChg>
      </pc:sldChg>
      <pc:sldChg chg="add del">
        <pc:chgData name="Vandan Jain" userId="4244b45b-25d1-413d-855b-6597e767c081" providerId="ADAL" clId="{67AB2A15-26B8-47FB-BEC6-EFDC03C3B3B6}" dt="2026-03-01T19:40:06.414" v="405" actId="47"/>
        <pc:sldMkLst>
          <pc:docMk/>
          <pc:sldMk cId="0" sldId="2147470022"/>
        </pc:sldMkLst>
      </pc:sldChg>
      <pc:sldMasterChg chg="delSldLayout">
        <pc:chgData name="Vandan Jain" userId="4244b45b-25d1-413d-855b-6597e767c081" providerId="ADAL" clId="{67AB2A15-26B8-47FB-BEC6-EFDC03C3B3B6}" dt="2026-02-22T19:21:53.710" v="384" actId="47"/>
        <pc:sldMasterMkLst>
          <pc:docMk/>
          <pc:sldMasterMk cId="2863918117" sldId="2147483744"/>
        </pc:sldMasterMkLst>
      </pc:sldMasterChg>
    </pc:docChg>
  </pc:docChgLst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25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6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hf sldNum="0" hdr="0" ftr="0" dt="0"/>
  <p:txStyles>
    <p:titleStyle>
      <a:lvl1pPr algn="ctr" defTabSz="1146840" rtl="0" eaLnBrk="1" latinLnBrk="0" hangingPunct="1">
        <a:spcBef>
          <a:spcPct val="0"/>
        </a:spcBef>
        <a:buNone/>
        <a:defRPr sz="55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0065" indent="-430065" algn="l" defTabSz="1146840" rtl="0" eaLnBrk="1" latinLnBrk="0" hangingPunct="1">
        <a:spcBef>
          <a:spcPct val="20000"/>
        </a:spcBef>
        <a:buFont typeface="Arial" pitchFamily="34" charset="0"/>
        <a:buChar char="•"/>
        <a:defRPr sz="4013" kern="1200">
          <a:solidFill>
            <a:schemeClr val="tx1"/>
          </a:solidFill>
          <a:latin typeface="+mn-lt"/>
          <a:ea typeface="+mn-ea"/>
          <a:cs typeface="+mn-cs"/>
        </a:defRPr>
      </a:lvl1pPr>
      <a:lvl2pPr marL="931808" indent="-358388" algn="l" defTabSz="1146840" rtl="0" eaLnBrk="1" latinLnBrk="0" hangingPunct="1">
        <a:spcBef>
          <a:spcPct val="20000"/>
        </a:spcBef>
        <a:buFont typeface="Arial" pitchFamily="34" charset="0"/>
        <a:buChar char="–"/>
        <a:defRPr sz="3512" kern="1200">
          <a:solidFill>
            <a:schemeClr val="tx1"/>
          </a:solidFill>
          <a:latin typeface="+mn-lt"/>
          <a:ea typeface="+mn-ea"/>
          <a:cs typeface="+mn-cs"/>
        </a:defRPr>
      </a:lvl2pPr>
      <a:lvl3pPr marL="1433551" indent="-286710" algn="l" defTabSz="1146840" rtl="0" eaLnBrk="1" latinLnBrk="0" hangingPunct="1">
        <a:spcBef>
          <a:spcPct val="20000"/>
        </a:spcBef>
        <a:buFont typeface="Arial" pitchFamily="34" charset="0"/>
        <a:buChar char="•"/>
        <a:defRPr sz="3010" kern="1200">
          <a:solidFill>
            <a:schemeClr val="tx1"/>
          </a:solidFill>
          <a:latin typeface="+mn-lt"/>
          <a:ea typeface="+mn-ea"/>
          <a:cs typeface="+mn-cs"/>
        </a:defRPr>
      </a:lvl3pPr>
      <a:lvl4pPr marL="2006971" indent="-286710" algn="l" defTabSz="1146840" rtl="0" eaLnBrk="1" latinLnBrk="0" hangingPunct="1">
        <a:spcBef>
          <a:spcPct val="20000"/>
        </a:spcBef>
        <a:buFont typeface="Arial" pitchFamily="34" charset="0"/>
        <a:buChar char="–"/>
        <a:defRPr sz="2508" kern="1200">
          <a:solidFill>
            <a:schemeClr val="tx1"/>
          </a:solidFill>
          <a:latin typeface="+mn-lt"/>
          <a:ea typeface="+mn-ea"/>
          <a:cs typeface="+mn-cs"/>
        </a:defRPr>
      </a:lvl4pPr>
      <a:lvl5pPr marL="2580391" indent="-286710" algn="l" defTabSz="1146840" rtl="0" eaLnBrk="1" latinLnBrk="0" hangingPunct="1">
        <a:spcBef>
          <a:spcPct val="20000"/>
        </a:spcBef>
        <a:buFont typeface="Arial" pitchFamily="34" charset="0"/>
        <a:buChar char="»"/>
        <a:defRPr sz="2508" kern="1200">
          <a:solidFill>
            <a:schemeClr val="tx1"/>
          </a:solidFill>
          <a:latin typeface="+mn-lt"/>
          <a:ea typeface="+mn-ea"/>
          <a:cs typeface="+mn-cs"/>
        </a:defRPr>
      </a:lvl5pPr>
      <a:lvl6pPr marL="3153811" indent="-286710" algn="l" defTabSz="1146840" rtl="0" eaLnBrk="1" latinLnBrk="0" hangingPunct="1">
        <a:spcBef>
          <a:spcPct val="20000"/>
        </a:spcBef>
        <a:buFont typeface="Arial" pitchFamily="34" charset="0"/>
        <a:buChar char="•"/>
        <a:defRPr sz="2508" kern="1200">
          <a:solidFill>
            <a:schemeClr val="tx1"/>
          </a:solidFill>
          <a:latin typeface="+mn-lt"/>
          <a:ea typeface="+mn-ea"/>
          <a:cs typeface="+mn-cs"/>
        </a:defRPr>
      </a:lvl6pPr>
      <a:lvl7pPr marL="3727232" indent="-286710" algn="l" defTabSz="1146840" rtl="0" eaLnBrk="1" latinLnBrk="0" hangingPunct="1">
        <a:spcBef>
          <a:spcPct val="20000"/>
        </a:spcBef>
        <a:buFont typeface="Arial" pitchFamily="34" charset="0"/>
        <a:buChar char="•"/>
        <a:defRPr sz="2508" kern="1200">
          <a:solidFill>
            <a:schemeClr val="tx1"/>
          </a:solidFill>
          <a:latin typeface="+mn-lt"/>
          <a:ea typeface="+mn-ea"/>
          <a:cs typeface="+mn-cs"/>
        </a:defRPr>
      </a:lvl7pPr>
      <a:lvl8pPr marL="4300652" indent="-286710" algn="l" defTabSz="1146840" rtl="0" eaLnBrk="1" latinLnBrk="0" hangingPunct="1">
        <a:spcBef>
          <a:spcPct val="20000"/>
        </a:spcBef>
        <a:buFont typeface="Arial" pitchFamily="34" charset="0"/>
        <a:buChar char="•"/>
        <a:defRPr sz="2508" kern="1200">
          <a:solidFill>
            <a:schemeClr val="tx1"/>
          </a:solidFill>
          <a:latin typeface="+mn-lt"/>
          <a:ea typeface="+mn-ea"/>
          <a:cs typeface="+mn-cs"/>
        </a:defRPr>
      </a:lvl8pPr>
      <a:lvl9pPr marL="4874072" indent="-286710" algn="l" defTabSz="1146840" rtl="0" eaLnBrk="1" latinLnBrk="0" hangingPunct="1">
        <a:spcBef>
          <a:spcPct val="20000"/>
        </a:spcBef>
        <a:buFont typeface="Arial" pitchFamily="34" charset="0"/>
        <a:buChar char="•"/>
        <a:defRPr sz="25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1pPr>
      <a:lvl2pPr marL="573420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2pPr>
      <a:lvl3pPr marL="1146840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3pPr>
      <a:lvl4pPr marL="1720261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4pPr>
      <a:lvl5pPr marL="2293681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5pPr>
      <a:lvl6pPr marL="2867101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6pPr>
      <a:lvl7pPr marL="3440521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7pPr>
      <a:lvl8pPr marL="4013942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8pPr>
      <a:lvl9pPr marL="4587362" algn="l" defTabSz="1146840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7772399" cy="1005840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defTabSz="1146840">
              <a:defRPr/>
            </a:pPr>
            <a:endParaRPr lang="en-IN" sz="225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454024" y="1681161"/>
            <a:ext cx="6851939" cy="475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146840">
              <a:lnSpc>
                <a:spcPts val="1568"/>
              </a:lnSpc>
              <a:defRPr/>
            </a:pPr>
            <a:r>
              <a:rPr lang="en-US" sz="1254" b="1" dirty="0">
                <a:solidFill>
                  <a:srgbClr val="FF0000"/>
                </a:solidFill>
                <a:highlight>
                  <a:srgbClr val="FFFF00"/>
                </a:highlight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lang="en-US" sz="1254" dirty="0">
                <a:solidFill>
                  <a:srgbClr val="FF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defTabSz="1146840">
              <a:lnSpc>
                <a:spcPts val="1568"/>
              </a:lnSpc>
              <a:defRPr/>
            </a:pPr>
            <a:endParaRPr lang="en-US" sz="1254" dirty="0">
              <a:solidFill>
                <a:srgbClr val="FF0000"/>
              </a:solidFill>
              <a:latin typeface="Segoe UI Regular" pitchFamily="34" charset="0"/>
              <a:ea typeface="Segoe UI Regular" pitchFamily="34" charset="-122"/>
            </a:endParaRPr>
          </a:p>
          <a:p>
            <a:pPr defTabSz="1146840">
              <a:lnSpc>
                <a:spcPts val="1568"/>
              </a:lnSpc>
              <a:defRPr/>
            </a:pPr>
            <a:r>
              <a:rPr lang="en-US" sz="1254" dirty="0">
                <a:solidFill>
                  <a:srgbClr val="FF0000"/>
                </a:solidFill>
                <a:latin typeface="Segoe UI Regular" pitchFamily="34" charset="0"/>
                <a:ea typeface="Segoe UI Regular" pitchFamily="34" charset="-122"/>
              </a:rPr>
              <a:t>You can leverage Copilot Chat to customize this section! Add your website URL, upload this flyer on Copilot Chat, and prompt it to write a draft for this section.</a:t>
            </a:r>
            <a:endParaRPr lang="en-US" sz="1254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455602" y="360792"/>
            <a:ext cx="4559390" cy="119359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defTabSz="1146840">
              <a:lnSpc>
                <a:spcPct val="116667"/>
              </a:lnSpc>
              <a:defRPr/>
            </a:pPr>
            <a:r>
              <a:rPr lang="en-US" sz="3200" dirty="0">
                <a:solidFill>
                  <a:srgbClr val="000000"/>
                </a:solidFill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Drive transformation with [PARTNER NAME]</a:t>
            </a:r>
            <a:endParaRPr lang="en-US" sz="3200" dirty="0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23077" y="6693633"/>
            <a:ext cx="7818555" cy="353680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Props1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72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Segoe UI</vt:lpstr>
      <vt:lpstr>Segoe UI Regular</vt:lpstr>
      <vt:lpstr>Segoe UI Semibold</vt:lpstr>
      <vt:lpstr>Wingdings</vt:lpstr>
      <vt:lpstr>CSP Template Diamond 06/23</vt:lpstr>
      <vt:lpstr>1_CSP Template Diamond 06/23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Vandan Jain</cp:lastModifiedBy>
  <cp:revision>7</cp:revision>
  <dcterms:created xsi:type="dcterms:W3CDTF">2025-03-07T21:16:33Z</dcterms:created>
  <dcterms:modified xsi:type="dcterms:W3CDTF">2026-03-01T19:40:28Z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
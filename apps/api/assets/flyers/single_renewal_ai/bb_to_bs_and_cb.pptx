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slideLayouts/slideLayout3.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 id="2147483650" r:id="rId2"/>
    <p:sldMasterId id="2147483652" r:id="rId3"/>
  </p:sldMasterIdLst>
  <p:notesMasterIdLst>
    <p:notesMasterId r:id="rId9"/>
  </p:notesMasterIdLst>
  <p:sldIdLst>
    <p:sldId id="2147470023" r:id="rId4"/>
    <p:sldId id="257" r:id="rId5"/>
    <p:sldId id="323" r:id="rId6"/>
    <p:sldId id="2147470024" r:id="rId7"/>
    <p:sldId id="2147470015" r:id="rId8"/>
  </p:sldIdLst>
  <p:sldSz cx="5667375" cy="8020050"/>
  <p:notesSz cx="8020050" cy="566737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526" userDrawn="1">
          <p15:clr>
            <a:srgbClr val="A4A3A4"/>
          </p15:clr>
        </p15:guide>
        <p15:guide id="2" pos="1785"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8A226F"/>
    <a:srgbClr val="B740C5"/>
    <a:srgbClr val="0078D4"/>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0188F03-049C-49FF-8127-7471B2432F73}" v="1" dt="2026-04-24T11:57:15.985"/>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94669"/>
  </p:normalViewPr>
  <p:slideViewPr>
    <p:cSldViewPr snapToGrid="0">
      <p:cViewPr varScale="1">
        <p:scale>
          <a:sx n="78" d="100"/>
          <a:sy n="78" d="100"/>
        </p:scale>
        <p:origin x="2443" y="62"/>
      </p:cViewPr>
      <p:guideLst>
        <p:guide orient="horz" pos="2526"/>
        <p:guide pos="1785"/>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5.xml"/><Relationship Id="rId13" Type="http://schemas.openxmlformats.org/officeDocument/2006/relationships/tableStyles" Target="tableStyles.xml"/><Relationship Id="rId3" Type="http://schemas.openxmlformats.org/officeDocument/2006/relationships/slideMaster" Target="slideMasters/slideMaster3.xml"/><Relationship Id="rId7" Type="http://schemas.openxmlformats.org/officeDocument/2006/relationships/slide" Target="slides/slide4.xml"/><Relationship Id="rId12" Type="http://schemas.openxmlformats.org/officeDocument/2006/relationships/theme" Target="theme/theme1.xml"/><Relationship Id="rId2" Type="http://schemas.openxmlformats.org/officeDocument/2006/relationships/slideMaster" Target="slideMasters/slideMaster2.xml"/><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viewProps" Target="viewProps.xml"/><Relationship Id="rId5" Type="http://schemas.openxmlformats.org/officeDocument/2006/relationships/slide" Target="slides/slide2.xml"/><Relationship Id="rId15" Type="http://schemas.microsoft.com/office/2015/10/relationships/revisionInfo" Target="revisionInfo.xml"/><Relationship Id="rId10" Type="http://schemas.openxmlformats.org/officeDocument/2006/relationships/presProps" Target="presProps.xml"/><Relationship Id="rId4" Type="http://schemas.openxmlformats.org/officeDocument/2006/relationships/slide" Target="slides/slide1.xml"/><Relationship Id="rId9" Type="http://schemas.openxmlformats.org/officeDocument/2006/relationships/notesMaster" Target="notesMasters/notesMaster1.xml"/><Relationship Id="rId14"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Vandan Jain" userId="4244b45b-25d1-413d-855b-6597e767c081" providerId="ADAL" clId="{67AB2A15-26B8-47FB-BEC6-EFDC03C3B3B6}"/>
    <pc:docChg chg="custSel addSld delSld modSld">
      <pc:chgData name="Vandan Jain" userId="4244b45b-25d1-413d-855b-6597e767c081" providerId="ADAL" clId="{67AB2A15-26B8-47FB-BEC6-EFDC03C3B3B6}" dt="2026-04-24T11:57:15.975" v="35"/>
      <pc:docMkLst>
        <pc:docMk/>
      </pc:docMkLst>
      <pc:sldChg chg="add">
        <pc:chgData name="Vandan Jain" userId="4244b45b-25d1-413d-855b-6597e767c081" providerId="ADAL" clId="{67AB2A15-26B8-47FB-BEC6-EFDC03C3B3B6}" dt="2026-04-24T11:57:15.975" v="35"/>
        <pc:sldMkLst>
          <pc:docMk/>
          <pc:sldMk cId="0" sldId="323"/>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6597954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513399-8C83-AF56-B2F0-A97ACDD18D1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0B37BFC-486C-B9BD-0E17-CEF04F33951F}"/>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68165880-E896-D2D4-83B6-3FD05B53FB2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23062FE-6677-CD01-D640-BA1BE21938BB}"/>
              </a:ext>
            </a:extLst>
          </p:cNvPr>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929717BF-D6A1-41FB-AA9B-31E83E01F212}"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85323270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582735-F5C0-9D94-8980-3AD175EAC96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042EAF3-859A-62A3-022B-886C16A07FF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1244E4C-145D-CAFC-9CF7-05D753B353EA}"/>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FB19EAFC-CBF7-1A7A-C8BE-DD745F3F511A}"/>
              </a:ext>
            </a:extLst>
          </p:cNvPr>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4</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12789121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6963E1-146A-595C-6874-BC841CAE810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0742B3E-DC18-0B4F-2E3B-70E397FCE2A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7367CD0-A4C6-103B-FA86-B1148C74D32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19F050F-0226-2E53-C9EA-02BDB186ED9A}"/>
              </a:ext>
            </a:extLst>
          </p:cNvPr>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5</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408140254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425053" y="2993635"/>
            <a:ext cx="4817269" cy="1111073"/>
          </a:xfrm>
        </p:spPr>
        <p:txBody>
          <a:bodyPr anchor="b"/>
          <a:lstStyle>
            <a:lvl1pPr algn="ctr">
              <a:defRPr sz="3610"/>
            </a:lvl1pPr>
          </a:lstStyle>
          <a:p>
            <a:r>
              <a:rPr lang="en-US"/>
              <a:t>Click to edit Master title style</a:t>
            </a:r>
          </a:p>
        </p:txBody>
      </p:sp>
      <p:sp>
        <p:nvSpPr>
          <p:cNvPr id="3" name="Subtitle 2"/>
          <p:cNvSpPr>
            <a:spLocks noGrp="1"/>
          </p:cNvSpPr>
          <p:nvPr>
            <p:ph type="subTitle" idx="1"/>
          </p:nvPr>
        </p:nvSpPr>
        <p:spPr>
          <a:xfrm>
            <a:off x="708422" y="4212384"/>
            <a:ext cx="4250531" cy="222240"/>
          </a:xfrm>
        </p:spPr>
        <p:txBody>
          <a:bodyPr/>
          <a:lstStyle>
            <a:lvl1pPr marL="0" indent="0" algn="ctr">
              <a:buNone/>
              <a:defRPr sz="1444"/>
            </a:lvl1pPr>
            <a:lvl2pPr marL="275047" indent="0" algn="ctr">
              <a:buNone/>
              <a:defRPr sz="1203"/>
            </a:lvl2pPr>
            <a:lvl3pPr marL="550094" indent="0" algn="ctr">
              <a:buNone/>
              <a:defRPr sz="1083"/>
            </a:lvl3pPr>
            <a:lvl4pPr marL="825141" indent="0" algn="ctr">
              <a:buNone/>
              <a:defRPr sz="963"/>
            </a:lvl4pPr>
            <a:lvl5pPr marL="1100188" indent="0" algn="ctr">
              <a:buNone/>
              <a:defRPr sz="963"/>
            </a:lvl5pPr>
            <a:lvl6pPr marL="1375235" indent="0" algn="ctr">
              <a:buNone/>
              <a:defRPr sz="963"/>
            </a:lvl6pPr>
            <a:lvl7pPr marL="1650282" indent="0" algn="ctr">
              <a:buNone/>
              <a:defRPr sz="963"/>
            </a:lvl7pPr>
            <a:lvl8pPr marL="1925329" indent="0" algn="ctr">
              <a:buNone/>
              <a:defRPr sz="963"/>
            </a:lvl8pPr>
            <a:lvl9pPr marL="2200376" indent="0" algn="ctr">
              <a:buNone/>
              <a:defRPr sz="963"/>
            </a:lvl9pPr>
          </a:lstStyle>
          <a:p>
            <a:r>
              <a:rPr lang="en-US"/>
              <a:t>Click to edit Master subtitle style</a:t>
            </a:r>
          </a:p>
        </p:txBody>
      </p:sp>
    </p:spTree>
    <p:extLst>
      <p:ext uri="{BB962C8B-B14F-4D97-AF65-F5344CB8AC3E}">
        <p14:creationId xmlns:p14="http://schemas.microsoft.com/office/powerpoint/2010/main" val="223674082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425054" y="1312543"/>
            <a:ext cx="4817269" cy="2792165"/>
          </a:xfrm>
        </p:spPr>
        <p:txBody>
          <a:bodyPr anchor="b"/>
          <a:lstStyle>
            <a:lvl1pPr algn="ctr">
              <a:defRPr sz="3718"/>
            </a:lvl1pPr>
          </a:lstStyle>
          <a:p>
            <a:r>
              <a:rPr lang="en-US"/>
              <a:t>Click to edit Master title style</a:t>
            </a:r>
          </a:p>
        </p:txBody>
      </p:sp>
      <p:sp>
        <p:nvSpPr>
          <p:cNvPr id="3" name="Subtitle 2"/>
          <p:cNvSpPr>
            <a:spLocks noGrp="1"/>
          </p:cNvSpPr>
          <p:nvPr>
            <p:ph type="subTitle" idx="1"/>
          </p:nvPr>
        </p:nvSpPr>
        <p:spPr>
          <a:xfrm>
            <a:off x="708423" y="4212384"/>
            <a:ext cx="4250531" cy="1936322"/>
          </a:xfrm>
        </p:spPr>
        <p:txBody>
          <a:bodyPr/>
          <a:lstStyle>
            <a:lvl1pPr marL="0" indent="0" algn="ctr">
              <a:buNone/>
              <a:defRPr sz="1487"/>
            </a:lvl1pPr>
            <a:lvl2pPr marL="283357" indent="0" algn="ctr">
              <a:buNone/>
              <a:defRPr sz="1239"/>
            </a:lvl2pPr>
            <a:lvl3pPr marL="566713" indent="0" algn="ctr">
              <a:buNone/>
              <a:defRPr sz="1115"/>
            </a:lvl3pPr>
            <a:lvl4pPr marL="850071" indent="0" algn="ctr">
              <a:buNone/>
              <a:defRPr sz="992"/>
            </a:lvl4pPr>
            <a:lvl5pPr marL="1133427" indent="0" algn="ctr">
              <a:buNone/>
              <a:defRPr sz="992"/>
            </a:lvl5pPr>
            <a:lvl6pPr marL="1416784" indent="0" algn="ctr">
              <a:buNone/>
              <a:defRPr sz="992"/>
            </a:lvl6pPr>
            <a:lvl7pPr marL="1700141" indent="0" algn="ctr">
              <a:buNone/>
              <a:defRPr sz="992"/>
            </a:lvl7pPr>
            <a:lvl8pPr marL="1983497" indent="0" algn="ctr">
              <a:buNone/>
              <a:defRPr sz="992"/>
            </a:lvl8pPr>
            <a:lvl9pPr marL="2266854" indent="0" algn="ctr">
              <a:buNone/>
              <a:defRPr sz="992"/>
            </a:lvl9pPr>
          </a:lstStyle>
          <a:p>
            <a:r>
              <a:rPr lang="en-US"/>
              <a:t>Click to edit Master subtitle style</a:t>
            </a:r>
          </a:p>
        </p:txBody>
      </p:sp>
      <p:sp>
        <p:nvSpPr>
          <p:cNvPr id="4" name="Date Placeholder 3"/>
          <p:cNvSpPr>
            <a:spLocks noGrp="1"/>
          </p:cNvSpPr>
          <p:nvPr>
            <p:ph type="dt" sz="half" idx="10"/>
          </p:nvPr>
        </p:nvSpPr>
        <p:spPr/>
        <p:txBody>
          <a:bodyPr/>
          <a:lstStyle/>
          <a:p>
            <a:fld id="{27475733-6F7F-4117-9D24-6C952A0F31DE}" type="datetimeFigureOut">
              <a:rPr lang="en-US" smtClean="0"/>
              <a:t>5/8/2026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43F0519-0BF0-4B50-8CCC-476EE0113DE2}" type="slidenum">
              <a:rPr lang="en-US" smtClean="0"/>
              <a:t>‹#›</a:t>
            </a:fld>
            <a:endParaRPr lang="en-US"/>
          </a:p>
        </p:txBody>
      </p:sp>
    </p:spTree>
    <p:extLst>
      <p:ext uri="{BB962C8B-B14F-4D97-AF65-F5344CB8AC3E}">
        <p14:creationId xmlns:p14="http://schemas.microsoft.com/office/powerpoint/2010/main" val="1539155293"/>
      </p:ext>
    </p:extLst>
  </p:cSld>
  <p:clrMapOvr>
    <a:masterClrMapping/>
  </p:clrMapOvr>
  <p:extLst>
    <p:ext uri="{DCECCB84-F9BA-43D5-87BE-67443E8EF086}">
      <p15:sldGuideLst xmlns:p15="http://schemas.microsoft.com/office/powerpoint/2012/main">
        <p15:guide id="1" orient="horz" pos="3168">
          <p15:clr>
            <a:srgbClr val="FBAE40"/>
          </p15:clr>
        </p15:guide>
        <p15:guide id="2" pos="2448">
          <p15:clr>
            <a:srgbClr val="FBAE40"/>
          </p15:clr>
        </p15:guide>
      </p15:sldGuideLst>
    </p:ext>
  </p:extLst>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2.xml"/></Relationships>
</file>

<file path=ppt/slideMasters/_rels/slideMaster3.xml.rels><?xml version="1.0" encoding="UTF-8" standalone="yes"?>
<Relationships xmlns="http://schemas.openxmlformats.org/package/2006/relationships"><Relationship Id="rId2" Type="http://schemas.openxmlformats.org/officeDocument/2006/relationships/theme" Target="../theme/theme3.xml"/><Relationship Id="rId1" Type="http://schemas.openxmlformats.org/officeDocument/2006/relationships/slideLayout" Target="../slideLayouts/slideLayout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p:cNvSpPr>
            <a:spLocks noGrp="1"/>
          </p:cNvSpPr>
          <p:nvPr userDrawn="1">
            <p:ph type="title"/>
          </p:nvPr>
        </p:nvSpPr>
        <p:spPr>
          <a:xfrm>
            <a:off x="267200" y="597573"/>
            <a:ext cx="5121891" cy="200376"/>
          </a:xfrm>
          <a:prstGeom prst="rect">
            <a:avLst/>
          </a:prstGeom>
        </p:spPr>
        <p:txBody>
          <a:bodyPr vert="horz" wrap="square" lIns="0" tIns="0" rIns="0" bIns="0" rtlCol="0" anchor="t">
            <a:spAutoFit/>
          </a:bodyPr>
          <a:lstStyle/>
          <a:p>
            <a:r>
              <a:rPr lang="en-US"/>
              <a:t>Click to edit Master title style</a:t>
            </a:r>
          </a:p>
        </p:txBody>
      </p:sp>
      <p:sp>
        <p:nvSpPr>
          <p:cNvPr id="4" name="Text Placeholder 3"/>
          <p:cNvSpPr>
            <a:spLocks noGrp="1"/>
          </p:cNvSpPr>
          <p:nvPr userDrawn="1">
            <p:ph type="body" idx="1"/>
          </p:nvPr>
        </p:nvSpPr>
        <p:spPr>
          <a:xfrm>
            <a:off x="271561" y="1678741"/>
            <a:ext cx="5121891" cy="699230"/>
          </a:xfrm>
          <a:prstGeom prst="rect">
            <a:avLst/>
          </a:prstGeom>
        </p:spPr>
        <p:txBody>
          <a:bodyPr vert="horz" wrap="square" lIns="0" tIns="0" rIns="0" bIns="0" rtlCol="0">
            <a:sp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grpSp>
        <p:nvGrpSpPr>
          <p:cNvPr id="47" name="GRID" hidden="1">
            <a:extLst>
              <a:ext uri="{FF2B5EF4-FFF2-40B4-BE49-F238E27FC236}">
                <a16:creationId xmlns:a16="http://schemas.microsoft.com/office/drawing/2014/main" id="{32B5FFBF-552A-4973-B5B3-9EE3A765185F}"/>
              </a:ext>
            </a:extLst>
          </p:cNvPr>
          <p:cNvGrpSpPr/>
          <p:nvPr userDrawn="1"/>
        </p:nvGrpSpPr>
        <p:grpSpPr>
          <a:xfrm>
            <a:off x="0" y="0"/>
            <a:ext cx="5667375" cy="8020050"/>
            <a:chOff x="0" y="0"/>
            <a:chExt cx="12192000" cy="6858000"/>
          </a:xfrm>
        </p:grpSpPr>
        <p:cxnSp>
          <p:nvCxnSpPr>
            <p:cNvPr id="7" name="Straight Connector 6">
              <a:extLst>
                <a:ext uri="{FF2B5EF4-FFF2-40B4-BE49-F238E27FC236}">
                  <a16:creationId xmlns:a16="http://schemas.microsoft.com/office/drawing/2014/main" id="{5CD412E5-2492-4063-96AB-C451FC39F2B6}"/>
                </a:ext>
              </a:extLst>
            </p:cNvPr>
            <p:cNvCxnSpPr/>
            <p:nvPr/>
          </p:nvCxnSpPr>
          <p:spPr>
            <a:xfrm>
              <a:off x="0" y="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D25E7FAE-6A98-413B-871E-10F8DF6FF1E3}"/>
                </a:ext>
              </a:extLst>
            </p:cNvPr>
            <p:cNvCxnSpPr/>
            <p:nvPr/>
          </p:nvCxnSpPr>
          <p:spPr>
            <a:xfrm>
              <a:off x="0" y="29260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EF42BDE7-00A0-446E-9CEE-23DDF6A13E6E}"/>
                </a:ext>
              </a:extLst>
            </p:cNvPr>
            <p:cNvCxnSpPr/>
            <p:nvPr/>
          </p:nvCxnSpPr>
          <p:spPr>
            <a:xfrm>
              <a:off x="0" y="585216"/>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AD48FF31-9C6A-4C0C-AB96-ED556488A1BA}"/>
                </a:ext>
              </a:extLst>
            </p:cNvPr>
            <p:cNvCxnSpPr/>
            <p:nvPr/>
          </p:nvCxnSpPr>
          <p:spPr>
            <a:xfrm>
              <a:off x="0" y="6272784"/>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28D811B2-F122-4FF3-A4F6-E7291A5152BB}"/>
                </a:ext>
              </a:extLst>
            </p:cNvPr>
            <p:cNvCxnSpPr/>
            <p:nvPr/>
          </p:nvCxnSpPr>
          <p:spPr>
            <a:xfrm>
              <a:off x="0" y="656539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A2029335-BA6E-4B6F-B752-D02603169DE6}"/>
                </a:ext>
              </a:extLst>
            </p:cNvPr>
            <p:cNvCxnSpPr/>
            <p:nvPr/>
          </p:nvCxnSpPr>
          <p:spPr>
            <a:xfrm>
              <a:off x="0" y="685800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708D55A0-D16C-4191-B9F9-C95B51610B5E}"/>
                </a:ext>
              </a:extLst>
            </p:cNvPr>
            <p:cNvCxnSpPr/>
            <p:nvPr/>
          </p:nvCxnSpPr>
          <p:spPr>
            <a:xfrm>
              <a:off x="0" y="87782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DA3FCB58-9F61-404B-A493-7860A942FCC2}"/>
                </a:ext>
              </a:extLst>
            </p:cNvPr>
            <p:cNvCxnSpPr/>
            <p:nvPr/>
          </p:nvCxnSpPr>
          <p:spPr>
            <a:xfrm>
              <a:off x="0" y="117043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0EFD38DF-4402-499A-B7B2-D5BBF3AD467C}"/>
                </a:ext>
              </a:extLst>
            </p:cNvPr>
            <p:cNvCxnSpPr/>
            <p:nvPr/>
          </p:nvCxnSpPr>
          <p:spPr>
            <a:xfrm>
              <a:off x="0" y="146304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26DFD209-A624-4FEA-8F60-067FBF0CC1E8}"/>
                </a:ext>
              </a:extLst>
            </p:cNvPr>
            <p:cNvCxnSpPr/>
            <p:nvPr/>
          </p:nvCxnSpPr>
          <p:spPr>
            <a:xfrm>
              <a:off x="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F1B8ED61-88C3-48AA-91A7-BFD779B3B3BA}"/>
                </a:ext>
              </a:extLst>
            </p:cNvPr>
            <p:cNvCxnSpPr/>
            <p:nvPr/>
          </p:nvCxnSpPr>
          <p:spPr>
            <a:xfrm>
              <a:off x="585216"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822AC47D-49D2-4B9E-B580-53A7922E5654}"/>
                </a:ext>
              </a:extLst>
            </p:cNvPr>
            <p:cNvCxnSpPr/>
            <p:nvPr/>
          </p:nvCxnSpPr>
          <p:spPr>
            <a:xfrm>
              <a:off x="29260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20D7A2DB-4310-49CD-83F6-55B33BE76665}"/>
                </a:ext>
              </a:extLst>
            </p:cNvPr>
            <p:cNvCxnSpPr/>
            <p:nvPr/>
          </p:nvCxnSpPr>
          <p:spPr>
            <a:xfrm>
              <a:off x="877824"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20C40071-7BC6-4682-9CD1-0631E07C9F11}"/>
                </a:ext>
              </a:extLst>
            </p:cNvPr>
            <p:cNvCxnSpPr/>
            <p:nvPr/>
          </p:nvCxnSpPr>
          <p:spPr>
            <a:xfrm>
              <a:off x="117043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EE0ACFAA-26E9-44D2-BEF0-E02CAE93F397}"/>
                </a:ext>
              </a:extLst>
            </p:cNvPr>
            <p:cNvCxnSpPr/>
            <p:nvPr/>
          </p:nvCxnSpPr>
          <p:spPr>
            <a:xfrm>
              <a:off x="1102156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385D1186-93AE-4B67-8544-763E0B213AAC}"/>
                </a:ext>
              </a:extLst>
            </p:cNvPr>
            <p:cNvCxnSpPr/>
            <p:nvPr/>
          </p:nvCxnSpPr>
          <p:spPr>
            <a:xfrm>
              <a:off x="11606784"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CB1D45AE-FC53-4BB4-A9CD-C563C03A1195}"/>
                </a:ext>
              </a:extLst>
            </p:cNvPr>
            <p:cNvCxnSpPr/>
            <p:nvPr/>
          </p:nvCxnSpPr>
          <p:spPr>
            <a:xfrm>
              <a:off x="11314176"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8325177A-06D9-4C2A-B7EF-984A90245BF7}"/>
                </a:ext>
              </a:extLst>
            </p:cNvPr>
            <p:cNvCxnSpPr/>
            <p:nvPr/>
          </p:nvCxnSpPr>
          <p:spPr>
            <a:xfrm>
              <a:off x="1189939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D2B67796-DF72-4C3B-A79D-7534FD3084C9}"/>
                </a:ext>
              </a:extLst>
            </p:cNvPr>
            <p:cNvCxnSpPr/>
            <p:nvPr/>
          </p:nvCxnSpPr>
          <p:spPr>
            <a:xfrm>
              <a:off x="1219200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C8B2C409-2FF7-4120-9E48-02A446B82DD6}"/>
                </a:ext>
              </a:extLst>
            </p:cNvPr>
            <p:cNvCxnSpPr/>
            <p:nvPr/>
          </p:nvCxnSpPr>
          <p:spPr>
            <a:xfrm>
              <a:off x="0" y="175564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F3E0130A-B11A-42AB-8439-3CB0569F1C08}"/>
                </a:ext>
              </a:extLst>
            </p:cNvPr>
            <p:cNvCxnSpPr/>
            <p:nvPr/>
          </p:nvCxnSpPr>
          <p:spPr>
            <a:xfrm>
              <a:off x="0" y="204825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0840B631-CB23-44B8-823B-56619D54F0E4}"/>
                </a:ext>
              </a:extLst>
            </p:cNvPr>
            <p:cNvCxnSpPr/>
            <p:nvPr/>
          </p:nvCxnSpPr>
          <p:spPr>
            <a:xfrm>
              <a:off x="0" y="234086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C7DD460B-BBE5-43D6-95DF-C1C1CC6239C6}"/>
                </a:ext>
              </a:extLst>
            </p:cNvPr>
            <p:cNvCxnSpPr/>
            <p:nvPr/>
          </p:nvCxnSpPr>
          <p:spPr>
            <a:xfrm>
              <a:off x="0" y="263347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7F5BEEB4-62B8-420A-9489-8319B9432C34}"/>
                </a:ext>
              </a:extLst>
            </p:cNvPr>
            <p:cNvCxnSpPr/>
            <p:nvPr/>
          </p:nvCxnSpPr>
          <p:spPr>
            <a:xfrm>
              <a:off x="0" y="292608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79242164-82A4-4DA9-B78C-33430C241872}"/>
                </a:ext>
              </a:extLst>
            </p:cNvPr>
            <p:cNvCxnSpPr/>
            <p:nvPr/>
          </p:nvCxnSpPr>
          <p:spPr>
            <a:xfrm>
              <a:off x="0" y="321868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1D8767DD-4892-4904-AE72-87087DD9CCC2}"/>
                </a:ext>
              </a:extLst>
            </p:cNvPr>
            <p:cNvCxnSpPr/>
            <p:nvPr/>
          </p:nvCxnSpPr>
          <p:spPr>
            <a:xfrm>
              <a:off x="0" y="351129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245FC793-2AD0-4021-B3FB-391EDDE6CB63}"/>
                </a:ext>
              </a:extLst>
            </p:cNvPr>
            <p:cNvCxnSpPr/>
            <p:nvPr userDrawn="1"/>
          </p:nvCxnSpPr>
          <p:spPr>
            <a:xfrm>
              <a:off x="0" y="380390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8091C6C8-296D-4AA9-8F03-7DEA5FA7D71A}"/>
                </a:ext>
              </a:extLst>
            </p:cNvPr>
            <p:cNvCxnSpPr/>
            <p:nvPr userDrawn="1"/>
          </p:nvCxnSpPr>
          <p:spPr>
            <a:xfrm>
              <a:off x="0" y="409651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71CBDA8A-698A-4B1C-BC41-CD72C2900FE8}"/>
                </a:ext>
              </a:extLst>
            </p:cNvPr>
            <p:cNvCxnSpPr/>
            <p:nvPr userDrawn="1"/>
          </p:nvCxnSpPr>
          <p:spPr>
            <a:xfrm>
              <a:off x="0" y="438912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F0780C82-EF19-43A2-BF1B-31FDFBA092CA}"/>
                </a:ext>
              </a:extLst>
            </p:cNvPr>
            <p:cNvCxnSpPr/>
            <p:nvPr userDrawn="1"/>
          </p:nvCxnSpPr>
          <p:spPr>
            <a:xfrm>
              <a:off x="0" y="468172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13492339-9370-44E2-8C4D-414393DEB764}"/>
                </a:ext>
              </a:extLst>
            </p:cNvPr>
            <p:cNvCxnSpPr/>
            <p:nvPr userDrawn="1"/>
          </p:nvCxnSpPr>
          <p:spPr>
            <a:xfrm>
              <a:off x="0" y="497433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EBF7CE2A-C0A7-4C6F-88B8-E40107AE34E8}"/>
                </a:ext>
              </a:extLst>
            </p:cNvPr>
            <p:cNvCxnSpPr/>
            <p:nvPr userDrawn="1"/>
          </p:nvCxnSpPr>
          <p:spPr>
            <a:xfrm>
              <a:off x="0" y="526694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CCD7A1D0-B060-4037-BFAE-80FAF89CC35F}"/>
                </a:ext>
              </a:extLst>
            </p:cNvPr>
            <p:cNvCxnSpPr/>
            <p:nvPr userDrawn="1"/>
          </p:nvCxnSpPr>
          <p:spPr>
            <a:xfrm>
              <a:off x="0" y="555955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2A121C21-7F60-43D7-B9B4-682B9D22E24D}"/>
                </a:ext>
              </a:extLst>
            </p:cNvPr>
            <p:cNvCxnSpPr/>
            <p:nvPr userDrawn="1"/>
          </p:nvCxnSpPr>
          <p:spPr>
            <a:xfrm>
              <a:off x="0" y="585216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grpSp>
      <p:sp>
        <p:nvSpPr>
          <p:cNvPr id="3" name=".64 square" hidden="1">
            <a:extLst>
              <a:ext uri="{FF2B5EF4-FFF2-40B4-BE49-F238E27FC236}">
                <a16:creationId xmlns:a16="http://schemas.microsoft.com/office/drawing/2014/main" id="{90E0CE0A-15D7-405F-8DFA-B7F5AF47B03C}"/>
              </a:ext>
            </a:extLst>
          </p:cNvPr>
          <p:cNvSpPr/>
          <p:nvPr userDrawn="1"/>
        </p:nvSpPr>
        <p:spPr bwMode="auto">
          <a:xfrm>
            <a:off x="0" y="0"/>
            <a:ext cx="272034" cy="684378"/>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85011" tIns="68009" rIns="85011" bIns="68009" numCol="1" spcCol="0" rtlCol="0" fromWordArt="0" anchor="t" anchorCtr="0" forceAA="0" compatLnSpc="1">
            <a:prstTxWarp prst="textNoShape">
              <a:avLst/>
            </a:prstTxWarp>
            <a:noAutofit/>
          </a:bodyPr>
          <a:lstStyle/>
          <a:p>
            <a:pPr algn="ctr" defTabSz="433474" fontAlgn="base">
              <a:lnSpc>
                <a:spcPct val="90000"/>
              </a:lnSpc>
              <a:spcBef>
                <a:spcPct val="0"/>
              </a:spcBef>
              <a:spcAft>
                <a:spcPct val="0"/>
              </a:spcAft>
            </a:pPr>
            <a:endParaRPr lang="en-US" sz="1116">
              <a:gradFill>
                <a:gsLst>
                  <a:gs pos="0">
                    <a:srgbClr val="FFFFFF"/>
                  </a:gs>
                  <a:gs pos="100000">
                    <a:srgbClr val="FFFFFF"/>
                  </a:gs>
                </a:gsLst>
                <a:lin ang="5400000" scaled="0"/>
              </a:gradFill>
              <a:ea typeface="Segoe UI" pitchFamily="34" charset="0"/>
              <a:cs typeface="Segoe UI" pitchFamily="34" charset="0"/>
            </a:endParaRPr>
          </a:p>
        </p:txBody>
      </p:sp>
      <p:sp>
        <p:nvSpPr>
          <p:cNvPr id="35" name=".32 square" hidden="1">
            <a:extLst>
              <a:ext uri="{FF2B5EF4-FFF2-40B4-BE49-F238E27FC236}">
                <a16:creationId xmlns:a16="http://schemas.microsoft.com/office/drawing/2014/main" id="{09835393-211C-428D-B22F-51EE7A413599}"/>
              </a:ext>
            </a:extLst>
          </p:cNvPr>
          <p:cNvSpPr/>
          <p:nvPr userDrawn="1"/>
        </p:nvSpPr>
        <p:spPr bwMode="auto">
          <a:xfrm>
            <a:off x="0" y="0"/>
            <a:ext cx="136017" cy="342188"/>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85011" tIns="68009" rIns="85011" bIns="68009" numCol="1" spcCol="0" rtlCol="0" fromWordArt="0" anchor="t" anchorCtr="0" forceAA="0" compatLnSpc="1">
            <a:prstTxWarp prst="textNoShape">
              <a:avLst/>
            </a:prstTxWarp>
            <a:noAutofit/>
          </a:bodyPr>
          <a:lstStyle/>
          <a:p>
            <a:pPr algn="ctr" defTabSz="433474" fontAlgn="base">
              <a:lnSpc>
                <a:spcPct val="90000"/>
              </a:lnSpc>
              <a:spcBef>
                <a:spcPct val="0"/>
              </a:spcBef>
              <a:spcAft>
                <a:spcPct val="0"/>
              </a:spcAft>
            </a:pPr>
            <a:endParaRPr lang="en-US" sz="1116">
              <a:gradFill>
                <a:gsLst>
                  <a:gs pos="0">
                    <a:srgbClr val="FFFFFF"/>
                  </a:gs>
                  <a:gs pos="100000">
                    <a:srgbClr val="FFFFFF"/>
                  </a:gs>
                </a:gsLst>
                <a:lin ang="5400000" scaled="0"/>
              </a:gradFill>
              <a:ea typeface="Segoe UI" pitchFamily="34" charset="0"/>
              <a:cs typeface="Segoe UI" pitchFamily="34" charset="0"/>
            </a:endParaRPr>
          </a:p>
        </p:txBody>
      </p:sp>
    </p:spTree>
    <p:extLst>
      <p:ext uri="{BB962C8B-B14F-4D97-AF65-F5344CB8AC3E}">
        <p14:creationId xmlns:p14="http://schemas.microsoft.com/office/powerpoint/2010/main" val="3087359613"/>
      </p:ext>
    </p:extLst>
  </p:cSld>
  <p:clrMap bg1="lt1" tx1="dk1" bg2="lt2" tx2="dk2" accent1="accent1" accent2="accent2" accent3="accent3" accent4="accent4" accent5="accent5" accent6="accent6" hlink="hlink" folHlink="folHlink"/>
  <p:sldLayoutIdLst>
    <p:sldLayoutId id="2147483651" r:id="rId1"/>
  </p:sldLayoutIdLst>
  <p:transition>
    <p:fade/>
  </p:transition>
  <p:hf sldNum="0" hdr="0" ftr="0" dt="0"/>
  <p:txStyles>
    <p:titleStyle>
      <a:lvl1pPr algn="l" defTabSz="433599" rtl="0" eaLnBrk="1" latinLnBrk="0" hangingPunct="1">
        <a:lnSpc>
          <a:spcPct val="100000"/>
        </a:lnSpc>
        <a:spcBef>
          <a:spcPct val="0"/>
        </a:spcBef>
        <a:buNone/>
        <a:defRPr lang="en-US" sz="1302" b="0" kern="1200" cap="none" spc="-23" baseline="0" dirty="0" smtClean="0">
          <a:ln w="3175">
            <a:noFill/>
          </a:ln>
          <a:solidFill>
            <a:srgbClr val="000000"/>
          </a:solidFill>
          <a:effectLst/>
          <a:latin typeface="+mj-lt"/>
          <a:ea typeface="+mn-ea"/>
          <a:cs typeface="Segoe UI" pitchFamily="34" charset="0"/>
        </a:defRPr>
      </a:lvl1pPr>
    </p:titleStyle>
    <p:bodyStyle>
      <a:lvl1pPr marL="0" marR="0" indent="0" algn="l" defTabSz="433599" rtl="0" eaLnBrk="1" fontAlgn="auto" latinLnBrk="0" hangingPunct="1">
        <a:lnSpc>
          <a:spcPct val="100000"/>
        </a:lnSpc>
        <a:spcBef>
          <a:spcPts val="837"/>
        </a:spcBef>
        <a:spcAft>
          <a:spcPts val="0"/>
        </a:spcAft>
        <a:buClrTx/>
        <a:buSzPct val="90000"/>
        <a:buFont typeface="Wingdings" panose="05000000000000000000" pitchFamily="2" charset="2"/>
        <a:buNone/>
        <a:tabLst/>
        <a:defRPr sz="837" kern="1200" spc="0" baseline="0">
          <a:solidFill>
            <a:srgbClr val="000000"/>
          </a:solidFill>
          <a:latin typeface="+mj-lt"/>
          <a:ea typeface="+mn-ea"/>
          <a:cs typeface="Segoe UI Semilight" panose="020B0402040204020203" pitchFamily="34" charset="0"/>
        </a:defRPr>
      </a:lvl1pPr>
      <a:lvl2pPr marL="0" marR="0" indent="0" algn="l" defTabSz="433599" rtl="0" eaLnBrk="1" fontAlgn="auto" latinLnBrk="0" hangingPunct="1">
        <a:lnSpc>
          <a:spcPct val="100000"/>
        </a:lnSpc>
        <a:spcBef>
          <a:spcPts val="558"/>
        </a:spcBef>
        <a:spcAft>
          <a:spcPts val="0"/>
        </a:spcAft>
        <a:buClrTx/>
        <a:buSzPct val="90000"/>
        <a:buFont typeface="Wingdings" panose="05000000000000000000" pitchFamily="2" charset="2"/>
        <a:buNone/>
        <a:tabLst/>
        <a:defRPr sz="744" kern="1200" spc="0" baseline="0">
          <a:solidFill>
            <a:srgbClr val="000000"/>
          </a:solidFill>
          <a:latin typeface="+mn-lt"/>
          <a:ea typeface="+mn-ea"/>
          <a:cs typeface="+mn-cs"/>
        </a:defRPr>
      </a:lvl2pPr>
      <a:lvl3pPr marL="92985" marR="0" indent="-92985" algn="l" defTabSz="433599" rtl="0" eaLnBrk="1" fontAlgn="auto" latinLnBrk="0" hangingPunct="1">
        <a:lnSpc>
          <a:spcPct val="100000"/>
        </a:lnSpc>
        <a:spcBef>
          <a:spcPts val="279"/>
        </a:spcBef>
        <a:spcAft>
          <a:spcPts val="0"/>
        </a:spcAft>
        <a:buClrTx/>
        <a:buSzPct val="90000"/>
        <a:buFont typeface="Wingdings" panose="05000000000000000000" pitchFamily="2" charset="2"/>
        <a:buChar char=""/>
        <a:tabLst/>
        <a:defRPr sz="651" kern="1200" spc="0" baseline="0">
          <a:solidFill>
            <a:srgbClr val="000000"/>
          </a:solidFill>
          <a:latin typeface="+mn-lt"/>
          <a:ea typeface="+mn-ea"/>
          <a:cs typeface="+mn-cs"/>
        </a:defRPr>
      </a:lvl3pPr>
      <a:lvl4pPr marL="187032" marR="0" indent="-84129" algn="l" defTabSz="433599"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651" kern="1200" spc="0" baseline="0">
          <a:solidFill>
            <a:srgbClr val="000000"/>
          </a:solidFill>
          <a:latin typeface="+mn-lt"/>
          <a:ea typeface="+mn-ea"/>
          <a:cs typeface="+mn-cs"/>
        </a:defRPr>
      </a:lvl4pPr>
      <a:lvl5pPr marL="280548" marR="0" indent="-93516" algn="l" defTabSz="433599"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651" kern="1200" spc="0" baseline="0">
          <a:solidFill>
            <a:srgbClr val="000000"/>
          </a:solidFill>
          <a:latin typeface="+mn-lt"/>
          <a:ea typeface="+mn-ea"/>
          <a:cs typeface="+mn-cs"/>
        </a:defRPr>
      </a:lvl5pPr>
      <a:lvl6pPr marL="1192397" indent="-108400" algn="l" defTabSz="433599" rtl="0" eaLnBrk="1" latinLnBrk="0" hangingPunct="1">
        <a:spcBef>
          <a:spcPct val="20000"/>
        </a:spcBef>
        <a:buFont typeface="Arial" pitchFamily="34" charset="0"/>
        <a:buChar char="•"/>
        <a:defRPr sz="930" kern="1200">
          <a:solidFill>
            <a:schemeClr val="tx1"/>
          </a:solidFill>
          <a:latin typeface="+mn-lt"/>
          <a:ea typeface="+mn-ea"/>
          <a:cs typeface="+mn-cs"/>
        </a:defRPr>
      </a:lvl6pPr>
      <a:lvl7pPr marL="1409197" indent="-108400" algn="l" defTabSz="433599" rtl="0" eaLnBrk="1" latinLnBrk="0" hangingPunct="1">
        <a:spcBef>
          <a:spcPct val="20000"/>
        </a:spcBef>
        <a:buFont typeface="Arial" pitchFamily="34" charset="0"/>
        <a:buChar char="•"/>
        <a:defRPr sz="930" kern="1200">
          <a:solidFill>
            <a:schemeClr val="tx1"/>
          </a:solidFill>
          <a:latin typeface="+mn-lt"/>
          <a:ea typeface="+mn-ea"/>
          <a:cs typeface="+mn-cs"/>
        </a:defRPr>
      </a:lvl7pPr>
      <a:lvl8pPr marL="1625997" indent="-108400" algn="l" defTabSz="433599" rtl="0" eaLnBrk="1" latinLnBrk="0" hangingPunct="1">
        <a:spcBef>
          <a:spcPct val="20000"/>
        </a:spcBef>
        <a:buFont typeface="Arial" pitchFamily="34" charset="0"/>
        <a:buChar char="•"/>
        <a:defRPr sz="930" kern="1200">
          <a:solidFill>
            <a:schemeClr val="tx1"/>
          </a:solidFill>
          <a:latin typeface="+mn-lt"/>
          <a:ea typeface="+mn-ea"/>
          <a:cs typeface="+mn-cs"/>
        </a:defRPr>
      </a:lvl8pPr>
      <a:lvl9pPr marL="1842797" indent="-108400" algn="l" defTabSz="433599" rtl="0" eaLnBrk="1" latinLnBrk="0" hangingPunct="1">
        <a:spcBef>
          <a:spcPct val="20000"/>
        </a:spcBef>
        <a:buFont typeface="Arial" pitchFamily="34" charset="0"/>
        <a:buChar char="•"/>
        <a:defRPr sz="930" kern="1200">
          <a:solidFill>
            <a:schemeClr val="tx1"/>
          </a:solidFill>
          <a:latin typeface="+mn-lt"/>
          <a:ea typeface="+mn-ea"/>
          <a:cs typeface="+mn-cs"/>
        </a:defRPr>
      </a:lvl9pPr>
    </p:bodyStyle>
    <p:otherStyle>
      <a:defPPr>
        <a:defRPr lang="en-US"/>
      </a:defPPr>
      <a:lvl1pPr marL="0" algn="l" defTabSz="433599" rtl="0" eaLnBrk="1" latinLnBrk="0" hangingPunct="1">
        <a:defRPr sz="837" kern="1200">
          <a:solidFill>
            <a:schemeClr val="tx1"/>
          </a:solidFill>
          <a:latin typeface="+mn-lt"/>
          <a:ea typeface="+mn-ea"/>
          <a:cs typeface="+mn-cs"/>
        </a:defRPr>
      </a:lvl1pPr>
      <a:lvl2pPr marL="216800" algn="l" defTabSz="433599" rtl="0" eaLnBrk="1" latinLnBrk="0" hangingPunct="1">
        <a:defRPr sz="837" kern="1200">
          <a:solidFill>
            <a:schemeClr val="tx1"/>
          </a:solidFill>
          <a:latin typeface="+mn-lt"/>
          <a:ea typeface="+mn-ea"/>
          <a:cs typeface="+mn-cs"/>
        </a:defRPr>
      </a:lvl2pPr>
      <a:lvl3pPr marL="433599" algn="l" defTabSz="433599" rtl="0" eaLnBrk="1" latinLnBrk="0" hangingPunct="1">
        <a:defRPr sz="837" kern="1200">
          <a:solidFill>
            <a:schemeClr val="tx1"/>
          </a:solidFill>
          <a:latin typeface="+mn-lt"/>
          <a:ea typeface="+mn-ea"/>
          <a:cs typeface="+mn-cs"/>
        </a:defRPr>
      </a:lvl3pPr>
      <a:lvl4pPr marL="650399" algn="l" defTabSz="433599" rtl="0" eaLnBrk="1" latinLnBrk="0" hangingPunct="1">
        <a:defRPr sz="837" kern="1200">
          <a:solidFill>
            <a:schemeClr val="tx1"/>
          </a:solidFill>
          <a:latin typeface="+mn-lt"/>
          <a:ea typeface="+mn-ea"/>
          <a:cs typeface="+mn-cs"/>
        </a:defRPr>
      </a:lvl4pPr>
      <a:lvl5pPr marL="867198" algn="l" defTabSz="433599" rtl="0" eaLnBrk="1" latinLnBrk="0" hangingPunct="1">
        <a:defRPr sz="837" kern="1200">
          <a:solidFill>
            <a:schemeClr val="tx1"/>
          </a:solidFill>
          <a:latin typeface="+mn-lt"/>
          <a:ea typeface="+mn-ea"/>
          <a:cs typeface="+mn-cs"/>
        </a:defRPr>
      </a:lvl5pPr>
      <a:lvl6pPr marL="1083998" algn="l" defTabSz="433599" rtl="0" eaLnBrk="1" latinLnBrk="0" hangingPunct="1">
        <a:defRPr sz="837" kern="1200">
          <a:solidFill>
            <a:schemeClr val="tx1"/>
          </a:solidFill>
          <a:latin typeface="+mn-lt"/>
          <a:ea typeface="+mn-ea"/>
          <a:cs typeface="+mn-cs"/>
        </a:defRPr>
      </a:lvl6pPr>
      <a:lvl7pPr marL="1300797" algn="l" defTabSz="433599" rtl="0" eaLnBrk="1" latinLnBrk="0" hangingPunct="1">
        <a:defRPr sz="837" kern="1200">
          <a:solidFill>
            <a:schemeClr val="tx1"/>
          </a:solidFill>
          <a:latin typeface="+mn-lt"/>
          <a:ea typeface="+mn-ea"/>
          <a:cs typeface="+mn-cs"/>
        </a:defRPr>
      </a:lvl7pPr>
      <a:lvl8pPr marL="1517597" algn="l" defTabSz="433599" rtl="0" eaLnBrk="1" latinLnBrk="0" hangingPunct="1">
        <a:defRPr sz="837" kern="1200">
          <a:solidFill>
            <a:schemeClr val="tx1"/>
          </a:solidFill>
          <a:latin typeface="+mn-lt"/>
          <a:ea typeface="+mn-ea"/>
          <a:cs typeface="+mn-cs"/>
        </a:defRPr>
      </a:lvl8pPr>
      <a:lvl9pPr marL="1734397" algn="l" defTabSz="433599" rtl="0" eaLnBrk="1" latinLnBrk="0" hangingPunct="1">
        <a:defRPr sz="837" kern="1200">
          <a:solidFill>
            <a:schemeClr val="tx1"/>
          </a:solidFill>
          <a:latin typeface="+mn-lt"/>
          <a:ea typeface="+mn-ea"/>
          <a:cs typeface="+mn-cs"/>
        </a:defRPr>
      </a:lvl9pPr>
    </p:otherStyle>
  </p:txStyles>
  <p:extLst>
    <p:ext uri="{27BBF7A9-308A-43DC-89C8-2F10F3537804}">
      <p15:sldGuideLst xmlns:p15="http://schemas.microsoft.com/office/powerpoint/2012/main">
        <p15:guide id="16" pos="235">
          <p15:clr>
            <a:srgbClr val="C35EA4"/>
          </p15:clr>
        </p15:guide>
        <p15:guide id="17" pos="4662">
          <p15:clr>
            <a:srgbClr val="C35EA4"/>
          </p15:clr>
        </p15:guide>
        <p15:guide id="25" orient="horz" pos="792">
          <p15:clr>
            <a:srgbClr val="C35EA4"/>
          </p15:clr>
        </p15:guide>
        <p15:guide id="26" orient="horz" pos="5792">
          <p15:clr>
            <a:srgbClr val="C35EA4"/>
          </p15:clr>
        </p15:guide>
        <p15:guide id="27" orient="horz" pos="270">
          <p15:clr>
            <a:srgbClr val="A4A3A4"/>
          </p15:clr>
        </p15:guide>
        <p15:guide id="28" pos="118">
          <p15:clr>
            <a:srgbClr val="A4A3A4"/>
          </p15:clr>
        </p15:guide>
        <p15:guide id="29" orient="horz" pos="6065">
          <p15:clr>
            <a:srgbClr val="A4A3A4"/>
          </p15:clr>
        </p15:guide>
        <p15:guide id="30" pos="4778">
          <p15:clr>
            <a:srgbClr val="A4A3A4"/>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89633" y="426996"/>
            <a:ext cx="4888111" cy="1550172"/>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389633" y="2134968"/>
            <a:ext cx="4888111" cy="508864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389632" y="7433401"/>
            <a:ext cx="1275160" cy="426993"/>
          </a:xfrm>
          <a:prstGeom prst="rect">
            <a:avLst/>
          </a:prstGeom>
        </p:spPr>
        <p:txBody>
          <a:bodyPr vert="horz" lIns="91440" tIns="45720" rIns="91440" bIns="45720" rtlCol="0" anchor="ctr"/>
          <a:lstStyle>
            <a:lvl1pPr algn="l">
              <a:defRPr sz="744">
                <a:solidFill>
                  <a:schemeClr val="tx1">
                    <a:tint val="82000"/>
                  </a:schemeClr>
                </a:solidFill>
              </a:defRPr>
            </a:lvl1pPr>
          </a:lstStyle>
          <a:p>
            <a:fld id="{27475733-6F7F-4117-9D24-6C952A0F31DE}" type="datetimeFigureOut">
              <a:rPr lang="en-US" smtClean="0"/>
              <a:t>5/8/2026</a:t>
            </a:fld>
            <a:endParaRPr lang="en-US"/>
          </a:p>
        </p:txBody>
      </p:sp>
      <p:sp>
        <p:nvSpPr>
          <p:cNvPr id="5" name="Footer Placeholder 4"/>
          <p:cNvSpPr>
            <a:spLocks noGrp="1"/>
          </p:cNvSpPr>
          <p:nvPr>
            <p:ph type="ftr" sz="quarter" idx="3"/>
          </p:nvPr>
        </p:nvSpPr>
        <p:spPr>
          <a:xfrm>
            <a:off x="1877319" y="7433401"/>
            <a:ext cx="1912739" cy="426993"/>
          </a:xfrm>
          <a:prstGeom prst="rect">
            <a:avLst/>
          </a:prstGeom>
        </p:spPr>
        <p:txBody>
          <a:bodyPr vert="horz" lIns="91440" tIns="45720" rIns="91440" bIns="45720" rtlCol="0" anchor="ctr"/>
          <a:lstStyle>
            <a:lvl1pPr algn="ctr">
              <a:defRPr sz="744">
                <a:solidFill>
                  <a:schemeClr val="tx1">
                    <a:tint val="82000"/>
                  </a:schemeClr>
                </a:solidFill>
              </a:defRPr>
            </a:lvl1pPr>
          </a:lstStyle>
          <a:p>
            <a:endParaRPr lang="en-US"/>
          </a:p>
        </p:txBody>
      </p:sp>
      <p:sp>
        <p:nvSpPr>
          <p:cNvPr id="6" name="Slide Number Placeholder 5"/>
          <p:cNvSpPr>
            <a:spLocks noGrp="1"/>
          </p:cNvSpPr>
          <p:nvPr>
            <p:ph type="sldNum" sz="quarter" idx="4"/>
          </p:nvPr>
        </p:nvSpPr>
        <p:spPr>
          <a:xfrm>
            <a:off x="4002584" y="7433401"/>
            <a:ext cx="1275160" cy="426993"/>
          </a:xfrm>
          <a:prstGeom prst="rect">
            <a:avLst/>
          </a:prstGeom>
        </p:spPr>
        <p:txBody>
          <a:bodyPr vert="horz" lIns="91440" tIns="45720" rIns="91440" bIns="45720" rtlCol="0" anchor="ctr"/>
          <a:lstStyle>
            <a:lvl1pPr algn="r">
              <a:defRPr sz="744">
                <a:solidFill>
                  <a:schemeClr val="tx1">
                    <a:tint val="82000"/>
                  </a:schemeClr>
                </a:solidFill>
              </a:defRPr>
            </a:lvl1pPr>
          </a:lstStyle>
          <a:p>
            <a:fld id="{543F0519-0BF0-4B50-8CCC-476EE0113DE2}" type="slidenum">
              <a:rPr lang="en-US" smtClean="0"/>
              <a:t>‹#›</a:t>
            </a:fld>
            <a:endParaRPr lang="en-US"/>
          </a:p>
        </p:txBody>
      </p:sp>
    </p:spTree>
    <p:extLst>
      <p:ext uri="{BB962C8B-B14F-4D97-AF65-F5344CB8AC3E}">
        <p14:creationId xmlns:p14="http://schemas.microsoft.com/office/powerpoint/2010/main" val="487768677"/>
      </p:ext>
    </p:extLst>
  </p:cSld>
  <p:clrMap bg1="lt1" tx1="dk1" bg2="lt2" tx2="dk2" accent1="accent1" accent2="accent2" accent3="accent3" accent4="accent4" accent5="accent5" accent6="accent6" hlink="hlink" folHlink="folHlink"/>
  <p:sldLayoutIdLst>
    <p:sldLayoutId id="2147483653" r:id="rId1"/>
  </p:sldLayoutIdLst>
  <p:txStyles>
    <p:titleStyle>
      <a:lvl1pPr algn="l" defTabSz="566713" rtl="0" eaLnBrk="1" latinLnBrk="0" hangingPunct="1">
        <a:lnSpc>
          <a:spcPct val="90000"/>
        </a:lnSpc>
        <a:spcBef>
          <a:spcPct val="0"/>
        </a:spcBef>
        <a:buNone/>
        <a:defRPr sz="2727" kern="1200">
          <a:solidFill>
            <a:schemeClr val="tx1"/>
          </a:solidFill>
          <a:latin typeface="+mj-lt"/>
          <a:ea typeface="+mj-ea"/>
          <a:cs typeface="+mj-cs"/>
        </a:defRPr>
      </a:lvl1pPr>
    </p:titleStyle>
    <p:bodyStyle>
      <a:lvl1pPr marL="141679" indent="-141679" algn="l" defTabSz="566713" rtl="0" eaLnBrk="1" latinLnBrk="0" hangingPunct="1">
        <a:lnSpc>
          <a:spcPct val="90000"/>
        </a:lnSpc>
        <a:spcBef>
          <a:spcPts val="620"/>
        </a:spcBef>
        <a:buFont typeface="Arial" panose="020B0604020202020204" pitchFamily="34" charset="0"/>
        <a:buChar char="•"/>
        <a:defRPr sz="1735" kern="1200">
          <a:solidFill>
            <a:schemeClr val="tx1"/>
          </a:solidFill>
          <a:latin typeface="+mn-lt"/>
          <a:ea typeface="+mn-ea"/>
          <a:cs typeface="+mn-cs"/>
        </a:defRPr>
      </a:lvl1pPr>
      <a:lvl2pPr marL="425035" indent="-141679" algn="l" defTabSz="566713" rtl="0" eaLnBrk="1" latinLnBrk="0" hangingPunct="1">
        <a:lnSpc>
          <a:spcPct val="90000"/>
        </a:lnSpc>
        <a:spcBef>
          <a:spcPts val="310"/>
        </a:spcBef>
        <a:buFont typeface="Arial" panose="020B0604020202020204" pitchFamily="34" charset="0"/>
        <a:buChar char="•"/>
        <a:defRPr sz="1487" kern="1200">
          <a:solidFill>
            <a:schemeClr val="tx1"/>
          </a:solidFill>
          <a:latin typeface="+mn-lt"/>
          <a:ea typeface="+mn-ea"/>
          <a:cs typeface="+mn-cs"/>
        </a:defRPr>
      </a:lvl2pPr>
      <a:lvl3pPr marL="708392" indent="-141679" algn="l" defTabSz="566713" rtl="0" eaLnBrk="1" latinLnBrk="0" hangingPunct="1">
        <a:lnSpc>
          <a:spcPct val="90000"/>
        </a:lnSpc>
        <a:spcBef>
          <a:spcPts val="310"/>
        </a:spcBef>
        <a:buFont typeface="Arial" panose="020B0604020202020204" pitchFamily="34" charset="0"/>
        <a:buChar char="•"/>
        <a:defRPr sz="1239" kern="1200">
          <a:solidFill>
            <a:schemeClr val="tx1"/>
          </a:solidFill>
          <a:latin typeface="+mn-lt"/>
          <a:ea typeface="+mn-ea"/>
          <a:cs typeface="+mn-cs"/>
        </a:defRPr>
      </a:lvl3pPr>
      <a:lvl4pPr marL="991749" indent="-141679" algn="l" defTabSz="566713" rtl="0" eaLnBrk="1" latinLnBrk="0" hangingPunct="1">
        <a:lnSpc>
          <a:spcPct val="90000"/>
        </a:lnSpc>
        <a:spcBef>
          <a:spcPts val="310"/>
        </a:spcBef>
        <a:buFont typeface="Arial" panose="020B0604020202020204" pitchFamily="34" charset="0"/>
        <a:buChar char="•"/>
        <a:defRPr sz="1115" kern="1200">
          <a:solidFill>
            <a:schemeClr val="tx1"/>
          </a:solidFill>
          <a:latin typeface="+mn-lt"/>
          <a:ea typeface="+mn-ea"/>
          <a:cs typeface="+mn-cs"/>
        </a:defRPr>
      </a:lvl4pPr>
      <a:lvl5pPr marL="1275105" indent="-141679" algn="l" defTabSz="566713" rtl="0" eaLnBrk="1" latinLnBrk="0" hangingPunct="1">
        <a:lnSpc>
          <a:spcPct val="90000"/>
        </a:lnSpc>
        <a:spcBef>
          <a:spcPts val="310"/>
        </a:spcBef>
        <a:buFont typeface="Arial" panose="020B0604020202020204" pitchFamily="34" charset="0"/>
        <a:buChar char="•"/>
        <a:defRPr sz="1115" kern="1200">
          <a:solidFill>
            <a:schemeClr val="tx1"/>
          </a:solidFill>
          <a:latin typeface="+mn-lt"/>
          <a:ea typeface="+mn-ea"/>
          <a:cs typeface="+mn-cs"/>
        </a:defRPr>
      </a:lvl5pPr>
      <a:lvl6pPr marL="1558463" indent="-141679" algn="l" defTabSz="566713" rtl="0" eaLnBrk="1" latinLnBrk="0" hangingPunct="1">
        <a:lnSpc>
          <a:spcPct val="90000"/>
        </a:lnSpc>
        <a:spcBef>
          <a:spcPts val="310"/>
        </a:spcBef>
        <a:buFont typeface="Arial" panose="020B0604020202020204" pitchFamily="34" charset="0"/>
        <a:buChar char="•"/>
        <a:defRPr sz="1115" kern="1200">
          <a:solidFill>
            <a:schemeClr val="tx1"/>
          </a:solidFill>
          <a:latin typeface="+mn-lt"/>
          <a:ea typeface="+mn-ea"/>
          <a:cs typeface="+mn-cs"/>
        </a:defRPr>
      </a:lvl6pPr>
      <a:lvl7pPr marL="1841819" indent="-141679" algn="l" defTabSz="566713" rtl="0" eaLnBrk="1" latinLnBrk="0" hangingPunct="1">
        <a:lnSpc>
          <a:spcPct val="90000"/>
        </a:lnSpc>
        <a:spcBef>
          <a:spcPts val="310"/>
        </a:spcBef>
        <a:buFont typeface="Arial" panose="020B0604020202020204" pitchFamily="34" charset="0"/>
        <a:buChar char="•"/>
        <a:defRPr sz="1115" kern="1200">
          <a:solidFill>
            <a:schemeClr val="tx1"/>
          </a:solidFill>
          <a:latin typeface="+mn-lt"/>
          <a:ea typeface="+mn-ea"/>
          <a:cs typeface="+mn-cs"/>
        </a:defRPr>
      </a:lvl7pPr>
      <a:lvl8pPr marL="2125176" indent="-141679" algn="l" defTabSz="566713" rtl="0" eaLnBrk="1" latinLnBrk="0" hangingPunct="1">
        <a:lnSpc>
          <a:spcPct val="90000"/>
        </a:lnSpc>
        <a:spcBef>
          <a:spcPts val="310"/>
        </a:spcBef>
        <a:buFont typeface="Arial" panose="020B0604020202020204" pitchFamily="34" charset="0"/>
        <a:buChar char="•"/>
        <a:defRPr sz="1115" kern="1200">
          <a:solidFill>
            <a:schemeClr val="tx1"/>
          </a:solidFill>
          <a:latin typeface="+mn-lt"/>
          <a:ea typeface="+mn-ea"/>
          <a:cs typeface="+mn-cs"/>
        </a:defRPr>
      </a:lvl8pPr>
      <a:lvl9pPr marL="2408533" indent="-141679" algn="l" defTabSz="566713" rtl="0" eaLnBrk="1" latinLnBrk="0" hangingPunct="1">
        <a:lnSpc>
          <a:spcPct val="90000"/>
        </a:lnSpc>
        <a:spcBef>
          <a:spcPts val="310"/>
        </a:spcBef>
        <a:buFont typeface="Arial" panose="020B0604020202020204" pitchFamily="34" charset="0"/>
        <a:buChar char="•"/>
        <a:defRPr sz="1115" kern="1200">
          <a:solidFill>
            <a:schemeClr val="tx1"/>
          </a:solidFill>
          <a:latin typeface="+mn-lt"/>
          <a:ea typeface="+mn-ea"/>
          <a:cs typeface="+mn-cs"/>
        </a:defRPr>
      </a:lvl9pPr>
    </p:bodyStyle>
    <p:otherStyle>
      <a:defPPr>
        <a:defRPr lang="en-US"/>
      </a:defPPr>
      <a:lvl1pPr marL="0" algn="l" defTabSz="566713" rtl="0" eaLnBrk="1" latinLnBrk="0" hangingPunct="1">
        <a:defRPr sz="1115" kern="1200">
          <a:solidFill>
            <a:schemeClr val="tx1"/>
          </a:solidFill>
          <a:latin typeface="+mn-lt"/>
          <a:ea typeface="+mn-ea"/>
          <a:cs typeface="+mn-cs"/>
        </a:defRPr>
      </a:lvl1pPr>
      <a:lvl2pPr marL="283357" algn="l" defTabSz="566713" rtl="0" eaLnBrk="1" latinLnBrk="0" hangingPunct="1">
        <a:defRPr sz="1115" kern="1200">
          <a:solidFill>
            <a:schemeClr val="tx1"/>
          </a:solidFill>
          <a:latin typeface="+mn-lt"/>
          <a:ea typeface="+mn-ea"/>
          <a:cs typeface="+mn-cs"/>
        </a:defRPr>
      </a:lvl2pPr>
      <a:lvl3pPr marL="566713" algn="l" defTabSz="566713" rtl="0" eaLnBrk="1" latinLnBrk="0" hangingPunct="1">
        <a:defRPr sz="1115" kern="1200">
          <a:solidFill>
            <a:schemeClr val="tx1"/>
          </a:solidFill>
          <a:latin typeface="+mn-lt"/>
          <a:ea typeface="+mn-ea"/>
          <a:cs typeface="+mn-cs"/>
        </a:defRPr>
      </a:lvl3pPr>
      <a:lvl4pPr marL="850071" algn="l" defTabSz="566713" rtl="0" eaLnBrk="1" latinLnBrk="0" hangingPunct="1">
        <a:defRPr sz="1115" kern="1200">
          <a:solidFill>
            <a:schemeClr val="tx1"/>
          </a:solidFill>
          <a:latin typeface="+mn-lt"/>
          <a:ea typeface="+mn-ea"/>
          <a:cs typeface="+mn-cs"/>
        </a:defRPr>
      </a:lvl4pPr>
      <a:lvl5pPr marL="1133427" algn="l" defTabSz="566713" rtl="0" eaLnBrk="1" latinLnBrk="0" hangingPunct="1">
        <a:defRPr sz="1115" kern="1200">
          <a:solidFill>
            <a:schemeClr val="tx1"/>
          </a:solidFill>
          <a:latin typeface="+mn-lt"/>
          <a:ea typeface="+mn-ea"/>
          <a:cs typeface="+mn-cs"/>
        </a:defRPr>
      </a:lvl5pPr>
      <a:lvl6pPr marL="1416784" algn="l" defTabSz="566713" rtl="0" eaLnBrk="1" latinLnBrk="0" hangingPunct="1">
        <a:defRPr sz="1115" kern="1200">
          <a:solidFill>
            <a:schemeClr val="tx1"/>
          </a:solidFill>
          <a:latin typeface="+mn-lt"/>
          <a:ea typeface="+mn-ea"/>
          <a:cs typeface="+mn-cs"/>
        </a:defRPr>
      </a:lvl6pPr>
      <a:lvl7pPr marL="1700141" algn="l" defTabSz="566713" rtl="0" eaLnBrk="1" latinLnBrk="0" hangingPunct="1">
        <a:defRPr sz="1115" kern="1200">
          <a:solidFill>
            <a:schemeClr val="tx1"/>
          </a:solidFill>
          <a:latin typeface="+mn-lt"/>
          <a:ea typeface="+mn-ea"/>
          <a:cs typeface="+mn-cs"/>
        </a:defRPr>
      </a:lvl7pPr>
      <a:lvl8pPr marL="1983497" algn="l" defTabSz="566713" rtl="0" eaLnBrk="1" latinLnBrk="0" hangingPunct="1">
        <a:defRPr sz="1115" kern="1200">
          <a:solidFill>
            <a:schemeClr val="tx1"/>
          </a:solidFill>
          <a:latin typeface="+mn-lt"/>
          <a:ea typeface="+mn-ea"/>
          <a:cs typeface="+mn-cs"/>
        </a:defRPr>
      </a:lvl8pPr>
      <a:lvl9pPr marL="2266854" algn="l" defTabSz="566713" rtl="0" eaLnBrk="1" latinLnBrk="0" hangingPunct="1">
        <a:defRPr sz="1115"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4785">
          <p15:clr>
            <a:srgbClr val="F26B43"/>
          </p15:clr>
        </p15:guide>
        <p15:guide id="2" pos="238">
          <p15:clr>
            <a:srgbClr val="F26B43"/>
          </p15:clr>
        </p15:guide>
        <p15:guide id="3" pos="3322">
          <p15:clr>
            <a:srgbClr val="F26B43"/>
          </p15:clr>
        </p15:guide>
        <p15:guide id="4" orient="horz" pos="249">
          <p15:clr>
            <a:srgbClr val="F26B43"/>
          </p15:clr>
        </p15:guide>
        <p15:guide id="5" orient="horz" pos="6094">
          <p15:clr>
            <a:srgbClr val="F26B43"/>
          </p15:clr>
        </p15:guide>
        <p15:guide id="6" pos="2448">
          <p15:clr>
            <a:srgbClr val="F26B43"/>
          </p15:clr>
        </p15:guide>
        <p15:guide id="7" orient="horz" pos="1059">
          <p15:clr>
            <a:srgbClr val="F26B43"/>
          </p15:clr>
        </p15:guide>
      </p15:sldGuideLst>
    </p:ext>
  </p:extLst>
</p:sldMaster>
</file>

<file path=ppt/slides/_rels/slide1.xml.rels><?xml version="1.0" encoding="UTF-8" standalone="yes"?>
<Relationships xmlns="http://schemas.openxmlformats.org/package/2006/relationships"><Relationship Id="rId8" Type="http://schemas.openxmlformats.org/officeDocument/2006/relationships/image" Target="../media/image6.png"/><Relationship Id="rId13" Type="http://schemas.openxmlformats.org/officeDocument/2006/relationships/image" Target="../media/image11.png"/><Relationship Id="rId3" Type="http://schemas.openxmlformats.org/officeDocument/2006/relationships/image" Target="../media/image1.png"/><Relationship Id="rId7" Type="http://schemas.openxmlformats.org/officeDocument/2006/relationships/image" Target="../media/image5.png"/><Relationship Id="rId12" Type="http://schemas.openxmlformats.org/officeDocument/2006/relationships/image" Target="../media/image10.png"/><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image" Target="../media/image4.png"/><Relationship Id="rId11" Type="http://schemas.openxmlformats.org/officeDocument/2006/relationships/image" Target="../media/image9.png"/><Relationship Id="rId5" Type="http://schemas.openxmlformats.org/officeDocument/2006/relationships/image" Target="../media/image3.svg"/><Relationship Id="rId10" Type="http://schemas.openxmlformats.org/officeDocument/2006/relationships/image" Target="../media/image8.png"/><Relationship Id="rId4" Type="http://schemas.openxmlformats.org/officeDocument/2006/relationships/image" Target="../media/image2.png"/><Relationship Id="rId9" Type="http://schemas.openxmlformats.org/officeDocument/2006/relationships/image" Target="../media/image7.png"/><Relationship Id="rId14" Type="http://schemas.openxmlformats.org/officeDocument/2006/relationships/image" Target="../media/image12.png"/></Relationships>
</file>

<file path=ppt/slides/_rels/slide2.xml.rels><?xml version="1.0" encoding="UTF-8" standalone="yes"?>
<Relationships xmlns="http://schemas.openxmlformats.org/package/2006/relationships"><Relationship Id="rId3" Type="http://schemas.openxmlformats.org/officeDocument/2006/relationships/image" Target="../media/image13.png"/><Relationship Id="rId7" Type="http://schemas.openxmlformats.org/officeDocument/2006/relationships/image" Target="../media/image17.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14.png"/></Relationships>
</file>

<file path=ppt/slides/_rels/slide3.xml.rels><?xml version="1.0" encoding="UTF-8" standalone="yes"?>
<Relationships xmlns="http://schemas.openxmlformats.org/package/2006/relationships"><Relationship Id="rId3" Type="http://schemas.openxmlformats.org/officeDocument/2006/relationships/image" Target="../media/image18.svg"/><Relationship Id="rId7" Type="http://schemas.openxmlformats.org/officeDocument/2006/relationships/image" Target="../media/image22.svg"/><Relationship Id="rId2" Type="http://schemas.openxmlformats.org/officeDocument/2006/relationships/image" Target="../media/image2.png"/><Relationship Id="rId1" Type="http://schemas.openxmlformats.org/officeDocument/2006/relationships/slideLayout" Target="../slideLayouts/slideLayout3.xml"/><Relationship Id="rId6" Type="http://schemas.openxmlformats.org/officeDocument/2006/relationships/image" Target="../media/image21.svg"/><Relationship Id="rId5" Type="http://schemas.openxmlformats.org/officeDocument/2006/relationships/image" Target="../media/image20.svg"/><Relationship Id="rId4" Type="http://schemas.openxmlformats.org/officeDocument/2006/relationships/image" Target="../media/image19.svg"/></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44ADED-D442-E30A-9AB5-E17A4C4596C3}"/>
            </a:ext>
          </a:extLst>
        </p:cNvPr>
        <p:cNvGrpSpPr/>
        <p:nvPr/>
      </p:nvGrpSpPr>
      <p:grpSpPr>
        <a:xfrm>
          <a:off x="0" y="0"/>
          <a:ext cx="0" cy="0"/>
          <a:chOff x="0" y="0"/>
          <a:chExt cx="0" cy="0"/>
        </a:xfrm>
      </p:grpSpPr>
      <p:pic>
        <p:nvPicPr>
          <p:cNvPr id="16" name="Rectangle 3468742" descr="preencoded.png">
            <a:extLst>
              <a:ext uri="{FF2B5EF4-FFF2-40B4-BE49-F238E27FC236}">
                <a16:creationId xmlns:a16="http://schemas.microsoft.com/office/drawing/2014/main" id="{A537F37F-A3F1-D865-5110-03589F8C943E}"/>
              </a:ext>
            </a:extLst>
          </p:cNvPr>
          <p:cNvPicPr>
            <a:picLocks noChangeAspect="1"/>
          </p:cNvPicPr>
          <p:nvPr/>
        </p:nvPicPr>
        <p:blipFill>
          <a:blip r:embed="rId3"/>
          <a:srcRect t="1" b="17144"/>
          <a:stretch>
            <a:fillRect/>
          </a:stretch>
        </p:blipFill>
        <p:spPr>
          <a:xfrm>
            <a:off x="0" y="4"/>
            <a:ext cx="5667374" cy="7334250"/>
          </a:xfrm>
          <a:prstGeom prst="rect">
            <a:avLst/>
          </a:prstGeom>
        </p:spPr>
      </p:pic>
      <p:pic>
        <p:nvPicPr>
          <p:cNvPr id="1106" name="Picture 1105">
            <a:extLst>
              <a:ext uri="{FF2B5EF4-FFF2-40B4-BE49-F238E27FC236}">
                <a16:creationId xmlns:a16="http://schemas.microsoft.com/office/drawing/2014/main" id="{C3DDBFE9-EF63-81ED-A2DA-EA2DABA2F3C2}"/>
              </a:ext>
            </a:extLst>
          </p:cNvPr>
          <p:cNvPicPr>
            <a:picLocks noChangeAspect="1"/>
          </p:cNvPicPr>
          <p:nvPr/>
        </p:nvPicPr>
        <p:blipFill>
          <a:blip r:embed="rId4"/>
          <a:srcRect l="8102" t="56128" r="60860" b="-102"/>
          <a:stretch>
            <a:fillRect/>
          </a:stretch>
        </p:blipFill>
        <p:spPr>
          <a:xfrm flipH="1" flipV="1">
            <a:off x="-4299" y="4338404"/>
            <a:ext cx="5675970" cy="3680460"/>
          </a:xfrm>
          <a:prstGeom prst="rect">
            <a:avLst/>
          </a:prstGeom>
        </p:spPr>
      </p:pic>
      <p:sp>
        <p:nvSpPr>
          <p:cNvPr id="18" name="Rectangle: Rounded Corners 17">
            <a:extLst>
              <a:ext uri="{FF2B5EF4-FFF2-40B4-BE49-F238E27FC236}">
                <a16:creationId xmlns:a16="http://schemas.microsoft.com/office/drawing/2014/main" id="{030A6BD6-54B6-3EAA-E248-9696B13E6F85}"/>
              </a:ext>
            </a:extLst>
          </p:cNvPr>
          <p:cNvSpPr/>
          <p:nvPr/>
        </p:nvSpPr>
        <p:spPr bwMode="auto">
          <a:xfrm>
            <a:off x="2900147" y="5802165"/>
            <a:ext cx="2520000" cy="1908000"/>
          </a:xfrm>
          <a:prstGeom prst="roundRect">
            <a:avLst>
              <a:gd name="adj" fmla="val 2873"/>
            </a:avLst>
          </a:prstGeom>
          <a:solidFill>
            <a:schemeClr val="bg1"/>
          </a:solidFill>
          <a:ln>
            <a:noFill/>
            <a:headEnd type="none" w="med" len="med"/>
            <a:tailEnd type="none" w="med" len="med"/>
          </a:ln>
          <a:effectLst>
            <a:outerShdw blurRad="127000" dist="38100" dir="2700000" algn="tl" rotWithShape="0">
              <a:prstClr val="black">
                <a:alpha val="11000"/>
              </a:prst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3350" tIns="106680" rIns="133350" bIns="106680" numCol="1" spcCol="0" rtlCol="0" fromWordArt="0" anchor="t" anchorCtr="0" forceAA="0" compatLnSpc="1">
            <a:prstTxWarp prst="textNoShape">
              <a:avLst/>
            </a:prstTxWarp>
            <a:noAutofit/>
          </a:bodyPr>
          <a:lstStyle/>
          <a:p>
            <a:pPr marL="0" marR="0" lvl="0" indent="0" algn="l" defTabSz="679959" rtl="0" eaLnBrk="1" fontAlgn="base" latinLnBrk="0" hangingPunct="1">
              <a:lnSpc>
                <a:spcPct val="100000"/>
              </a:lnSpc>
              <a:spcBef>
                <a:spcPct val="0"/>
              </a:spcBef>
              <a:spcAft>
                <a:spcPct val="0"/>
              </a:spcAft>
              <a:buClrTx/>
              <a:buSzTx/>
              <a:buFontTx/>
              <a:buNone/>
              <a:tabLst/>
              <a:defRPr/>
            </a:pPr>
            <a:endParaRPr kumimoji="0" lang="en-IN" sz="1458"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20" name="Rectangle: Rounded Corners 19">
            <a:extLst>
              <a:ext uri="{FF2B5EF4-FFF2-40B4-BE49-F238E27FC236}">
                <a16:creationId xmlns:a16="http://schemas.microsoft.com/office/drawing/2014/main" id="{3FEA25A1-F9D5-2B66-7443-C053BCF52F3A}"/>
              </a:ext>
            </a:extLst>
          </p:cNvPr>
          <p:cNvSpPr/>
          <p:nvPr/>
        </p:nvSpPr>
        <p:spPr bwMode="auto">
          <a:xfrm>
            <a:off x="263541" y="5802165"/>
            <a:ext cx="2520000" cy="1908000"/>
          </a:xfrm>
          <a:prstGeom prst="roundRect">
            <a:avLst>
              <a:gd name="adj" fmla="val 2873"/>
            </a:avLst>
          </a:prstGeom>
          <a:solidFill>
            <a:schemeClr val="bg1"/>
          </a:solidFill>
          <a:ln>
            <a:noFill/>
            <a:headEnd type="none" w="med" len="med"/>
            <a:tailEnd type="none" w="med" len="med"/>
          </a:ln>
          <a:effectLst>
            <a:outerShdw blurRad="127000" dist="38100" dir="2700000" algn="tl" rotWithShape="0">
              <a:prstClr val="black">
                <a:alpha val="11000"/>
              </a:prst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3350" tIns="106680" rIns="133350" bIns="106680" numCol="1" spcCol="0" rtlCol="0" fromWordArt="0" anchor="t" anchorCtr="0" forceAA="0" compatLnSpc="1">
            <a:prstTxWarp prst="textNoShape">
              <a:avLst/>
            </a:prstTxWarp>
            <a:noAutofit/>
          </a:bodyPr>
          <a:lstStyle/>
          <a:p>
            <a:pPr marL="0" marR="0" lvl="0" indent="0" algn="l" defTabSz="679959" rtl="0" eaLnBrk="1" fontAlgn="base" latinLnBrk="0" hangingPunct="1">
              <a:lnSpc>
                <a:spcPct val="100000"/>
              </a:lnSpc>
              <a:spcBef>
                <a:spcPct val="0"/>
              </a:spcBef>
              <a:spcAft>
                <a:spcPct val="0"/>
              </a:spcAft>
              <a:buClrTx/>
              <a:buSzTx/>
              <a:buFontTx/>
              <a:buNone/>
              <a:tabLst/>
              <a:defRPr/>
            </a:pPr>
            <a:endParaRPr kumimoji="0" lang="en-IN" sz="1458"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13" name="Rectangle: Rounded Corners 12">
            <a:extLst>
              <a:ext uri="{FF2B5EF4-FFF2-40B4-BE49-F238E27FC236}">
                <a16:creationId xmlns:a16="http://schemas.microsoft.com/office/drawing/2014/main" id="{C84F39E5-C9BA-7B18-B2B0-559D4E7E46F1}"/>
              </a:ext>
            </a:extLst>
          </p:cNvPr>
          <p:cNvSpPr/>
          <p:nvPr/>
        </p:nvSpPr>
        <p:spPr bwMode="auto">
          <a:xfrm>
            <a:off x="2905227" y="3995063"/>
            <a:ext cx="2520000" cy="1692000"/>
          </a:xfrm>
          <a:prstGeom prst="roundRect">
            <a:avLst>
              <a:gd name="adj" fmla="val 2873"/>
            </a:avLst>
          </a:prstGeom>
          <a:solidFill>
            <a:schemeClr val="bg1"/>
          </a:solidFill>
          <a:ln>
            <a:noFill/>
            <a:headEnd type="none" w="med" len="med"/>
            <a:tailEnd type="none" w="med" len="med"/>
          </a:ln>
          <a:effectLst>
            <a:outerShdw blurRad="127000" dist="38100" dir="2700000" algn="tl" rotWithShape="0">
              <a:prstClr val="black">
                <a:alpha val="11000"/>
              </a:prst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3350" tIns="106680" rIns="133350" bIns="106680" numCol="1" spcCol="0" rtlCol="0" fromWordArt="0" anchor="t" anchorCtr="0" forceAA="0" compatLnSpc="1">
            <a:prstTxWarp prst="textNoShape">
              <a:avLst/>
            </a:prstTxWarp>
            <a:noAutofit/>
          </a:bodyPr>
          <a:lstStyle/>
          <a:p>
            <a:pPr marL="0" marR="0" lvl="0" indent="0" algn="l" defTabSz="679959" rtl="0" eaLnBrk="1" fontAlgn="base" latinLnBrk="0" hangingPunct="1">
              <a:lnSpc>
                <a:spcPct val="100000"/>
              </a:lnSpc>
              <a:spcBef>
                <a:spcPct val="0"/>
              </a:spcBef>
              <a:spcAft>
                <a:spcPct val="0"/>
              </a:spcAft>
              <a:buClrTx/>
              <a:buSzTx/>
              <a:buFontTx/>
              <a:buNone/>
              <a:tabLst/>
              <a:defRPr/>
            </a:pPr>
            <a:endParaRPr kumimoji="0" lang="en-IN" sz="1458"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15" name="Rectangle: Rounded Corners 14">
            <a:extLst>
              <a:ext uri="{FF2B5EF4-FFF2-40B4-BE49-F238E27FC236}">
                <a16:creationId xmlns:a16="http://schemas.microsoft.com/office/drawing/2014/main" id="{9A4C174A-E393-7391-1505-CDBA2EC0A0F2}"/>
              </a:ext>
            </a:extLst>
          </p:cNvPr>
          <p:cNvSpPr/>
          <p:nvPr/>
        </p:nvSpPr>
        <p:spPr bwMode="auto">
          <a:xfrm>
            <a:off x="268622" y="3995063"/>
            <a:ext cx="2520000" cy="1692000"/>
          </a:xfrm>
          <a:prstGeom prst="roundRect">
            <a:avLst>
              <a:gd name="adj" fmla="val 2873"/>
            </a:avLst>
          </a:prstGeom>
          <a:solidFill>
            <a:schemeClr val="bg1"/>
          </a:solidFill>
          <a:ln>
            <a:noFill/>
            <a:headEnd type="none" w="med" len="med"/>
            <a:tailEnd type="none" w="med" len="med"/>
          </a:ln>
          <a:effectLst>
            <a:outerShdw blurRad="127000" dist="38100" dir="2700000" algn="tl" rotWithShape="0">
              <a:prstClr val="black">
                <a:alpha val="11000"/>
              </a:prst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3350" tIns="106680" rIns="133350" bIns="106680" numCol="1" spcCol="0" rtlCol="0" fromWordArt="0" anchor="t" anchorCtr="0" forceAA="0" compatLnSpc="1">
            <a:prstTxWarp prst="textNoShape">
              <a:avLst/>
            </a:prstTxWarp>
            <a:noAutofit/>
          </a:bodyPr>
          <a:lstStyle/>
          <a:p>
            <a:pPr marL="0" marR="0" lvl="0" indent="0" algn="l" defTabSz="679959" rtl="0" eaLnBrk="1" fontAlgn="base" latinLnBrk="0" hangingPunct="1">
              <a:lnSpc>
                <a:spcPct val="100000"/>
              </a:lnSpc>
              <a:spcBef>
                <a:spcPct val="0"/>
              </a:spcBef>
              <a:spcAft>
                <a:spcPct val="0"/>
              </a:spcAft>
              <a:buClrTx/>
              <a:buSzTx/>
              <a:buFontTx/>
              <a:buNone/>
              <a:tabLst/>
              <a:defRPr/>
            </a:pPr>
            <a:endParaRPr kumimoji="0" lang="en-IN" sz="1458" b="0" i="0" u="none" strike="noStrike" kern="1200" cap="none" spc="0" normalizeH="0" baseline="0" noProof="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10" name="Rectangle: Rounded Corners 9">
            <a:extLst>
              <a:ext uri="{FF2B5EF4-FFF2-40B4-BE49-F238E27FC236}">
                <a16:creationId xmlns:a16="http://schemas.microsoft.com/office/drawing/2014/main" id="{DE3CD365-9E0E-F0FC-DD61-301CCDE2A851}"/>
              </a:ext>
            </a:extLst>
          </p:cNvPr>
          <p:cNvSpPr/>
          <p:nvPr/>
        </p:nvSpPr>
        <p:spPr bwMode="auto">
          <a:xfrm>
            <a:off x="2900147" y="2200363"/>
            <a:ext cx="2520000" cy="1692000"/>
          </a:xfrm>
          <a:prstGeom prst="roundRect">
            <a:avLst>
              <a:gd name="adj" fmla="val 2873"/>
            </a:avLst>
          </a:prstGeom>
          <a:solidFill>
            <a:schemeClr val="bg1"/>
          </a:solidFill>
          <a:ln>
            <a:noFill/>
            <a:headEnd type="none" w="med" len="med"/>
            <a:tailEnd type="none" w="med" len="med"/>
          </a:ln>
          <a:effectLst>
            <a:outerShdw blurRad="127000" dist="38100" dir="2700000" algn="tl" rotWithShape="0">
              <a:prstClr val="black">
                <a:alpha val="11000"/>
              </a:prst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3350" tIns="106680" rIns="133350" bIns="106680" numCol="1" spcCol="0" rtlCol="0" fromWordArt="0" anchor="t" anchorCtr="0" forceAA="0" compatLnSpc="1">
            <a:prstTxWarp prst="textNoShape">
              <a:avLst/>
            </a:prstTxWarp>
            <a:noAutofit/>
          </a:bodyPr>
          <a:lstStyle/>
          <a:p>
            <a:pPr marL="0" marR="0" lvl="0" indent="0" algn="l" defTabSz="679959" rtl="0" eaLnBrk="1" fontAlgn="base" latinLnBrk="0" hangingPunct="1">
              <a:lnSpc>
                <a:spcPct val="100000"/>
              </a:lnSpc>
              <a:spcBef>
                <a:spcPct val="0"/>
              </a:spcBef>
              <a:spcAft>
                <a:spcPct val="0"/>
              </a:spcAft>
              <a:buClrTx/>
              <a:buSzTx/>
              <a:buFontTx/>
              <a:buNone/>
              <a:tabLst/>
              <a:defRPr/>
            </a:pPr>
            <a:endParaRPr kumimoji="0" lang="en-IN" sz="1458"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12" name="Rectangle: Rounded Corners 11">
            <a:extLst>
              <a:ext uri="{FF2B5EF4-FFF2-40B4-BE49-F238E27FC236}">
                <a16:creationId xmlns:a16="http://schemas.microsoft.com/office/drawing/2014/main" id="{4A0AFCD4-3C81-6EA5-77CC-8CE09DF487C3}"/>
              </a:ext>
            </a:extLst>
          </p:cNvPr>
          <p:cNvSpPr/>
          <p:nvPr/>
        </p:nvSpPr>
        <p:spPr bwMode="auto">
          <a:xfrm>
            <a:off x="2925224" y="2224869"/>
            <a:ext cx="2469828" cy="266258"/>
          </a:xfrm>
          <a:prstGeom prst="roundRect">
            <a:avLst>
              <a:gd name="adj" fmla="val 15516"/>
            </a:avLst>
          </a:prstGeom>
          <a:gradFill>
            <a:gsLst>
              <a:gs pos="0">
                <a:srgbClr val="C03BC4"/>
              </a:gs>
              <a:gs pos="100000">
                <a:srgbClr val="0F6CBD"/>
              </a:gs>
            </a:gsLst>
            <a:lin ang="1800000" scaled="0"/>
          </a:gradFill>
          <a:ln>
            <a:noFill/>
            <a:headEnd type="none" w="med" len="med"/>
            <a:tailEnd type="none" w="med" len="med"/>
          </a:ln>
          <a:effectLst>
            <a:outerShdw blurRad="127000" dist="50800" dir="5400000" algn="ctr" rotWithShape="0">
              <a:srgbClr val="000000">
                <a:alpha val="11000"/>
              </a:srgb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3350" tIns="106680" rIns="133350" bIns="106680" numCol="1" spcCol="0" rtlCol="0" fromWordArt="0" anchor="t" anchorCtr="0" forceAA="0" compatLnSpc="1">
            <a:prstTxWarp prst="textNoShape">
              <a:avLst/>
            </a:prstTxWarp>
            <a:noAutofit/>
          </a:bodyPr>
          <a:lstStyle/>
          <a:p>
            <a:pPr marL="0" marR="0" lvl="0" indent="0" algn="l" defTabSz="679959" rtl="0" eaLnBrk="1" fontAlgn="base" latinLnBrk="0" hangingPunct="1">
              <a:lnSpc>
                <a:spcPct val="100000"/>
              </a:lnSpc>
              <a:spcBef>
                <a:spcPct val="0"/>
              </a:spcBef>
              <a:spcAft>
                <a:spcPct val="0"/>
              </a:spcAft>
              <a:buClrTx/>
              <a:buSzTx/>
              <a:buFontTx/>
              <a:buNone/>
              <a:tabLst/>
              <a:defRPr/>
            </a:pPr>
            <a:endParaRPr kumimoji="0" lang="en-IN" sz="1458" b="0" i="0" u="none" strike="noStrike" kern="1200" cap="none" spc="0" normalizeH="0" baseline="0" noProof="0" err="1">
              <a:ln>
                <a:noFill/>
              </a:ln>
              <a:solidFill>
                <a:srgbClr val="C03BC4"/>
              </a:solidFill>
              <a:effectLst/>
              <a:uLnTx/>
              <a:uFillTx/>
              <a:latin typeface="Segoe UI"/>
              <a:ea typeface="Segoe UI" pitchFamily="34" charset="0"/>
              <a:cs typeface="Segoe UI" pitchFamily="34" charset="0"/>
            </a:endParaRPr>
          </a:p>
        </p:txBody>
      </p:sp>
      <p:sp>
        <p:nvSpPr>
          <p:cNvPr id="3" name="Rectangle: Rounded Corners 2">
            <a:extLst>
              <a:ext uri="{FF2B5EF4-FFF2-40B4-BE49-F238E27FC236}">
                <a16:creationId xmlns:a16="http://schemas.microsoft.com/office/drawing/2014/main" id="{7226644C-E524-22CA-CF5C-7DF51E641AB6}"/>
              </a:ext>
            </a:extLst>
          </p:cNvPr>
          <p:cNvSpPr/>
          <p:nvPr/>
        </p:nvSpPr>
        <p:spPr bwMode="auto">
          <a:xfrm>
            <a:off x="263541" y="2200363"/>
            <a:ext cx="2520000" cy="1692000"/>
          </a:xfrm>
          <a:prstGeom prst="roundRect">
            <a:avLst>
              <a:gd name="adj" fmla="val 2873"/>
            </a:avLst>
          </a:prstGeom>
          <a:solidFill>
            <a:schemeClr val="bg1"/>
          </a:solidFill>
          <a:ln>
            <a:noFill/>
            <a:headEnd type="none" w="med" len="med"/>
            <a:tailEnd type="none" w="med" len="med"/>
          </a:ln>
          <a:effectLst>
            <a:outerShdw blurRad="127000" dist="38100" dir="2700000" algn="tl" rotWithShape="0">
              <a:prstClr val="black">
                <a:alpha val="11000"/>
              </a:prst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3350" tIns="106680" rIns="133350" bIns="106680" numCol="1" spcCol="0" rtlCol="0" fromWordArt="0" anchor="t" anchorCtr="0" forceAA="0" compatLnSpc="1">
            <a:prstTxWarp prst="textNoShape">
              <a:avLst/>
            </a:prstTxWarp>
            <a:noAutofit/>
          </a:bodyPr>
          <a:lstStyle/>
          <a:p>
            <a:pPr marL="0" marR="0" lvl="0" indent="0" algn="l" defTabSz="679959" rtl="0" eaLnBrk="1" fontAlgn="base" latinLnBrk="0" hangingPunct="1">
              <a:lnSpc>
                <a:spcPct val="100000"/>
              </a:lnSpc>
              <a:spcBef>
                <a:spcPct val="0"/>
              </a:spcBef>
              <a:spcAft>
                <a:spcPct val="0"/>
              </a:spcAft>
              <a:buClrTx/>
              <a:buSzTx/>
              <a:buFontTx/>
              <a:buNone/>
              <a:tabLst/>
              <a:defRPr/>
            </a:pPr>
            <a:endParaRPr kumimoji="0" lang="en-IN" sz="1458"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7" name="Rectangle: Rounded Corners 6">
            <a:extLst>
              <a:ext uri="{FF2B5EF4-FFF2-40B4-BE49-F238E27FC236}">
                <a16:creationId xmlns:a16="http://schemas.microsoft.com/office/drawing/2014/main" id="{E5468804-248C-0CEE-E8C6-94ABA50D108A}"/>
              </a:ext>
            </a:extLst>
          </p:cNvPr>
          <p:cNvSpPr/>
          <p:nvPr/>
        </p:nvSpPr>
        <p:spPr bwMode="auto">
          <a:xfrm>
            <a:off x="288619" y="2224869"/>
            <a:ext cx="2469828" cy="266258"/>
          </a:xfrm>
          <a:prstGeom prst="roundRect">
            <a:avLst>
              <a:gd name="adj" fmla="val 15516"/>
            </a:avLst>
          </a:prstGeom>
          <a:gradFill>
            <a:gsLst>
              <a:gs pos="0">
                <a:srgbClr val="C03BC4"/>
              </a:gs>
              <a:gs pos="100000">
                <a:srgbClr val="0F6CBD"/>
              </a:gs>
            </a:gsLst>
            <a:lin ang="1800000" scaled="0"/>
          </a:gradFill>
          <a:ln>
            <a:noFill/>
            <a:headEnd type="none" w="med" len="med"/>
            <a:tailEnd type="none" w="med" len="med"/>
          </a:ln>
          <a:effectLst>
            <a:outerShdw blurRad="127000" dist="50800" dir="5400000" algn="ctr" rotWithShape="0">
              <a:srgbClr val="000000">
                <a:alpha val="11000"/>
              </a:srgb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3350" tIns="106680" rIns="133350" bIns="106680" numCol="1" spcCol="0" rtlCol="0" fromWordArt="0" anchor="t" anchorCtr="0" forceAA="0" compatLnSpc="1">
            <a:prstTxWarp prst="textNoShape">
              <a:avLst/>
            </a:prstTxWarp>
            <a:noAutofit/>
          </a:bodyPr>
          <a:lstStyle/>
          <a:p>
            <a:pPr marL="0" marR="0" lvl="0" indent="0" algn="l" defTabSz="679959" rtl="0" eaLnBrk="1" fontAlgn="base" latinLnBrk="0" hangingPunct="1">
              <a:lnSpc>
                <a:spcPct val="100000"/>
              </a:lnSpc>
              <a:spcBef>
                <a:spcPct val="0"/>
              </a:spcBef>
              <a:spcAft>
                <a:spcPct val="0"/>
              </a:spcAft>
              <a:buClrTx/>
              <a:buSzTx/>
              <a:buFontTx/>
              <a:buNone/>
              <a:tabLst/>
              <a:defRPr/>
            </a:pPr>
            <a:endParaRPr kumimoji="0" lang="en-IN" sz="1458" b="0" i="0" u="none" strike="noStrike" kern="1200" cap="none" spc="0" normalizeH="0" baseline="0" noProof="0" err="1">
              <a:ln>
                <a:noFill/>
              </a:ln>
              <a:solidFill>
                <a:srgbClr val="C03BC4"/>
              </a:solidFill>
              <a:effectLst/>
              <a:uLnTx/>
              <a:uFillTx/>
              <a:latin typeface="Segoe UI"/>
              <a:ea typeface="Segoe UI" pitchFamily="34" charset="0"/>
              <a:cs typeface="Segoe UI" pitchFamily="34" charset="0"/>
            </a:endParaRPr>
          </a:p>
        </p:txBody>
      </p:sp>
      <p:sp>
        <p:nvSpPr>
          <p:cNvPr id="2" name="Rectangle 1">
            <a:extLst>
              <a:ext uri="{FF2B5EF4-FFF2-40B4-BE49-F238E27FC236}">
                <a16:creationId xmlns:a16="http://schemas.microsoft.com/office/drawing/2014/main" id="{B647C41A-A88A-03F2-8358-3A820F0619F4}"/>
              </a:ext>
            </a:extLst>
          </p:cNvPr>
          <p:cNvSpPr/>
          <p:nvPr/>
        </p:nvSpPr>
        <p:spPr bwMode="auto">
          <a:xfrm>
            <a:off x="-1" y="1"/>
            <a:ext cx="5667375" cy="1390789"/>
          </a:xfrm>
          <a:prstGeom prst="rect">
            <a:avLst/>
          </a:prstGeom>
          <a:solidFill>
            <a:srgbClr val="F2E5DE">
              <a:alpha val="42000"/>
            </a:srgb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horz" wrap="square" lIns="133350" tIns="106680" rIns="133350" bIns="106680" numCol="1" spcCol="0" rtlCol="0" fromWordArt="0" anchor="t" anchorCtr="0" forceAA="0" compatLnSpc="1">
            <a:prstTxWarp prst="textNoShape">
              <a:avLst/>
            </a:prstTxWarp>
            <a:noAutofit/>
          </a:bodyPr>
          <a:lstStyle/>
          <a:p>
            <a:pPr marL="0" marR="0" lvl="0" indent="0" algn="l" defTabSz="679959" rtl="0" eaLnBrk="1" fontAlgn="base" latinLnBrk="0" hangingPunct="1">
              <a:lnSpc>
                <a:spcPct val="100000"/>
              </a:lnSpc>
              <a:spcBef>
                <a:spcPct val="0"/>
              </a:spcBef>
              <a:spcAft>
                <a:spcPct val="0"/>
              </a:spcAft>
              <a:buClrTx/>
              <a:buSzTx/>
              <a:buFontTx/>
              <a:buNone/>
              <a:tabLst/>
              <a:defRPr/>
            </a:pPr>
            <a:endParaRPr kumimoji="0" lang="en-US" sz="1458"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pic>
        <p:nvPicPr>
          <p:cNvPr id="4" name="Picture 3">
            <a:extLst>
              <a:ext uri="{FF2B5EF4-FFF2-40B4-BE49-F238E27FC236}">
                <a16:creationId xmlns:a16="http://schemas.microsoft.com/office/drawing/2014/main" id="{C3DDBFE9-EF63-81ED-A2DA-EA2DABA2F3C2}"/>
              </a:ext>
            </a:extLst>
          </p:cNvPr>
          <p:cNvPicPr>
            <a:picLocks noChangeAspect="1"/>
          </p:cNvPicPr>
          <p:nvPr/>
        </p:nvPicPr>
        <p:blipFill>
          <a:blip r:embed="rId4"/>
          <a:srcRect l="-25877" t="56128" r="60860" b="-102"/>
          <a:stretch>
            <a:fillRect/>
          </a:stretch>
        </p:blipFill>
        <p:spPr>
          <a:xfrm>
            <a:off x="878897" y="-11042"/>
            <a:ext cx="4792775" cy="1483618"/>
          </a:xfrm>
          <a:prstGeom prst="rect">
            <a:avLst/>
          </a:prstGeom>
        </p:spPr>
      </p:pic>
      <p:sp>
        <p:nvSpPr>
          <p:cNvPr id="5" name="Title 31">
            <a:extLst>
              <a:ext uri="{FF2B5EF4-FFF2-40B4-BE49-F238E27FC236}">
                <a16:creationId xmlns:a16="http://schemas.microsoft.com/office/drawing/2014/main" id="{BD54868B-B3E4-A39E-9C5A-6886C4D788B4}"/>
              </a:ext>
            </a:extLst>
          </p:cNvPr>
          <p:cNvSpPr txBox="1">
            <a:spLocks/>
          </p:cNvSpPr>
          <p:nvPr/>
        </p:nvSpPr>
        <p:spPr>
          <a:xfrm>
            <a:off x="270487" y="599203"/>
            <a:ext cx="3947064" cy="628505"/>
          </a:xfrm>
          <a:prstGeom prst="rect">
            <a:avLst/>
          </a:prstGeom>
          <a:noFill/>
          <a:ln>
            <a:noFill/>
            <a:prstDash/>
          </a:ln>
          <a:effectLst/>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lvl1pPr algn="l" defTabSz="594623" rtl="0" eaLnBrk="1" latinLnBrk="0" hangingPunct="1">
              <a:lnSpc>
                <a:spcPct val="100000"/>
              </a:lnSpc>
              <a:spcBef>
                <a:spcPct val="0"/>
              </a:spcBef>
              <a:buNone/>
              <a:defRPr lang="en-US" sz="1785" b="0" kern="1200" cap="none" spc="-32" baseline="0" dirty="0" smtClean="0">
                <a:ln w="3175">
                  <a:noFill/>
                </a:ln>
                <a:solidFill>
                  <a:srgbClr val="000000"/>
                </a:solidFill>
                <a:effectLst/>
                <a:latin typeface="+mj-lt"/>
                <a:ea typeface="+mn-ea"/>
                <a:cs typeface="Segoe UI" pitchFamily="34" charset="0"/>
              </a:defRPr>
            </a:lvl1pPr>
          </a:lstStyle>
          <a:p>
            <a:pPr marL="0" marR="0" lvl="0" indent="0" algn="l" defTabSz="366729" rtl="0" eaLnBrk="1" fontAlgn="auto" latinLnBrk="0" hangingPunct="1">
              <a:lnSpc>
                <a:spcPct val="100000"/>
              </a:lnSpc>
              <a:spcBef>
                <a:spcPts val="0"/>
              </a:spcBef>
              <a:spcAft>
                <a:spcPts val="0"/>
              </a:spcAft>
              <a:buClrTx/>
              <a:buSzTx/>
              <a:buFontTx/>
              <a:buNone/>
              <a:tabLst/>
              <a:defRPr/>
            </a:pPr>
            <a:r>
              <a:rPr kumimoji="0" lang="en-US" sz="2042" b="0" i="0" u="none" strike="noStrike" kern="1200" cap="none" spc="-23" normalizeH="0" baseline="0" noProof="0" dirty="0">
                <a:ln w="3175">
                  <a:noFill/>
                </a:ln>
                <a:solidFill>
                  <a:srgbClr val="000000"/>
                </a:solidFill>
                <a:effectLst/>
                <a:uLnTx/>
                <a:uFillTx/>
                <a:latin typeface="Segoe Sans Display Semibold" pitchFamily="2" charset="0"/>
                <a:ea typeface="+mn-ea"/>
                <a:cs typeface="Segoe Sans Display Semibold" pitchFamily="2" charset="0"/>
              </a:rPr>
              <a:t>Transform your business with   one AI solution – </a:t>
            </a:r>
            <a:r>
              <a:rPr kumimoji="0" lang="en-US" sz="2042" b="0" i="0" u="none" strike="noStrike" kern="1200" cap="none" spc="-23" normalizeH="0" baseline="0" noProof="0" dirty="0">
                <a:ln w="3175">
                  <a:noFill/>
                </a:ln>
                <a:solidFill>
                  <a:srgbClr val="C03BC4"/>
                </a:solidFill>
                <a:effectLst/>
                <a:uLnTx/>
                <a:uFillTx/>
                <a:latin typeface="Segoe Sans Display Semibold" pitchFamily="2" charset="0"/>
                <a:ea typeface="+mn-ea"/>
                <a:cs typeface="Segoe Sans Display Semibold" pitchFamily="2" charset="0"/>
              </a:rPr>
              <a:t>Copilot Business</a:t>
            </a:r>
          </a:p>
        </p:txBody>
      </p:sp>
      <p:pic>
        <p:nvPicPr>
          <p:cNvPr id="9" name="Graphic 8" descr="Microsoft Security">
            <a:extLst>
              <a:ext uri="{FF2B5EF4-FFF2-40B4-BE49-F238E27FC236}">
                <a16:creationId xmlns:a16="http://schemas.microsoft.com/office/drawing/2014/main" id="{16A5CE66-B769-C62B-4A5E-9C4A986797F6}"/>
              </a:ext>
            </a:extLst>
          </p:cNvPr>
          <p:cNvPicPr>
            <a:picLocks noChangeAspect="1"/>
          </p:cNvPicPr>
          <p:nvPr/>
        </p:nvPicPr>
        <p:blipFill>
          <a:blip>
            <a:extLst>
              <a:ext uri="{96DAC541-7B7A-43D3-8B79-37D633B846F1}">
                <asvg:svgBlip xmlns:asvg="http://schemas.microsoft.com/office/drawing/2016/SVG/main" r:embed="rId5"/>
              </a:ext>
            </a:extLst>
          </a:blip>
          <a:srcRect r="39635"/>
          <a:stretch>
            <a:fillRect/>
          </a:stretch>
        </p:blipFill>
        <p:spPr bwMode="black">
          <a:xfrm>
            <a:off x="275179" y="259472"/>
            <a:ext cx="796714" cy="167302"/>
          </a:xfrm>
          <a:prstGeom prst="rect">
            <a:avLst/>
          </a:prstGeom>
        </p:spPr>
      </p:pic>
      <p:sp>
        <p:nvSpPr>
          <p:cNvPr id="32" name="TextBox 31">
            <a:extLst>
              <a:ext uri="{FF2B5EF4-FFF2-40B4-BE49-F238E27FC236}">
                <a16:creationId xmlns:a16="http://schemas.microsoft.com/office/drawing/2014/main" id="{838B9FE7-7E34-BC5E-4C6A-AC21450FEE7D}"/>
              </a:ext>
            </a:extLst>
          </p:cNvPr>
          <p:cNvSpPr txBox="1"/>
          <p:nvPr/>
        </p:nvSpPr>
        <p:spPr>
          <a:xfrm>
            <a:off x="194468" y="1290601"/>
            <a:ext cx="4409616" cy="707886"/>
          </a:xfrm>
          <a:prstGeom prst="rect">
            <a:avLst/>
          </a:prstGeom>
          <a:noFill/>
        </p:spPr>
        <p:txBody>
          <a:bodyPr wrap="square">
            <a:spAutoFit/>
          </a:bodyPr>
          <a:lstStyle/>
          <a:p>
            <a:pPr marL="0" marR="0" lvl="0" indent="0" algn="l" defTabSz="33339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000000">
                    <a:lumMod val="85000"/>
                    <a:lumOff val="15000"/>
                  </a:srgbClr>
                </a:solidFill>
                <a:effectLst/>
                <a:uLnTx/>
                <a:uFillTx/>
                <a:latin typeface="Segoe UI" panose="020B0502040204020203" pitchFamily="34" charset="0"/>
                <a:ea typeface="+mn-ea"/>
                <a:cs typeface="Segoe UI" panose="020B0502040204020203" pitchFamily="34" charset="0"/>
              </a:rPr>
              <a:t>Move beyond the basics. </a:t>
            </a:r>
            <a:r>
              <a:rPr kumimoji="0" lang="en-US" sz="1000" b="0" i="0" u="none" strike="noStrike" kern="1200" cap="none" spc="0" normalizeH="0" baseline="0" noProof="0" dirty="0">
                <a:ln>
                  <a:noFill/>
                </a:ln>
                <a:solidFill>
                  <a:srgbClr val="000000">
                    <a:lumMod val="85000"/>
                    <a:lumOff val="15000"/>
                  </a:srgbClr>
                </a:solidFill>
                <a:effectLst/>
                <a:uLnTx/>
                <a:uFillTx/>
                <a:latin typeface="Segoe UI" panose="020B0502040204020203" pitchFamily="34" charset="0"/>
                <a:ea typeface="+mn-ea"/>
                <a:cs typeface="Segoe UI" panose="020B0502040204020203" pitchFamily="34" charset="0"/>
              </a:rPr>
              <a:t>Unlock even more power of AI at work with Copilot Business. Work with Work IQ to surface insights, power market research, and strengthen strategic planning—reasoning across your meetings, emails, and documents.</a:t>
            </a:r>
            <a:endParaRPr kumimoji="0" lang="en-US" sz="1000" b="0" i="0" u="none" strike="noStrike" kern="1200" cap="none" spc="0" normalizeH="0" baseline="0" noProof="0" dirty="0">
              <a:ln>
                <a:noFill/>
              </a:ln>
              <a:solidFill>
                <a:srgbClr val="000000">
                  <a:lumMod val="85000"/>
                  <a:lumOff val="15000"/>
                </a:srgbClr>
              </a:solidFill>
              <a:effectLst/>
              <a:uLnTx/>
              <a:uFillTx/>
              <a:latin typeface="Segoe UI"/>
              <a:ea typeface="+mn-ea"/>
              <a:cs typeface="+mn-cs"/>
            </a:endParaRPr>
          </a:p>
        </p:txBody>
      </p:sp>
      <p:sp>
        <p:nvSpPr>
          <p:cNvPr id="34" name="TextBox 33">
            <a:extLst>
              <a:ext uri="{FF2B5EF4-FFF2-40B4-BE49-F238E27FC236}">
                <a16:creationId xmlns:a16="http://schemas.microsoft.com/office/drawing/2014/main" id="{15AFBDD5-E345-8BE7-9EBC-42DAC836805C}"/>
              </a:ext>
            </a:extLst>
          </p:cNvPr>
          <p:cNvSpPr txBox="1"/>
          <p:nvPr/>
        </p:nvSpPr>
        <p:spPr>
          <a:xfrm>
            <a:off x="464688" y="2245788"/>
            <a:ext cx="2131600" cy="249427"/>
          </a:xfrm>
          <a:prstGeom prst="rect">
            <a:avLst/>
          </a:prstGeom>
          <a:noFill/>
        </p:spPr>
        <p:txBody>
          <a:bodyPr wrap="square">
            <a:spAutoFit/>
          </a:bodyPr>
          <a:lstStyle/>
          <a:p>
            <a:pPr marL="0" marR="0" lvl="0" indent="0" algn="ctr" defTabSz="333390" rtl="0" eaLnBrk="1" fontAlgn="auto" latinLnBrk="0" hangingPunct="1">
              <a:lnSpc>
                <a:spcPct val="100000"/>
              </a:lnSpc>
              <a:spcBef>
                <a:spcPts val="0"/>
              </a:spcBef>
              <a:spcAft>
                <a:spcPts val="0"/>
              </a:spcAft>
              <a:buClrTx/>
              <a:buSzTx/>
              <a:buFontTx/>
              <a:buNone/>
              <a:tabLst/>
              <a:defRPr/>
            </a:pPr>
            <a:r>
              <a:rPr kumimoji="0" lang="en-US" sz="1021" b="1" i="0" u="none" strike="noStrike" kern="1200" cap="none" spc="0" normalizeH="0" baseline="0" noProof="0">
                <a:ln>
                  <a:noFill/>
                </a:ln>
                <a:solidFill>
                  <a:srgbClr val="FFFFFF"/>
                </a:solidFill>
                <a:effectLst/>
                <a:uLnTx/>
                <a:uFillTx/>
                <a:latin typeface="Segoe Sans Display" pitchFamily="2" charset="0"/>
                <a:ea typeface="+mn-ea"/>
                <a:cs typeface="Segoe Sans Display" pitchFamily="2" charset="0"/>
              </a:rPr>
              <a:t>All-in-1 AI productivity app</a:t>
            </a:r>
            <a:endParaRPr kumimoji="0" lang="en-US" sz="1021" b="0" i="0" u="none" strike="noStrike" kern="1200" cap="none" spc="0" normalizeH="0" baseline="0" noProof="0">
              <a:ln>
                <a:noFill/>
              </a:ln>
              <a:solidFill>
                <a:srgbClr val="FFFFFF"/>
              </a:solidFill>
              <a:effectLst/>
              <a:uLnTx/>
              <a:uFillTx/>
              <a:latin typeface="Segoe UI"/>
              <a:ea typeface="+mn-ea"/>
              <a:cs typeface="+mn-cs"/>
            </a:endParaRPr>
          </a:p>
        </p:txBody>
      </p:sp>
      <p:sp>
        <p:nvSpPr>
          <p:cNvPr id="44" name="TextBox 43">
            <a:extLst>
              <a:ext uri="{FF2B5EF4-FFF2-40B4-BE49-F238E27FC236}">
                <a16:creationId xmlns:a16="http://schemas.microsoft.com/office/drawing/2014/main" id="{952D3AB5-9E88-5A39-0102-55A67C3D0ADA}"/>
              </a:ext>
            </a:extLst>
          </p:cNvPr>
          <p:cNvSpPr txBox="1"/>
          <p:nvPr/>
        </p:nvSpPr>
        <p:spPr>
          <a:xfrm>
            <a:off x="2957565" y="2245788"/>
            <a:ext cx="2344760" cy="249427"/>
          </a:xfrm>
          <a:prstGeom prst="rect">
            <a:avLst/>
          </a:prstGeom>
          <a:noFill/>
        </p:spPr>
        <p:txBody>
          <a:bodyPr wrap="square">
            <a:spAutoFit/>
          </a:bodyPr>
          <a:lstStyle/>
          <a:p>
            <a:pPr marL="0" marR="0" lvl="0" indent="0" algn="ctr" defTabSz="333390" rtl="0" eaLnBrk="1" fontAlgn="auto" latinLnBrk="0" hangingPunct="1">
              <a:lnSpc>
                <a:spcPct val="100000"/>
              </a:lnSpc>
              <a:spcBef>
                <a:spcPts val="0"/>
              </a:spcBef>
              <a:spcAft>
                <a:spcPts val="0"/>
              </a:spcAft>
              <a:buClrTx/>
              <a:buSzTx/>
              <a:buFontTx/>
              <a:buNone/>
              <a:tabLst/>
              <a:defRPr/>
            </a:pPr>
            <a:r>
              <a:rPr kumimoji="0" lang="en-US" sz="1021" b="1" i="0" u="none" strike="noStrike" kern="1200" cap="none" spc="0" normalizeH="0" baseline="0" noProof="0">
                <a:ln>
                  <a:noFill/>
                </a:ln>
                <a:solidFill>
                  <a:srgbClr val="FFFFFF"/>
                </a:solidFill>
                <a:effectLst/>
                <a:uLnTx/>
                <a:uFillTx/>
                <a:latin typeface="Segoe Sans Display" pitchFamily="2" charset="0"/>
                <a:ea typeface="+mn-ea"/>
                <a:cs typeface="Segoe Sans Display" pitchFamily="2" charset="0"/>
              </a:rPr>
              <a:t>Integrated into existing apps</a:t>
            </a:r>
            <a:endParaRPr kumimoji="0" lang="en-US" sz="1021" b="0" i="0" u="none" strike="noStrike" kern="1200" cap="none" spc="0" normalizeH="0" baseline="0" noProof="0">
              <a:ln>
                <a:noFill/>
              </a:ln>
              <a:solidFill>
                <a:srgbClr val="FFFFFF"/>
              </a:solidFill>
              <a:effectLst/>
              <a:uLnTx/>
              <a:uFillTx/>
              <a:latin typeface="Segoe UI"/>
              <a:ea typeface="+mn-ea"/>
              <a:cs typeface="+mn-cs"/>
            </a:endParaRPr>
          </a:p>
        </p:txBody>
      </p:sp>
      <p:pic>
        <p:nvPicPr>
          <p:cNvPr id="1026" name="Picture 2" descr="The Researcher agent in Microsoft 365 Copilot with an option to try Claude">
            <a:extLst>
              <a:ext uri="{FF2B5EF4-FFF2-40B4-BE49-F238E27FC236}">
                <a16:creationId xmlns:a16="http://schemas.microsoft.com/office/drawing/2014/main" id="{6BE03DAC-B242-9E1C-FA83-541919E070FB}"/>
              </a:ext>
            </a:extLst>
          </p:cNvPr>
          <p:cNvPicPr>
            <a:picLocks noChangeAspect="1" noChangeArrowheads="1"/>
          </p:cNvPicPr>
          <p:nvPr/>
        </p:nvPicPr>
        <p:blipFill rotWithShape="1">
          <a:blip r:embed="rId6">
            <a:extLst>
              <a:ext uri="{28A0092B-C50C-407E-A947-70E740481C1C}">
                <a14:useLocalDpi xmlns:a14="http://schemas.microsoft.com/office/drawing/2010/main" val="0"/>
              </a:ext>
            </a:extLst>
          </a:blip>
          <a:srcRect l="8534" t="18346" r="11032" b="36645"/>
          <a:stretch>
            <a:fillRect/>
          </a:stretch>
        </p:blipFill>
        <p:spPr bwMode="auto">
          <a:xfrm>
            <a:off x="286292" y="6199213"/>
            <a:ext cx="2472735" cy="778323"/>
          </a:xfrm>
          <a:prstGeom prst="rect">
            <a:avLst/>
          </a:prstGeom>
          <a:noFill/>
          <a:extLst>
            <a:ext uri="{909E8E84-426E-40DD-AFC4-6F175D3DCCD1}">
              <a14:hiddenFill xmlns:a14="http://schemas.microsoft.com/office/drawing/2010/main">
                <a:solidFill>
                  <a:srgbClr val="FFFFFF"/>
                </a:solidFill>
              </a14:hiddenFill>
            </a:ext>
          </a:extLst>
        </p:spPr>
      </p:pic>
      <p:sp>
        <p:nvSpPr>
          <p:cNvPr id="51" name="TextBox 50">
            <a:extLst>
              <a:ext uri="{FF2B5EF4-FFF2-40B4-BE49-F238E27FC236}">
                <a16:creationId xmlns:a16="http://schemas.microsoft.com/office/drawing/2014/main" id="{4FA72D8D-D486-FB0D-61D6-3E2B1BE707CB}"/>
              </a:ext>
            </a:extLst>
          </p:cNvPr>
          <p:cNvSpPr txBox="1"/>
          <p:nvPr/>
        </p:nvSpPr>
        <p:spPr>
          <a:xfrm>
            <a:off x="401317" y="7046948"/>
            <a:ext cx="2237500" cy="630942"/>
          </a:xfrm>
          <a:prstGeom prst="rect">
            <a:avLst/>
          </a:prstGeom>
          <a:noFill/>
        </p:spPr>
        <p:txBody>
          <a:bodyPr wrap="square">
            <a:spAutoFit/>
          </a:bodyPr>
          <a:lstStyle/>
          <a:p>
            <a:pPr marL="0" marR="0" lvl="0" indent="0" algn="ctr" defTabSz="333390" rtl="0" eaLnBrk="1" fontAlgn="auto" latinLnBrk="0" hangingPunct="1">
              <a:lnSpc>
                <a:spcPct val="100000"/>
              </a:lnSpc>
              <a:spcBef>
                <a:spcPts val="0"/>
              </a:spcBef>
              <a:spcAft>
                <a:spcPts val="0"/>
              </a:spcAft>
              <a:buClrTx/>
              <a:buSzTx/>
              <a:buFontTx/>
              <a:buNone/>
              <a:tabLst/>
              <a:defRPr/>
            </a:pPr>
            <a:r>
              <a:rPr kumimoji="0" lang="en-US" sz="875" b="0" i="0" u="none" strike="noStrike" kern="1200" cap="none" spc="0" normalizeH="0" baseline="0" noProof="0" dirty="0">
                <a:ln>
                  <a:noFill/>
                </a:ln>
                <a:solidFill>
                  <a:srgbClr val="000000"/>
                </a:solidFill>
                <a:effectLst/>
                <a:uLnTx/>
                <a:uFillTx/>
                <a:latin typeface="Segoe UI"/>
                <a:ea typeface="+mn-ea"/>
                <a:cs typeface="+mn-cs"/>
              </a:rPr>
              <a:t>Flexibility to choose between OpenAI and Anthropic models starting in Researcher, Agent Mode in Excel and when building agents in Copilot Studio</a:t>
            </a:r>
          </a:p>
        </p:txBody>
      </p:sp>
      <p:sp>
        <p:nvSpPr>
          <p:cNvPr id="52" name="TextBox 51">
            <a:extLst>
              <a:ext uri="{FF2B5EF4-FFF2-40B4-BE49-F238E27FC236}">
                <a16:creationId xmlns:a16="http://schemas.microsoft.com/office/drawing/2014/main" id="{E27CCE3A-4CA9-6725-47FE-1DA975F68CAC}"/>
              </a:ext>
            </a:extLst>
          </p:cNvPr>
          <p:cNvSpPr txBox="1"/>
          <p:nvPr/>
        </p:nvSpPr>
        <p:spPr>
          <a:xfrm>
            <a:off x="3098869" y="7028886"/>
            <a:ext cx="2131600" cy="630942"/>
          </a:xfrm>
          <a:prstGeom prst="rect">
            <a:avLst/>
          </a:prstGeom>
          <a:noFill/>
        </p:spPr>
        <p:txBody>
          <a:bodyPr wrap="square">
            <a:spAutoFit/>
          </a:bodyPr>
          <a:lstStyle/>
          <a:p>
            <a:pPr marL="0" marR="0" lvl="0" indent="0" algn="ctr" defTabSz="333390" rtl="0" eaLnBrk="1" fontAlgn="auto" latinLnBrk="0" hangingPunct="1">
              <a:lnSpc>
                <a:spcPct val="100000"/>
              </a:lnSpc>
              <a:spcBef>
                <a:spcPts val="0"/>
              </a:spcBef>
              <a:spcAft>
                <a:spcPts val="0"/>
              </a:spcAft>
              <a:buClrTx/>
              <a:buSzTx/>
              <a:buFontTx/>
              <a:buNone/>
              <a:tabLst/>
              <a:defRPr/>
            </a:pPr>
            <a:r>
              <a:rPr kumimoji="0" lang="en-US" sz="875" b="0" i="0" u="none" strike="noStrike" kern="1200" cap="none" spc="0" normalizeH="0" baseline="0" noProof="0">
                <a:ln>
                  <a:noFill/>
                </a:ln>
                <a:solidFill>
                  <a:srgbClr val="000000"/>
                </a:solidFill>
                <a:effectLst/>
                <a:uLnTx/>
                <a:uFillTx/>
                <a:latin typeface="Segoe UI"/>
                <a:ea typeface="+mn-ea"/>
                <a:cs typeface="+mn-cs"/>
              </a:rPr>
              <a:t>Robust security, management, measurement and reporting to understand impact and ensure standardized governance</a:t>
            </a:r>
          </a:p>
        </p:txBody>
      </p:sp>
      <p:sp>
        <p:nvSpPr>
          <p:cNvPr id="53" name="TextBox 52">
            <a:extLst>
              <a:ext uri="{FF2B5EF4-FFF2-40B4-BE49-F238E27FC236}">
                <a16:creationId xmlns:a16="http://schemas.microsoft.com/office/drawing/2014/main" id="{46FA38A9-5B56-060E-8BF7-9A1ED5ABAEA6}"/>
              </a:ext>
            </a:extLst>
          </p:cNvPr>
          <p:cNvSpPr txBox="1"/>
          <p:nvPr/>
        </p:nvSpPr>
        <p:spPr>
          <a:xfrm>
            <a:off x="347688" y="5176494"/>
            <a:ext cx="2344760" cy="361637"/>
          </a:xfrm>
          <a:prstGeom prst="rect">
            <a:avLst/>
          </a:prstGeom>
          <a:noFill/>
        </p:spPr>
        <p:txBody>
          <a:bodyPr wrap="square">
            <a:spAutoFit/>
          </a:bodyPr>
          <a:lstStyle/>
          <a:p>
            <a:pPr marL="0" marR="0" lvl="0" indent="0" algn="ctr" defTabSz="333390" rtl="0" eaLnBrk="1" fontAlgn="auto" latinLnBrk="0" hangingPunct="1">
              <a:lnSpc>
                <a:spcPct val="100000"/>
              </a:lnSpc>
              <a:spcBef>
                <a:spcPts val="0"/>
              </a:spcBef>
              <a:spcAft>
                <a:spcPts val="0"/>
              </a:spcAft>
              <a:buClrTx/>
              <a:buSzTx/>
              <a:buFontTx/>
              <a:buNone/>
              <a:tabLst/>
              <a:defRPr/>
            </a:pPr>
            <a:r>
              <a:rPr kumimoji="0" lang="en-US" sz="875" b="0" i="0" u="none" strike="noStrike" kern="1200" cap="none" spc="0" normalizeH="0" baseline="0" noProof="0">
                <a:ln>
                  <a:noFill/>
                </a:ln>
                <a:solidFill>
                  <a:srgbClr val="000000"/>
                </a:solidFill>
                <a:effectLst/>
                <a:uLnTx/>
                <a:uFillTx/>
                <a:latin typeface="Segoe UI"/>
                <a:ea typeface="+mn-ea"/>
                <a:cs typeface="+mn-cs"/>
              </a:rPr>
              <a:t>Intelligence that makes Microsoft 365 Copilot uniquely built for work</a:t>
            </a:r>
          </a:p>
        </p:txBody>
      </p:sp>
      <p:sp>
        <p:nvSpPr>
          <p:cNvPr id="54" name="TextBox 53">
            <a:extLst>
              <a:ext uri="{FF2B5EF4-FFF2-40B4-BE49-F238E27FC236}">
                <a16:creationId xmlns:a16="http://schemas.microsoft.com/office/drawing/2014/main" id="{809BFB3F-91B8-40D4-7FAB-D332D03CAC4E}"/>
              </a:ext>
            </a:extLst>
          </p:cNvPr>
          <p:cNvSpPr txBox="1"/>
          <p:nvPr/>
        </p:nvSpPr>
        <p:spPr>
          <a:xfrm>
            <a:off x="2992289" y="4968426"/>
            <a:ext cx="2344760" cy="630942"/>
          </a:xfrm>
          <a:prstGeom prst="rect">
            <a:avLst/>
          </a:prstGeom>
          <a:noFill/>
        </p:spPr>
        <p:txBody>
          <a:bodyPr wrap="square">
            <a:spAutoFit/>
          </a:bodyPr>
          <a:lstStyle/>
          <a:p>
            <a:pPr marL="0" marR="0" lvl="0" indent="0" algn="ctr" defTabSz="333390" rtl="0" eaLnBrk="1" fontAlgn="auto" latinLnBrk="0" hangingPunct="1">
              <a:lnSpc>
                <a:spcPct val="100000"/>
              </a:lnSpc>
              <a:spcBef>
                <a:spcPts val="0"/>
              </a:spcBef>
              <a:spcAft>
                <a:spcPts val="0"/>
              </a:spcAft>
              <a:buClrTx/>
              <a:buSzTx/>
              <a:buFontTx/>
              <a:buNone/>
              <a:tabLst/>
              <a:defRPr/>
            </a:pPr>
            <a:r>
              <a:rPr kumimoji="0" lang="en-US" sz="875" b="0" i="0" u="none" strike="noStrike" kern="1200" cap="none" spc="0" normalizeH="0" baseline="0" noProof="0">
                <a:ln>
                  <a:noFill/>
                </a:ln>
                <a:solidFill>
                  <a:srgbClr val="000000"/>
                </a:solidFill>
                <a:effectLst/>
                <a:uLnTx/>
                <a:uFillTx/>
                <a:latin typeface="Segoe UI"/>
                <a:ea typeface="+mn-ea"/>
                <a:cs typeface="+mn-cs"/>
              </a:rPr>
              <a:t>Ecosystem of pre-built Microsoft agents like Researcher, Analyst, and Facilitator, along with trusted agents from partners and custom agents</a:t>
            </a:r>
          </a:p>
        </p:txBody>
      </p:sp>
      <p:sp>
        <p:nvSpPr>
          <p:cNvPr id="55" name="TextBox 54">
            <a:extLst>
              <a:ext uri="{FF2B5EF4-FFF2-40B4-BE49-F238E27FC236}">
                <a16:creationId xmlns:a16="http://schemas.microsoft.com/office/drawing/2014/main" id="{60780797-7451-B999-7C31-4FBA5BF428E2}"/>
              </a:ext>
            </a:extLst>
          </p:cNvPr>
          <p:cNvSpPr txBox="1"/>
          <p:nvPr/>
        </p:nvSpPr>
        <p:spPr>
          <a:xfrm>
            <a:off x="433634" y="2488643"/>
            <a:ext cx="2231113" cy="1279133"/>
          </a:xfrm>
          <a:prstGeom prst="rect">
            <a:avLst/>
          </a:prstGeom>
          <a:noFill/>
        </p:spPr>
        <p:txBody>
          <a:bodyPr wrap="square">
            <a:spAutoFit/>
          </a:bodyPr>
          <a:lstStyle/>
          <a:p>
            <a:pPr marL="125021" marR="0" lvl="0" indent="-125021" algn="l" defTabSz="333390"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en-US" sz="875" b="0" i="0" u="none" strike="noStrike" kern="1200" cap="none" spc="0" normalizeH="0" baseline="0" noProof="0">
                <a:ln>
                  <a:noFill/>
                </a:ln>
                <a:solidFill>
                  <a:srgbClr val="000000"/>
                </a:solidFill>
                <a:effectLst/>
                <a:uLnTx/>
                <a:uFillTx/>
                <a:latin typeface="Segoe UI"/>
                <a:ea typeface="+mn-ea"/>
                <a:cs typeface="+mn-cs"/>
              </a:rPr>
              <a:t>Secure AI chat </a:t>
            </a:r>
          </a:p>
          <a:p>
            <a:pPr marL="125021" marR="0" lvl="0" indent="-125021" algn="l" defTabSz="333390"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en-US" sz="875" b="0" i="0" u="none" strike="noStrike" kern="1200" cap="none" spc="0" normalizeH="0" baseline="0" noProof="0">
                <a:ln>
                  <a:noFill/>
                </a:ln>
                <a:solidFill>
                  <a:srgbClr val="000000"/>
                </a:solidFill>
                <a:effectLst/>
                <a:uLnTx/>
                <a:uFillTx/>
                <a:latin typeface="Segoe UI"/>
                <a:ea typeface="+mn-ea"/>
                <a:cs typeface="+mn-cs"/>
              </a:rPr>
              <a:t>AI search enhanced by Work IQ</a:t>
            </a:r>
          </a:p>
          <a:p>
            <a:pPr marL="125021" marR="0" lvl="0" indent="-125021" algn="l" defTabSz="333390"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en-US" sz="875" b="0" i="0" u="none" strike="noStrike" kern="1200" cap="none" spc="0" normalizeH="0" baseline="0" noProof="0">
                <a:ln>
                  <a:noFill/>
                </a:ln>
                <a:solidFill>
                  <a:srgbClr val="000000"/>
                </a:solidFill>
                <a:effectLst/>
                <a:uLnTx/>
                <a:uFillTx/>
                <a:latin typeface="Segoe UI"/>
                <a:ea typeface="+mn-ea"/>
                <a:cs typeface="+mn-cs"/>
              </a:rPr>
              <a:t>Ecosystem of pre-built agents</a:t>
            </a:r>
          </a:p>
          <a:p>
            <a:pPr marL="125021" marR="0" lvl="0" indent="-125021" algn="l" defTabSz="333390"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en-US" sz="875" b="0" i="0" u="none" strike="noStrike" kern="1200" cap="none" spc="0" normalizeH="0" baseline="0" noProof="0">
                <a:ln>
                  <a:noFill/>
                </a:ln>
                <a:solidFill>
                  <a:srgbClr val="000000"/>
                </a:solidFill>
                <a:effectLst/>
                <a:uLnTx/>
                <a:uFillTx/>
                <a:latin typeface="Segoe UI"/>
                <a:ea typeface="+mn-ea"/>
                <a:cs typeface="+mn-cs"/>
              </a:rPr>
              <a:t>AI-generated multi-media</a:t>
            </a:r>
          </a:p>
          <a:p>
            <a:pPr marL="125021" marR="0" lvl="0" indent="-125021" algn="l" defTabSz="333390"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en-US" sz="875" b="0" i="0" u="none" strike="noStrike" kern="1200" cap="none" spc="0" normalizeH="0" baseline="0" noProof="0">
                <a:ln>
                  <a:noFill/>
                </a:ln>
                <a:solidFill>
                  <a:srgbClr val="000000"/>
                </a:solidFill>
                <a:effectLst/>
                <a:uLnTx/>
                <a:uFillTx/>
                <a:latin typeface="Segoe UI"/>
                <a:ea typeface="+mn-ea"/>
                <a:cs typeface="+mn-cs"/>
              </a:rPr>
              <a:t>Centralize content of various types</a:t>
            </a:r>
          </a:p>
          <a:p>
            <a:pPr marL="125021" marR="0" lvl="0" indent="-125021" algn="l" defTabSz="333390"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en-US" sz="875" b="0" i="0" u="none" strike="noStrike" kern="1200" cap="none" spc="0" normalizeH="0" baseline="0" noProof="0">
                <a:ln>
                  <a:noFill/>
                </a:ln>
                <a:solidFill>
                  <a:srgbClr val="000000"/>
                </a:solidFill>
                <a:effectLst/>
                <a:uLnTx/>
                <a:uFillTx/>
                <a:latin typeface="Segoe UI"/>
                <a:ea typeface="+mn-ea"/>
                <a:cs typeface="+mn-cs"/>
              </a:rPr>
              <a:t>Analytics, governance, and compliance</a:t>
            </a:r>
          </a:p>
        </p:txBody>
      </p:sp>
      <p:sp>
        <p:nvSpPr>
          <p:cNvPr id="56" name="TextBox 55">
            <a:extLst>
              <a:ext uri="{FF2B5EF4-FFF2-40B4-BE49-F238E27FC236}">
                <a16:creationId xmlns:a16="http://schemas.microsoft.com/office/drawing/2014/main" id="{1847825C-B731-7DCF-E4D7-2331BF81B1B0}"/>
              </a:ext>
            </a:extLst>
          </p:cNvPr>
          <p:cNvSpPr txBox="1"/>
          <p:nvPr/>
        </p:nvSpPr>
        <p:spPr>
          <a:xfrm>
            <a:off x="4217552" y="2610742"/>
            <a:ext cx="1084773" cy="1169551"/>
          </a:xfrm>
          <a:prstGeom prst="rect">
            <a:avLst/>
          </a:prstGeom>
          <a:noFill/>
        </p:spPr>
        <p:txBody>
          <a:bodyPr wrap="square">
            <a:spAutoFit/>
          </a:bodyPr>
          <a:lstStyle/>
          <a:p>
            <a:pPr marL="0" marR="0" lvl="0" indent="0" algn="l" defTabSz="333390" rtl="0" eaLnBrk="1" fontAlgn="auto" latinLnBrk="0" hangingPunct="1">
              <a:lnSpc>
                <a:spcPct val="100000"/>
              </a:lnSpc>
              <a:spcBef>
                <a:spcPts val="0"/>
              </a:spcBef>
              <a:spcAft>
                <a:spcPts val="0"/>
              </a:spcAft>
              <a:buClrTx/>
              <a:buSzTx/>
              <a:buFontTx/>
              <a:buNone/>
              <a:tabLst/>
              <a:defRPr/>
            </a:pPr>
            <a:r>
              <a:rPr kumimoji="0" lang="en-US" sz="875" b="0" i="0" u="none" strike="noStrike" kern="1200" cap="none" spc="0" normalizeH="0" baseline="0" noProof="0">
                <a:ln>
                  <a:noFill/>
                </a:ln>
                <a:solidFill>
                  <a:srgbClr val="000000"/>
                </a:solidFill>
                <a:effectLst/>
                <a:uLnTx/>
                <a:uFillTx/>
                <a:latin typeface="Segoe UI"/>
                <a:ea typeface="+mn-ea"/>
                <a:cs typeface="+mn-cs"/>
              </a:rPr>
              <a:t>Embedded in Microsoft 365  apps you already use every day, with advanced AI skills like Agent Mode and Teams Mode</a:t>
            </a:r>
          </a:p>
        </p:txBody>
      </p:sp>
      <p:pic>
        <p:nvPicPr>
          <p:cNvPr id="57" name="Picture 56" descr="Screenshot of Agent Store">
            <a:extLst>
              <a:ext uri="{FF2B5EF4-FFF2-40B4-BE49-F238E27FC236}">
                <a16:creationId xmlns:a16="http://schemas.microsoft.com/office/drawing/2014/main" id="{3B181AC0-A593-C921-D595-94E686D5AF63}"/>
              </a:ext>
            </a:extLst>
          </p:cNvPr>
          <p:cNvPicPr>
            <a:picLocks noChangeAspect="1"/>
          </p:cNvPicPr>
          <p:nvPr/>
        </p:nvPicPr>
        <p:blipFill rotWithShape="1">
          <a:blip r:embed="rId7" cstate="hqprint">
            <a:extLst>
              <a:ext uri="{28A0092B-C50C-407E-A947-70E740481C1C}">
                <a14:useLocalDpi xmlns:a14="http://schemas.microsoft.com/office/drawing/2010/main"/>
              </a:ext>
            </a:extLst>
          </a:blip>
          <a:srcRect l="30066" t="62598" r="14058" b="12866"/>
          <a:stretch>
            <a:fillRect/>
          </a:stretch>
        </p:blipFill>
        <p:spPr>
          <a:xfrm>
            <a:off x="2936622" y="4346216"/>
            <a:ext cx="2468141" cy="605935"/>
          </a:xfrm>
          <a:prstGeom prst="roundRect">
            <a:avLst>
              <a:gd name="adj" fmla="val 2528"/>
            </a:avLst>
          </a:prstGeom>
          <a:solidFill>
            <a:srgbClr val="FFFFFF"/>
          </a:solidFill>
          <a:effectLst/>
        </p:spPr>
      </p:pic>
      <p:pic>
        <p:nvPicPr>
          <p:cNvPr id="58" name="Picture 57" descr="A screenshot of a computer&#10;&#10;Description automatically generated">
            <a:extLst>
              <a:ext uri="{FF2B5EF4-FFF2-40B4-BE49-F238E27FC236}">
                <a16:creationId xmlns:a16="http://schemas.microsoft.com/office/drawing/2014/main" id="{97D66227-B066-7382-CA0B-FCDCBE0B9015}"/>
              </a:ext>
            </a:extLst>
          </p:cNvPr>
          <p:cNvPicPr>
            <a:picLocks noChangeAspect="1"/>
          </p:cNvPicPr>
          <p:nvPr/>
        </p:nvPicPr>
        <p:blipFill rotWithShape="1">
          <a:blip r:embed="rId8" cstate="hqprint">
            <a:extLst>
              <a:ext uri="{28A0092B-C50C-407E-A947-70E740481C1C}">
                <a14:useLocalDpi xmlns:a14="http://schemas.microsoft.com/office/drawing/2010/main"/>
              </a:ext>
            </a:extLst>
          </a:blip>
          <a:srcRect l="15521" t="49370" r="2204" b="9188"/>
          <a:stretch>
            <a:fillRect/>
          </a:stretch>
        </p:blipFill>
        <p:spPr bwMode="auto">
          <a:xfrm>
            <a:off x="2923190" y="6117513"/>
            <a:ext cx="2469828" cy="827630"/>
          </a:xfrm>
          <a:prstGeom prst="roundRect">
            <a:avLst>
              <a:gd name="adj" fmla="val 4427"/>
            </a:avLst>
          </a:prstGeom>
          <a:solidFill>
            <a:schemeClr val="bg1"/>
          </a:solidFill>
          <a:extLst>
            <a:ext uri="{53640926-AAD7-44D8-BBD7-CCE9431645EC}">
              <a14:shadowObscured xmlns:a14="http://schemas.microsoft.com/office/drawing/2010/main"/>
            </a:ext>
          </a:extLst>
        </p:spPr>
      </p:pic>
      <p:pic>
        <p:nvPicPr>
          <p:cNvPr id="1030" name="Picture 6" descr="Microsoft Copilot for Service Plan and Pricing | O365CloudExperts">
            <a:extLst>
              <a:ext uri="{FF2B5EF4-FFF2-40B4-BE49-F238E27FC236}">
                <a16:creationId xmlns:a16="http://schemas.microsoft.com/office/drawing/2014/main" id="{0837D082-F184-5A93-F611-04A87BBD6659}"/>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965383" y="2453165"/>
            <a:ext cx="1279949" cy="1432579"/>
          </a:xfrm>
          <a:prstGeom prst="rect">
            <a:avLst/>
          </a:prstGeom>
          <a:noFill/>
          <a:extLst>
            <a:ext uri="{909E8E84-426E-40DD-AFC4-6F175D3DCCD1}">
              <a14:hiddenFill xmlns:a14="http://schemas.microsoft.com/office/drawing/2010/main">
                <a:solidFill>
                  <a:srgbClr val="FFFFFF"/>
                </a:solidFill>
              </a14:hiddenFill>
            </a:ext>
          </a:extLst>
        </p:spPr>
      </p:pic>
      <p:sp>
        <p:nvSpPr>
          <p:cNvPr id="14" name="Rectangle: Rounded Corners 13">
            <a:extLst>
              <a:ext uri="{FF2B5EF4-FFF2-40B4-BE49-F238E27FC236}">
                <a16:creationId xmlns:a16="http://schemas.microsoft.com/office/drawing/2014/main" id="{DDE7F84B-2D42-C394-19D2-B0222D46666C}"/>
              </a:ext>
            </a:extLst>
          </p:cNvPr>
          <p:cNvSpPr/>
          <p:nvPr/>
        </p:nvSpPr>
        <p:spPr bwMode="auto">
          <a:xfrm>
            <a:off x="2930304" y="4020311"/>
            <a:ext cx="2469828" cy="266258"/>
          </a:xfrm>
          <a:prstGeom prst="roundRect">
            <a:avLst>
              <a:gd name="adj" fmla="val 15516"/>
            </a:avLst>
          </a:prstGeom>
          <a:gradFill>
            <a:gsLst>
              <a:gs pos="0">
                <a:srgbClr val="C03BC4"/>
              </a:gs>
              <a:gs pos="100000">
                <a:srgbClr val="0F6CBD"/>
              </a:gs>
            </a:gsLst>
            <a:lin ang="1800000" scaled="0"/>
          </a:gradFill>
          <a:ln>
            <a:noFill/>
            <a:headEnd type="none" w="med" len="med"/>
            <a:tailEnd type="none" w="med" len="med"/>
          </a:ln>
          <a:effectLst>
            <a:outerShdw blurRad="127000" dist="50800" dir="5400000" algn="ctr" rotWithShape="0">
              <a:srgbClr val="000000">
                <a:alpha val="11000"/>
              </a:srgb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3350" tIns="106680" rIns="133350" bIns="106680" numCol="1" spcCol="0" rtlCol="0" fromWordArt="0" anchor="t" anchorCtr="0" forceAA="0" compatLnSpc="1">
            <a:prstTxWarp prst="textNoShape">
              <a:avLst/>
            </a:prstTxWarp>
            <a:noAutofit/>
          </a:bodyPr>
          <a:lstStyle/>
          <a:p>
            <a:pPr marL="0" marR="0" lvl="0" indent="0" algn="l" defTabSz="679959" rtl="0" eaLnBrk="1" fontAlgn="base" latinLnBrk="0" hangingPunct="1">
              <a:lnSpc>
                <a:spcPct val="100000"/>
              </a:lnSpc>
              <a:spcBef>
                <a:spcPct val="0"/>
              </a:spcBef>
              <a:spcAft>
                <a:spcPct val="0"/>
              </a:spcAft>
              <a:buClrTx/>
              <a:buSzTx/>
              <a:buFontTx/>
              <a:buNone/>
              <a:tabLst/>
              <a:defRPr/>
            </a:pPr>
            <a:endParaRPr kumimoji="0" lang="en-IN" sz="1458" b="0" i="0" u="none" strike="noStrike" kern="1200" cap="none" spc="0" normalizeH="0" baseline="0" noProof="0" err="1">
              <a:ln>
                <a:noFill/>
              </a:ln>
              <a:solidFill>
                <a:srgbClr val="C03BC4"/>
              </a:solidFill>
              <a:effectLst/>
              <a:uLnTx/>
              <a:uFillTx/>
              <a:latin typeface="Segoe UI"/>
              <a:ea typeface="Segoe UI" pitchFamily="34" charset="0"/>
              <a:cs typeface="Segoe UI" pitchFamily="34" charset="0"/>
            </a:endParaRPr>
          </a:p>
        </p:txBody>
      </p:sp>
      <p:sp>
        <p:nvSpPr>
          <p:cNvPr id="47" name="TextBox 46">
            <a:extLst>
              <a:ext uri="{FF2B5EF4-FFF2-40B4-BE49-F238E27FC236}">
                <a16:creationId xmlns:a16="http://schemas.microsoft.com/office/drawing/2014/main" id="{2419CD55-7D65-7197-B591-E132E83766C4}"/>
              </a:ext>
            </a:extLst>
          </p:cNvPr>
          <p:cNvSpPr txBox="1"/>
          <p:nvPr/>
        </p:nvSpPr>
        <p:spPr>
          <a:xfrm>
            <a:off x="3064145" y="4041230"/>
            <a:ext cx="2131600" cy="249427"/>
          </a:xfrm>
          <a:prstGeom prst="rect">
            <a:avLst/>
          </a:prstGeom>
          <a:noFill/>
        </p:spPr>
        <p:txBody>
          <a:bodyPr wrap="square">
            <a:spAutoFit/>
          </a:bodyPr>
          <a:lstStyle/>
          <a:p>
            <a:pPr marL="0" marR="0" lvl="0" indent="0" algn="ctr" defTabSz="333390" rtl="0" eaLnBrk="1" fontAlgn="auto" latinLnBrk="0" hangingPunct="1">
              <a:lnSpc>
                <a:spcPct val="100000"/>
              </a:lnSpc>
              <a:spcBef>
                <a:spcPts val="0"/>
              </a:spcBef>
              <a:spcAft>
                <a:spcPts val="0"/>
              </a:spcAft>
              <a:buClrTx/>
              <a:buSzTx/>
              <a:buFontTx/>
              <a:buNone/>
              <a:tabLst/>
              <a:defRPr/>
            </a:pPr>
            <a:r>
              <a:rPr kumimoji="0" lang="en-US" sz="1021" b="1" i="0" u="none" strike="noStrike" kern="1200" cap="none" spc="0" normalizeH="0" baseline="0" noProof="0">
                <a:ln>
                  <a:noFill/>
                </a:ln>
                <a:solidFill>
                  <a:srgbClr val="FFFFFF"/>
                </a:solidFill>
                <a:effectLst/>
                <a:uLnTx/>
                <a:uFillTx/>
                <a:latin typeface="Segoe Sans Display" pitchFamily="2" charset="0"/>
                <a:ea typeface="+mn-ea"/>
                <a:cs typeface="Segoe Sans Display" pitchFamily="2" charset="0"/>
              </a:rPr>
              <a:t>Agent platform</a:t>
            </a:r>
            <a:endParaRPr kumimoji="0" lang="en-US" sz="1021" b="0" i="0" u="none" strike="noStrike" kern="1200" cap="none" spc="0" normalizeH="0" baseline="0" noProof="0">
              <a:ln>
                <a:noFill/>
              </a:ln>
              <a:solidFill>
                <a:srgbClr val="FFFFFF"/>
              </a:solidFill>
              <a:effectLst/>
              <a:uLnTx/>
              <a:uFillTx/>
              <a:latin typeface="Segoe UI"/>
              <a:ea typeface="+mn-ea"/>
              <a:cs typeface="+mn-cs"/>
            </a:endParaRPr>
          </a:p>
        </p:txBody>
      </p:sp>
      <p:sp>
        <p:nvSpPr>
          <p:cNvPr id="21" name="Rectangle: Rounded Corners 20">
            <a:extLst>
              <a:ext uri="{FF2B5EF4-FFF2-40B4-BE49-F238E27FC236}">
                <a16:creationId xmlns:a16="http://schemas.microsoft.com/office/drawing/2014/main" id="{139EA6E6-5707-56E0-C864-78DDCDAAE854}"/>
              </a:ext>
            </a:extLst>
          </p:cNvPr>
          <p:cNvSpPr/>
          <p:nvPr/>
        </p:nvSpPr>
        <p:spPr bwMode="auto">
          <a:xfrm>
            <a:off x="288619" y="5827412"/>
            <a:ext cx="2469828" cy="266258"/>
          </a:xfrm>
          <a:prstGeom prst="roundRect">
            <a:avLst>
              <a:gd name="adj" fmla="val 15516"/>
            </a:avLst>
          </a:prstGeom>
          <a:gradFill>
            <a:gsLst>
              <a:gs pos="0">
                <a:srgbClr val="C03BC4"/>
              </a:gs>
              <a:gs pos="100000">
                <a:srgbClr val="0F6CBD"/>
              </a:gs>
            </a:gsLst>
            <a:lin ang="1800000" scaled="0"/>
          </a:gradFill>
          <a:ln>
            <a:noFill/>
            <a:headEnd type="none" w="med" len="med"/>
            <a:tailEnd type="none" w="med" len="med"/>
          </a:ln>
          <a:effectLst>
            <a:outerShdw blurRad="127000" dist="50800" dir="5400000" algn="ctr" rotWithShape="0">
              <a:srgbClr val="000000">
                <a:alpha val="11000"/>
              </a:srgb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3350" tIns="106680" rIns="133350" bIns="106680" numCol="1" spcCol="0" rtlCol="0" fromWordArt="0" anchor="t" anchorCtr="0" forceAA="0" compatLnSpc="1">
            <a:prstTxWarp prst="textNoShape">
              <a:avLst/>
            </a:prstTxWarp>
            <a:noAutofit/>
          </a:bodyPr>
          <a:lstStyle/>
          <a:p>
            <a:pPr marL="0" marR="0" lvl="0" indent="0" algn="l" defTabSz="679959" rtl="0" eaLnBrk="1" fontAlgn="base" latinLnBrk="0" hangingPunct="1">
              <a:lnSpc>
                <a:spcPct val="100000"/>
              </a:lnSpc>
              <a:spcBef>
                <a:spcPct val="0"/>
              </a:spcBef>
              <a:spcAft>
                <a:spcPct val="0"/>
              </a:spcAft>
              <a:buClrTx/>
              <a:buSzTx/>
              <a:buFontTx/>
              <a:buNone/>
              <a:tabLst/>
              <a:defRPr/>
            </a:pPr>
            <a:endParaRPr kumimoji="0" lang="en-IN" sz="1458" b="0" i="0" u="none" strike="noStrike" kern="1200" cap="none" spc="0" normalizeH="0" baseline="0" noProof="0" err="1">
              <a:ln>
                <a:noFill/>
              </a:ln>
              <a:solidFill>
                <a:srgbClr val="C03BC4"/>
              </a:solidFill>
              <a:effectLst/>
              <a:uLnTx/>
              <a:uFillTx/>
              <a:latin typeface="Segoe UI"/>
              <a:ea typeface="Segoe UI" pitchFamily="34" charset="0"/>
              <a:cs typeface="Segoe UI" pitchFamily="34" charset="0"/>
            </a:endParaRPr>
          </a:p>
        </p:txBody>
      </p:sp>
      <p:sp>
        <p:nvSpPr>
          <p:cNvPr id="48" name="TextBox 47">
            <a:extLst>
              <a:ext uri="{FF2B5EF4-FFF2-40B4-BE49-F238E27FC236}">
                <a16:creationId xmlns:a16="http://schemas.microsoft.com/office/drawing/2014/main" id="{CB5A2F6B-39D4-38AE-295B-E9F65EF71E7D}"/>
              </a:ext>
            </a:extLst>
          </p:cNvPr>
          <p:cNvSpPr txBox="1"/>
          <p:nvPr/>
        </p:nvSpPr>
        <p:spPr>
          <a:xfrm>
            <a:off x="464688" y="5848332"/>
            <a:ext cx="2131600" cy="249427"/>
          </a:xfrm>
          <a:prstGeom prst="rect">
            <a:avLst/>
          </a:prstGeom>
          <a:noFill/>
        </p:spPr>
        <p:txBody>
          <a:bodyPr wrap="square">
            <a:spAutoFit/>
          </a:bodyPr>
          <a:lstStyle/>
          <a:p>
            <a:pPr marL="0" marR="0" lvl="0" indent="0" algn="ctr" defTabSz="333390" rtl="0" eaLnBrk="1" fontAlgn="auto" latinLnBrk="0" hangingPunct="1">
              <a:lnSpc>
                <a:spcPct val="100000"/>
              </a:lnSpc>
              <a:spcBef>
                <a:spcPts val="0"/>
              </a:spcBef>
              <a:spcAft>
                <a:spcPts val="0"/>
              </a:spcAft>
              <a:buClrTx/>
              <a:buSzTx/>
              <a:buFontTx/>
              <a:buNone/>
              <a:tabLst/>
              <a:defRPr/>
            </a:pPr>
            <a:r>
              <a:rPr kumimoji="0" lang="en-US" sz="1021" b="1" i="0" u="none" strike="noStrike" kern="1200" cap="none" spc="0" normalizeH="0" baseline="0" noProof="0">
                <a:ln>
                  <a:noFill/>
                </a:ln>
                <a:solidFill>
                  <a:srgbClr val="FFFFFF"/>
                </a:solidFill>
                <a:effectLst/>
                <a:uLnTx/>
                <a:uFillTx/>
                <a:latin typeface="Segoe Sans Display" pitchFamily="2" charset="0"/>
                <a:ea typeface="+mn-ea"/>
                <a:cs typeface="Segoe Sans Display" pitchFamily="2" charset="0"/>
              </a:rPr>
              <a:t>Model choice</a:t>
            </a:r>
            <a:endParaRPr kumimoji="0" lang="en-US" sz="1021" b="0" i="0" u="none" strike="noStrike" kern="1200" cap="none" spc="0" normalizeH="0" baseline="0" noProof="0">
              <a:ln>
                <a:noFill/>
              </a:ln>
              <a:solidFill>
                <a:srgbClr val="FFFFFF"/>
              </a:solidFill>
              <a:effectLst/>
              <a:uLnTx/>
              <a:uFillTx/>
              <a:latin typeface="Segoe UI"/>
              <a:ea typeface="+mn-ea"/>
              <a:cs typeface="+mn-cs"/>
            </a:endParaRPr>
          </a:p>
        </p:txBody>
      </p:sp>
      <p:sp>
        <p:nvSpPr>
          <p:cNvPr id="19" name="Rectangle: Rounded Corners 18">
            <a:extLst>
              <a:ext uri="{FF2B5EF4-FFF2-40B4-BE49-F238E27FC236}">
                <a16:creationId xmlns:a16="http://schemas.microsoft.com/office/drawing/2014/main" id="{ED25C44C-B435-AC30-9476-323229FBB6F1}"/>
              </a:ext>
            </a:extLst>
          </p:cNvPr>
          <p:cNvSpPr/>
          <p:nvPr/>
        </p:nvSpPr>
        <p:spPr bwMode="auto">
          <a:xfrm>
            <a:off x="2925224" y="5827412"/>
            <a:ext cx="2469828" cy="266258"/>
          </a:xfrm>
          <a:prstGeom prst="roundRect">
            <a:avLst>
              <a:gd name="adj" fmla="val 15516"/>
            </a:avLst>
          </a:prstGeom>
          <a:gradFill>
            <a:gsLst>
              <a:gs pos="0">
                <a:srgbClr val="C03BC4"/>
              </a:gs>
              <a:gs pos="100000">
                <a:srgbClr val="0F6CBD"/>
              </a:gs>
            </a:gsLst>
            <a:lin ang="1800000" scaled="0"/>
          </a:gradFill>
          <a:ln>
            <a:noFill/>
            <a:headEnd type="none" w="med" len="med"/>
            <a:tailEnd type="none" w="med" len="med"/>
          </a:ln>
          <a:effectLst>
            <a:outerShdw blurRad="127000" dist="50800" dir="5400000" algn="ctr" rotWithShape="0">
              <a:srgbClr val="000000">
                <a:alpha val="11000"/>
              </a:srgb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3350" tIns="106680" rIns="133350" bIns="106680" numCol="1" spcCol="0" rtlCol="0" fromWordArt="0" anchor="t" anchorCtr="0" forceAA="0" compatLnSpc="1">
            <a:prstTxWarp prst="textNoShape">
              <a:avLst/>
            </a:prstTxWarp>
            <a:noAutofit/>
          </a:bodyPr>
          <a:lstStyle/>
          <a:p>
            <a:pPr marL="0" marR="0" lvl="0" indent="0" algn="l" defTabSz="679959" rtl="0" eaLnBrk="1" fontAlgn="base" latinLnBrk="0" hangingPunct="1">
              <a:lnSpc>
                <a:spcPct val="100000"/>
              </a:lnSpc>
              <a:spcBef>
                <a:spcPct val="0"/>
              </a:spcBef>
              <a:spcAft>
                <a:spcPct val="0"/>
              </a:spcAft>
              <a:buClrTx/>
              <a:buSzTx/>
              <a:buFontTx/>
              <a:buNone/>
              <a:tabLst/>
              <a:defRPr/>
            </a:pPr>
            <a:endParaRPr kumimoji="0" lang="en-IN" sz="1458" b="0" i="0" u="none" strike="noStrike" kern="1200" cap="none" spc="0" normalizeH="0" baseline="0" noProof="0" err="1">
              <a:ln>
                <a:noFill/>
              </a:ln>
              <a:solidFill>
                <a:srgbClr val="C03BC4"/>
              </a:solidFill>
              <a:effectLst/>
              <a:uLnTx/>
              <a:uFillTx/>
              <a:latin typeface="Segoe UI"/>
              <a:ea typeface="Segoe UI" pitchFamily="34" charset="0"/>
              <a:cs typeface="Segoe UI" pitchFamily="34" charset="0"/>
            </a:endParaRPr>
          </a:p>
        </p:txBody>
      </p:sp>
      <p:sp>
        <p:nvSpPr>
          <p:cNvPr id="49" name="TextBox 48">
            <a:extLst>
              <a:ext uri="{FF2B5EF4-FFF2-40B4-BE49-F238E27FC236}">
                <a16:creationId xmlns:a16="http://schemas.microsoft.com/office/drawing/2014/main" id="{829DA8E1-2C1F-B671-6F3C-96744BC4923C}"/>
              </a:ext>
            </a:extLst>
          </p:cNvPr>
          <p:cNvSpPr txBox="1"/>
          <p:nvPr/>
        </p:nvSpPr>
        <p:spPr>
          <a:xfrm>
            <a:off x="2957565" y="5848332"/>
            <a:ext cx="2344760" cy="249427"/>
          </a:xfrm>
          <a:prstGeom prst="rect">
            <a:avLst/>
          </a:prstGeom>
          <a:noFill/>
        </p:spPr>
        <p:txBody>
          <a:bodyPr wrap="square">
            <a:spAutoFit/>
          </a:bodyPr>
          <a:lstStyle/>
          <a:p>
            <a:pPr marL="0" marR="0" lvl="0" indent="0" algn="ctr" defTabSz="333390" rtl="0" eaLnBrk="1" fontAlgn="auto" latinLnBrk="0" hangingPunct="1">
              <a:lnSpc>
                <a:spcPct val="100000"/>
              </a:lnSpc>
              <a:spcBef>
                <a:spcPts val="0"/>
              </a:spcBef>
              <a:spcAft>
                <a:spcPts val="0"/>
              </a:spcAft>
              <a:buClrTx/>
              <a:buSzTx/>
              <a:buFontTx/>
              <a:buNone/>
              <a:tabLst/>
              <a:defRPr/>
            </a:pPr>
            <a:r>
              <a:rPr kumimoji="0" lang="en-US" sz="1021" b="1" i="0" u="none" strike="noStrike" kern="1200" cap="none" spc="0" normalizeH="0" baseline="0" noProof="0" dirty="0">
                <a:ln>
                  <a:noFill/>
                </a:ln>
                <a:solidFill>
                  <a:srgbClr val="FFFFFF"/>
                </a:solidFill>
                <a:effectLst/>
                <a:uLnTx/>
                <a:uFillTx/>
                <a:latin typeface="Segoe Sans Display" pitchFamily="2" charset="0"/>
                <a:ea typeface="+mn-ea"/>
                <a:cs typeface="Segoe Sans Display" pitchFamily="2" charset="0"/>
              </a:rPr>
              <a:t>Copilot </a:t>
            </a:r>
            <a:r>
              <a:rPr kumimoji="0" lang="en-US" sz="1021" b="1" i="0" u="none" strike="noStrike" kern="1200" cap="none" spc="0" normalizeH="0" baseline="0" noProof="0" dirty="0" err="1">
                <a:ln>
                  <a:noFill/>
                </a:ln>
                <a:solidFill>
                  <a:srgbClr val="FFFFFF"/>
                </a:solidFill>
                <a:effectLst/>
                <a:uLnTx/>
                <a:uFillTx/>
                <a:latin typeface="Segoe Sans Display" pitchFamily="2" charset="0"/>
                <a:ea typeface="+mn-ea"/>
                <a:cs typeface="Segoe Sans Display" pitchFamily="2" charset="0"/>
              </a:rPr>
              <a:t>Contro</a:t>
            </a:r>
            <a:r>
              <a:rPr kumimoji="0" lang="en-US" sz="1021" b="1" i="0" u="none" strike="noStrike" kern="1200" cap="none" spc="0" normalizeH="0" baseline="0" noProof="0" dirty="0">
                <a:ln>
                  <a:noFill/>
                </a:ln>
                <a:solidFill>
                  <a:srgbClr val="FFFFFF"/>
                </a:solidFill>
                <a:effectLst/>
                <a:uLnTx/>
                <a:uFillTx/>
                <a:latin typeface="Segoe Sans Display" pitchFamily="2" charset="0"/>
                <a:ea typeface="+mn-ea"/>
                <a:cs typeface="Segoe Sans Display" pitchFamily="2" charset="0"/>
              </a:rPr>
              <a:t>l system</a:t>
            </a:r>
            <a:endParaRPr kumimoji="0" lang="en-US" sz="1021" b="0" i="0" u="none" strike="noStrike" kern="1200" cap="none" spc="0" normalizeH="0" baseline="0" noProof="0" dirty="0">
              <a:ln>
                <a:noFill/>
              </a:ln>
              <a:solidFill>
                <a:srgbClr val="FFFFFF"/>
              </a:solidFill>
              <a:effectLst/>
              <a:uLnTx/>
              <a:uFillTx/>
              <a:latin typeface="Segoe UI"/>
              <a:ea typeface="+mn-ea"/>
              <a:cs typeface="+mn-cs"/>
            </a:endParaRPr>
          </a:p>
        </p:txBody>
      </p:sp>
      <p:sp>
        <p:nvSpPr>
          <p:cNvPr id="28" name="Oval 27">
            <a:extLst>
              <a:ext uri="{FF2B5EF4-FFF2-40B4-BE49-F238E27FC236}">
                <a16:creationId xmlns:a16="http://schemas.microsoft.com/office/drawing/2014/main" id="{57D7657B-FB49-71AB-DBC9-E23C00C4DC9F}"/>
              </a:ext>
            </a:extLst>
          </p:cNvPr>
          <p:cNvSpPr/>
          <p:nvPr/>
        </p:nvSpPr>
        <p:spPr bwMode="auto">
          <a:xfrm rot="5400000">
            <a:off x="433634" y="2564113"/>
            <a:ext cx="148572" cy="148572"/>
          </a:xfrm>
          <a:prstGeom prst="ellipse">
            <a:avLst/>
          </a:prstGeom>
          <a:solidFill>
            <a:srgbClr val="EFF1FE"/>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3350" tIns="106680" rIns="133350" bIns="106680" numCol="1" spcCol="0" rtlCol="0" fromWordArt="0" anchor="t" anchorCtr="0" forceAA="0" compatLnSpc="1">
            <a:prstTxWarp prst="textNoShape">
              <a:avLst/>
            </a:prstTxWarp>
            <a:noAutofit/>
          </a:bodyPr>
          <a:lstStyle/>
          <a:p>
            <a:pPr marL="0" marR="0" lvl="0" indent="0" algn="l" defTabSz="679959" rtl="0" eaLnBrk="1" fontAlgn="base" latinLnBrk="0" hangingPunct="1">
              <a:lnSpc>
                <a:spcPct val="100000"/>
              </a:lnSpc>
              <a:spcBef>
                <a:spcPct val="0"/>
              </a:spcBef>
              <a:spcAft>
                <a:spcPct val="0"/>
              </a:spcAft>
              <a:buClrTx/>
              <a:buSzTx/>
              <a:buFontTx/>
              <a:buNone/>
              <a:tabLst/>
              <a:defRPr/>
            </a:pPr>
            <a:endParaRPr kumimoji="0" lang="en-US" sz="1458" b="0" i="0" u="none" strike="noStrike" kern="1200" cap="none" spc="0" normalizeH="0" baseline="0" noProof="0">
              <a:ln>
                <a:noFill/>
              </a:ln>
              <a:solidFill>
                <a:srgbClr val="000000"/>
              </a:solidFill>
              <a:effectLst/>
              <a:uLnTx/>
              <a:uFillTx/>
              <a:latin typeface="Segoe Sans Display"/>
              <a:ea typeface="Segoe UI" pitchFamily="34" charset="0"/>
              <a:cs typeface="Segoe UI" pitchFamily="34" charset="0"/>
            </a:endParaRPr>
          </a:p>
        </p:txBody>
      </p:sp>
      <p:sp>
        <p:nvSpPr>
          <p:cNvPr id="31" name="Oval 30">
            <a:extLst>
              <a:ext uri="{FF2B5EF4-FFF2-40B4-BE49-F238E27FC236}">
                <a16:creationId xmlns:a16="http://schemas.microsoft.com/office/drawing/2014/main" id="{45DAB1B1-F0C5-F7A8-3FA2-0729BC8E396E}"/>
              </a:ext>
            </a:extLst>
          </p:cNvPr>
          <p:cNvSpPr/>
          <p:nvPr/>
        </p:nvSpPr>
        <p:spPr bwMode="auto">
          <a:xfrm rot="5400000">
            <a:off x="433634" y="2761866"/>
            <a:ext cx="148572" cy="148572"/>
          </a:xfrm>
          <a:prstGeom prst="ellipse">
            <a:avLst/>
          </a:prstGeom>
          <a:solidFill>
            <a:srgbClr val="EFF1FE"/>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3350" tIns="106680" rIns="133350" bIns="106680" numCol="1" spcCol="0" rtlCol="0" fromWordArt="0" anchor="t" anchorCtr="0" forceAA="0" compatLnSpc="1">
            <a:prstTxWarp prst="textNoShape">
              <a:avLst/>
            </a:prstTxWarp>
            <a:noAutofit/>
          </a:bodyPr>
          <a:lstStyle/>
          <a:p>
            <a:pPr marL="0" marR="0" lvl="0" indent="0" algn="l" defTabSz="679959" rtl="0" eaLnBrk="1" fontAlgn="base" latinLnBrk="0" hangingPunct="1">
              <a:lnSpc>
                <a:spcPct val="100000"/>
              </a:lnSpc>
              <a:spcBef>
                <a:spcPct val="0"/>
              </a:spcBef>
              <a:spcAft>
                <a:spcPct val="0"/>
              </a:spcAft>
              <a:buClrTx/>
              <a:buSzTx/>
              <a:buFontTx/>
              <a:buNone/>
              <a:tabLst/>
              <a:defRPr/>
            </a:pPr>
            <a:endParaRPr kumimoji="0" lang="en-US" sz="1458" b="0" i="0" u="none" strike="noStrike" kern="1200" cap="none" spc="0" normalizeH="0" baseline="0" noProof="0">
              <a:ln>
                <a:noFill/>
              </a:ln>
              <a:solidFill>
                <a:srgbClr val="000000"/>
              </a:solidFill>
              <a:effectLst/>
              <a:uLnTx/>
              <a:uFillTx/>
              <a:latin typeface="Segoe Sans Display"/>
              <a:ea typeface="Segoe UI" pitchFamily="34" charset="0"/>
              <a:cs typeface="Segoe UI" pitchFamily="34" charset="0"/>
            </a:endParaRPr>
          </a:p>
        </p:txBody>
      </p:sp>
      <p:sp>
        <p:nvSpPr>
          <p:cNvPr id="38" name="Oval 37">
            <a:extLst>
              <a:ext uri="{FF2B5EF4-FFF2-40B4-BE49-F238E27FC236}">
                <a16:creationId xmlns:a16="http://schemas.microsoft.com/office/drawing/2014/main" id="{8888197B-911A-71EA-3511-E84B9E658241}"/>
              </a:ext>
            </a:extLst>
          </p:cNvPr>
          <p:cNvSpPr/>
          <p:nvPr/>
        </p:nvSpPr>
        <p:spPr bwMode="auto">
          <a:xfrm rot="5400000">
            <a:off x="433634" y="2962708"/>
            <a:ext cx="148572" cy="148572"/>
          </a:xfrm>
          <a:prstGeom prst="ellipse">
            <a:avLst/>
          </a:prstGeom>
          <a:solidFill>
            <a:srgbClr val="EFF1FE"/>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3350" tIns="106680" rIns="133350" bIns="106680" numCol="1" spcCol="0" rtlCol="0" fromWordArt="0" anchor="t" anchorCtr="0" forceAA="0" compatLnSpc="1">
            <a:prstTxWarp prst="textNoShape">
              <a:avLst/>
            </a:prstTxWarp>
            <a:noAutofit/>
          </a:bodyPr>
          <a:lstStyle/>
          <a:p>
            <a:pPr marL="0" marR="0" lvl="0" indent="0" algn="l" defTabSz="679959" rtl="0" eaLnBrk="1" fontAlgn="base" latinLnBrk="0" hangingPunct="1">
              <a:lnSpc>
                <a:spcPct val="100000"/>
              </a:lnSpc>
              <a:spcBef>
                <a:spcPct val="0"/>
              </a:spcBef>
              <a:spcAft>
                <a:spcPct val="0"/>
              </a:spcAft>
              <a:buClrTx/>
              <a:buSzTx/>
              <a:buFontTx/>
              <a:buNone/>
              <a:tabLst/>
              <a:defRPr/>
            </a:pPr>
            <a:endParaRPr kumimoji="0" lang="en-US" sz="1458" b="0" i="0" u="none" strike="noStrike" kern="1200" cap="none" spc="0" normalizeH="0" baseline="0" noProof="0">
              <a:ln>
                <a:noFill/>
              </a:ln>
              <a:solidFill>
                <a:srgbClr val="000000"/>
              </a:solidFill>
              <a:effectLst/>
              <a:uLnTx/>
              <a:uFillTx/>
              <a:latin typeface="Segoe Sans Display"/>
              <a:ea typeface="Segoe UI" pitchFamily="34" charset="0"/>
              <a:cs typeface="Segoe UI" pitchFamily="34" charset="0"/>
            </a:endParaRPr>
          </a:p>
        </p:txBody>
      </p:sp>
      <p:sp>
        <p:nvSpPr>
          <p:cNvPr id="50" name="Oval 49">
            <a:extLst>
              <a:ext uri="{FF2B5EF4-FFF2-40B4-BE49-F238E27FC236}">
                <a16:creationId xmlns:a16="http://schemas.microsoft.com/office/drawing/2014/main" id="{E93AF227-A5CB-98A3-A8F8-754B3015D02B}"/>
              </a:ext>
            </a:extLst>
          </p:cNvPr>
          <p:cNvSpPr/>
          <p:nvPr/>
        </p:nvSpPr>
        <p:spPr bwMode="auto">
          <a:xfrm rot="5400000">
            <a:off x="433634" y="3168367"/>
            <a:ext cx="148572" cy="148572"/>
          </a:xfrm>
          <a:prstGeom prst="ellipse">
            <a:avLst/>
          </a:prstGeom>
          <a:solidFill>
            <a:srgbClr val="EFF1FE"/>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3350" tIns="106680" rIns="133350" bIns="106680" numCol="1" spcCol="0" rtlCol="0" fromWordArt="0" anchor="t" anchorCtr="0" forceAA="0" compatLnSpc="1">
            <a:prstTxWarp prst="textNoShape">
              <a:avLst/>
            </a:prstTxWarp>
            <a:noAutofit/>
          </a:bodyPr>
          <a:lstStyle/>
          <a:p>
            <a:pPr marL="0" marR="0" lvl="0" indent="0" algn="l" defTabSz="679959" rtl="0" eaLnBrk="1" fontAlgn="base" latinLnBrk="0" hangingPunct="1">
              <a:lnSpc>
                <a:spcPct val="100000"/>
              </a:lnSpc>
              <a:spcBef>
                <a:spcPct val="0"/>
              </a:spcBef>
              <a:spcAft>
                <a:spcPct val="0"/>
              </a:spcAft>
              <a:buClrTx/>
              <a:buSzTx/>
              <a:buFontTx/>
              <a:buNone/>
              <a:tabLst/>
              <a:defRPr/>
            </a:pPr>
            <a:endParaRPr kumimoji="0" lang="en-US" sz="1458" b="0" i="0" u="none" strike="noStrike" kern="1200" cap="none" spc="0" normalizeH="0" baseline="0" noProof="0">
              <a:ln>
                <a:noFill/>
              </a:ln>
              <a:solidFill>
                <a:srgbClr val="000000"/>
              </a:solidFill>
              <a:effectLst/>
              <a:uLnTx/>
              <a:uFillTx/>
              <a:latin typeface="Segoe Sans Display"/>
              <a:ea typeface="Segoe UI" pitchFamily="34" charset="0"/>
              <a:cs typeface="Segoe UI" pitchFamily="34" charset="0"/>
            </a:endParaRPr>
          </a:p>
        </p:txBody>
      </p:sp>
      <p:sp>
        <p:nvSpPr>
          <p:cNvPr id="61" name="Oval 60">
            <a:extLst>
              <a:ext uri="{FF2B5EF4-FFF2-40B4-BE49-F238E27FC236}">
                <a16:creationId xmlns:a16="http://schemas.microsoft.com/office/drawing/2014/main" id="{B02988BA-DDBB-800B-2D22-DE542A838E5E}"/>
              </a:ext>
            </a:extLst>
          </p:cNvPr>
          <p:cNvSpPr/>
          <p:nvPr/>
        </p:nvSpPr>
        <p:spPr bwMode="auto">
          <a:xfrm rot="5400000">
            <a:off x="433634" y="3365892"/>
            <a:ext cx="148572" cy="148572"/>
          </a:xfrm>
          <a:prstGeom prst="ellipse">
            <a:avLst/>
          </a:prstGeom>
          <a:solidFill>
            <a:srgbClr val="EFF1FE"/>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3350" tIns="106680" rIns="133350" bIns="106680" numCol="1" spcCol="0" rtlCol="0" fromWordArt="0" anchor="t" anchorCtr="0" forceAA="0" compatLnSpc="1">
            <a:prstTxWarp prst="textNoShape">
              <a:avLst/>
            </a:prstTxWarp>
            <a:noAutofit/>
          </a:bodyPr>
          <a:lstStyle/>
          <a:p>
            <a:pPr marL="0" marR="0" lvl="0" indent="0" algn="l" defTabSz="679959" rtl="0" eaLnBrk="1" fontAlgn="base" latinLnBrk="0" hangingPunct="1">
              <a:lnSpc>
                <a:spcPct val="100000"/>
              </a:lnSpc>
              <a:spcBef>
                <a:spcPct val="0"/>
              </a:spcBef>
              <a:spcAft>
                <a:spcPct val="0"/>
              </a:spcAft>
              <a:buClrTx/>
              <a:buSzTx/>
              <a:buFontTx/>
              <a:buNone/>
              <a:tabLst/>
              <a:defRPr/>
            </a:pPr>
            <a:endParaRPr kumimoji="0" lang="en-US" sz="1458" b="0" i="0" u="none" strike="noStrike" kern="1200" cap="none" spc="0" normalizeH="0" baseline="0" noProof="0">
              <a:ln>
                <a:noFill/>
              </a:ln>
              <a:solidFill>
                <a:srgbClr val="000000"/>
              </a:solidFill>
              <a:effectLst/>
              <a:uLnTx/>
              <a:uFillTx/>
              <a:latin typeface="Segoe Sans Display"/>
              <a:ea typeface="Segoe UI" pitchFamily="34" charset="0"/>
              <a:cs typeface="Segoe UI" pitchFamily="34" charset="0"/>
            </a:endParaRPr>
          </a:p>
        </p:txBody>
      </p:sp>
      <p:sp>
        <p:nvSpPr>
          <p:cNvPr id="1024" name="Oval 1023">
            <a:extLst>
              <a:ext uri="{FF2B5EF4-FFF2-40B4-BE49-F238E27FC236}">
                <a16:creationId xmlns:a16="http://schemas.microsoft.com/office/drawing/2014/main" id="{0C42FE4B-C842-F550-88AD-35AC2B5E35B1}"/>
              </a:ext>
            </a:extLst>
          </p:cNvPr>
          <p:cNvSpPr/>
          <p:nvPr/>
        </p:nvSpPr>
        <p:spPr bwMode="auto">
          <a:xfrm rot="5400000">
            <a:off x="433634" y="3563477"/>
            <a:ext cx="148572" cy="148572"/>
          </a:xfrm>
          <a:prstGeom prst="ellipse">
            <a:avLst/>
          </a:prstGeom>
          <a:solidFill>
            <a:srgbClr val="EFF1FE"/>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3350" tIns="106680" rIns="133350" bIns="106680" numCol="1" spcCol="0" rtlCol="0" fromWordArt="0" anchor="t" anchorCtr="0" forceAA="0" compatLnSpc="1">
            <a:prstTxWarp prst="textNoShape">
              <a:avLst/>
            </a:prstTxWarp>
            <a:noAutofit/>
          </a:bodyPr>
          <a:lstStyle/>
          <a:p>
            <a:pPr marL="0" marR="0" lvl="0" indent="0" algn="l" defTabSz="679959" rtl="0" eaLnBrk="1" fontAlgn="base" latinLnBrk="0" hangingPunct="1">
              <a:lnSpc>
                <a:spcPct val="100000"/>
              </a:lnSpc>
              <a:spcBef>
                <a:spcPct val="0"/>
              </a:spcBef>
              <a:spcAft>
                <a:spcPct val="0"/>
              </a:spcAft>
              <a:buClrTx/>
              <a:buSzTx/>
              <a:buFontTx/>
              <a:buNone/>
              <a:tabLst/>
              <a:defRPr/>
            </a:pPr>
            <a:endParaRPr kumimoji="0" lang="en-US" sz="1458" b="0" i="0" u="none" strike="noStrike" kern="1200" cap="none" spc="0" normalizeH="0" baseline="0" noProof="0">
              <a:ln>
                <a:noFill/>
              </a:ln>
              <a:solidFill>
                <a:srgbClr val="000000"/>
              </a:solidFill>
              <a:effectLst/>
              <a:uLnTx/>
              <a:uFillTx/>
              <a:latin typeface="Segoe Sans Display"/>
              <a:ea typeface="Segoe UI" pitchFamily="34" charset="0"/>
              <a:cs typeface="Segoe UI" pitchFamily="34" charset="0"/>
            </a:endParaRPr>
          </a:p>
        </p:txBody>
      </p:sp>
      <p:grpSp>
        <p:nvGrpSpPr>
          <p:cNvPr id="1063" name="Group 1062">
            <a:extLst>
              <a:ext uri="{FF2B5EF4-FFF2-40B4-BE49-F238E27FC236}">
                <a16:creationId xmlns:a16="http://schemas.microsoft.com/office/drawing/2014/main" id="{6660ECC1-4C46-BF2C-5780-3C94F0C44789}"/>
              </a:ext>
            </a:extLst>
          </p:cNvPr>
          <p:cNvGrpSpPr/>
          <p:nvPr/>
        </p:nvGrpSpPr>
        <p:grpSpPr>
          <a:xfrm>
            <a:off x="697954" y="4432306"/>
            <a:ext cx="1684638" cy="712221"/>
            <a:chOff x="740180" y="5452435"/>
            <a:chExt cx="2310360" cy="976760"/>
          </a:xfrm>
        </p:grpSpPr>
        <p:grpSp>
          <p:nvGrpSpPr>
            <p:cNvPr id="1064" name="Group 1063">
              <a:extLst>
                <a:ext uri="{FF2B5EF4-FFF2-40B4-BE49-F238E27FC236}">
                  <a16:creationId xmlns:a16="http://schemas.microsoft.com/office/drawing/2014/main" id="{01C0C7BE-D653-1442-90E2-C8B6D8FBE711}"/>
                </a:ext>
              </a:extLst>
            </p:cNvPr>
            <p:cNvGrpSpPr/>
            <p:nvPr/>
          </p:nvGrpSpPr>
          <p:grpSpPr>
            <a:xfrm>
              <a:off x="740180" y="5452435"/>
              <a:ext cx="864342" cy="976760"/>
              <a:chOff x="939058" y="4083045"/>
              <a:chExt cx="2354831" cy="2661104"/>
            </a:xfrm>
          </p:grpSpPr>
          <p:sp>
            <p:nvSpPr>
              <p:cNvPr id="1081" name="Rectangle: Rounded Corners 1080">
                <a:extLst>
                  <a:ext uri="{FF2B5EF4-FFF2-40B4-BE49-F238E27FC236}">
                    <a16:creationId xmlns:a16="http://schemas.microsoft.com/office/drawing/2014/main" id="{53878C83-1755-2031-6B73-AEC141B43DE7}"/>
                  </a:ext>
                </a:extLst>
              </p:cNvPr>
              <p:cNvSpPr/>
              <p:nvPr/>
            </p:nvSpPr>
            <p:spPr bwMode="auto">
              <a:xfrm>
                <a:off x="939058" y="4083045"/>
                <a:ext cx="2354831" cy="2354831"/>
              </a:xfrm>
              <a:prstGeom prst="roundRect">
                <a:avLst>
                  <a:gd name="adj" fmla="val 5387"/>
                </a:avLst>
              </a:prstGeom>
              <a:solidFill>
                <a:sysClr val="window" lastClr="FFFFFF">
                  <a:alpha val="11000"/>
                </a:sysClr>
              </a:solidFill>
              <a:ln w="12700">
                <a:gradFill flip="none" rotWithShape="1">
                  <a:gsLst>
                    <a:gs pos="15000">
                      <a:srgbClr val="62D2C1"/>
                    </a:gs>
                    <a:gs pos="31000">
                      <a:srgbClr val="89C1FC"/>
                    </a:gs>
                    <a:gs pos="100000">
                      <a:srgbClr val="F8A64C"/>
                    </a:gs>
                    <a:gs pos="76000">
                      <a:srgbClr val="EB83D6"/>
                    </a:gs>
                  </a:gsLst>
                  <a:lin ang="13500000" scaled="1"/>
                  <a:tileRect/>
                </a:gradFill>
                <a:headEnd type="none" w="med" len="med"/>
                <a:tailEnd type="none" w="med" len="med"/>
              </a:ln>
              <a:effectLst>
                <a:outerShdw blurRad="152400" dist="50800" dir="5400000" algn="ctr" rotWithShape="0">
                  <a:srgbClr val="000000">
                    <a:alpha val="25000"/>
                  </a:srgb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90500" tIns="152400" rIns="190500" bIns="152400" numCol="1" spcCol="0" rtlCol="0" fromWordArt="0" anchor="t"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l" defTabSz="971391" rtl="0" eaLnBrk="1" fontAlgn="base" latinLnBrk="0" hangingPunct="1">
                  <a:lnSpc>
                    <a:spcPct val="100000"/>
                  </a:lnSpc>
                  <a:spcBef>
                    <a:spcPct val="0"/>
                  </a:spcBef>
                  <a:spcAft>
                    <a:spcPct val="0"/>
                  </a:spcAft>
                  <a:buClrTx/>
                  <a:buSzTx/>
                  <a:buFontTx/>
                  <a:buNone/>
                  <a:tabLst/>
                  <a:defRPr/>
                </a:pPr>
                <a:endParaRPr kumimoji="0" lang="en-US" sz="2083" b="0" i="0" u="none" strike="noStrike" kern="1200" cap="none" spc="0" normalizeH="0" baseline="0" noProof="0">
                  <a:ln>
                    <a:noFill/>
                  </a:ln>
                  <a:noFill/>
                  <a:effectLst/>
                  <a:uLnTx/>
                  <a:uFillTx/>
                  <a:latin typeface="Segoe UI Variable Display Semib" pitchFamily="2" charset="0"/>
                  <a:ea typeface="+mn-ea"/>
                  <a:cs typeface="Segoe UI" pitchFamily="34" charset="0"/>
                </a:endParaRPr>
              </a:p>
            </p:txBody>
          </p:sp>
          <p:pic>
            <p:nvPicPr>
              <p:cNvPr id="1082" name="Picture 10">
                <a:extLst>
                  <a:ext uri="{FF2B5EF4-FFF2-40B4-BE49-F238E27FC236}">
                    <a16:creationId xmlns:a16="http://schemas.microsoft.com/office/drawing/2014/main" id="{18F36790-2CD4-7F3C-74E5-76386473239C}"/>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044911" y="4091911"/>
                <a:ext cx="2143125" cy="2143125"/>
              </a:xfrm>
              <a:prstGeom prst="rect">
                <a:avLst/>
              </a:prstGeom>
              <a:noFill/>
              <a:extLst>
                <a:ext uri="{909E8E84-426E-40DD-AFC4-6F175D3DCCD1}">
                  <a14:hiddenFill xmlns:a14="http://schemas.microsoft.com/office/drawing/2010/main">
                    <a:solidFill>
                      <a:srgbClr val="FFFFFF"/>
                    </a:solidFill>
                  </a14:hiddenFill>
                </a:ext>
              </a:extLst>
            </p:spPr>
          </p:pic>
          <p:pic>
            <p:nvPicPr>
              <p:cNvPr id="1083" name="Picture 8" descr="Microsoft 365 Copilot UI Icon">
                <a:extLst>
                  <a:ext uri="{FF2B5EF4-FFF2-40B4-BE49-F238E27FC236}">
                    <a16:creationId xmlns:a16="http://schemas.microsoft.com/office/drawing/2014/main" id="{9E463DF1-5DF3-84B0-DE5F-C5889FDA182D}"/>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2527755" y="4257874"/>
                <a:ext cx="614960" cy="583288"/>
              </a:xfrm>
              <a:prstGeom prst="rect">
                <a:avLst/>
              </a:prstGeom>
              <a:noFill/>
              <a:extLst>
                <a:ext uri="{909E8E84-426E-40DD-AFC4-6F175D3DCCD1}">
                  <a14:hiddenFill xmlns:a14="http://schemas.microsoft.com/office/drawing/2010/main">
                    <a:solidFill>
                      <a:srgbClr val="FFFFFF"/>
                    </a:solidFill>
                  </a14:hiddenFill>
                </a:ext>
              </a:extLst>
            </p:spPr>
          </p:pic>
          <p:sp>
            <p:nvSpPr>
              <p:cNvPr id="1084" name="TextBox 1083">
                <a:extLst>
                  <a:ext uri="{FF2B5EF4-FFF2-40B4-BE49-F238E27FC236}">
                    <a16:creationId xmlns:a16="http://schemas.microsoft.com/office/drawing/2014/main" id="{4F00A7CA-5C83-22BE-00F6-F74C5423D371}"/>
                  </a:ext>
                </a:extLst>
              </p:cNvPr>
              <p:cNvSpPr txBox="1"/>
              <p:nvPr/>
            </p:nvSpPr>
            <p:spPr>
              <a:xfrm>
                <a:off x="1349563" y="5979426"/>
                <a:ext cx="1487689" cy="764723"/>
              </a:xfrm>
              <a:prstGeom prst="rect">
                <a:avLst/>
              </a:prstGeom>
              <a:noFill/>
            </p:spPr>
            <p:txBody>
              <a:bodyPr wrap="square">
                <a:spAutoFit/>
              </a:bodyPr>
              <a:lstStyle/>
              <a:p>
                <a:pPr marL="0" marR="0" lvl="0" indent="0" algn="ctr" defTabSz="333390" rtl="0" eaLnBrk="1" fontAlgn="auto" latinLnBrk="0" hangingPunct="1">
                  <a:lnSpc>
                    <a:spcPct val="100000"/>
                  </a:lnSpc>
                  <a:spcBef>
                    <a:spcPts val="0"/>
                  </a:spcBef>
                  <a:spcAft>
                    <a:spcPts val="0"/>
                  </a:spcAft>
                  <a:buClrTx/>
                  <a:buSzTx/>
                  <a:buFontTx/>
                  <a:buNone/>
                  <a:tabLst/>
                  <a:defRPr/>
                </a:pPr>
                <a:r>
                  <a:rPr kumimoji="0" lang="en-US" sz="365" b="1" i="0" u="none" strike="noStrike" kern="1200" cap="none" spc="0" normalizeH="0" baseline="0" noProof="0">
                    <a:ln>
                      <a:noFill/>
                    </a:ln>
                    <a:solidFill>
                      <a:srgbClr val="000000"/>
                    </a:solidFill>
                    <a:effectLst/>
                    <a:uLnTx/>
                    <a:uFillTx/>
                    <a:latin typeface="Segoe UI"/>
                    <a:ea typeface="+mn-ea"/>
                    <a:cs typeface="+mn-cs"/>
                  </a:rPr>
                  <a:t>You at work</a:t>
                </a:r>
              </a:p>
            </p:txBody>
          </p:sp>
        </p:grpSp>
        <p:grpSp>
          <p:nvGrpSpPr>
            <p:cNvPr id="1065" name="Group 1064">
              <a:extLst>
                <a:ext uri="{FF2B5EF4-FFF2-40B4-BE49-F238E27FC236}">
                  <a16:creationId xmlns:a16="http://schemas.microsoft.com/office/drawing/2014/main" id="{FD3276F2-BBA0-C4AA-8676-25E363176EE9}"/>
                </a:ext>
              </a:extLst>
            </p:cNvPr>
            <p:cNvGrpSpPr/>
            <p:nvPr/>
          </p:nvGrpSpPr>
          <p:grpSpPr>
            <a:xfrm>
              <a:off x="1604522" y="5574713"/>
              <a:ext cx="907112" cy="624417"/>
              <a:chOff x="1604522" y="5574713"/>
              <a:chExt cx="655735" cy="624417"/>
            </a:xfrm>
          </p:grpSpPr>
          <p:cxnSp>
            <p:nvCxnSpPr>
              <p:cNvPr id="1079" name="Straight Connector 1078">
                <a:extLst>
                  <a:ext uri="{FF2B5EF4-FFF2-40B4-BE49-F238E27FC236}">
                    <a16:creationId xmlns:a16="http://schemas.microsoft.com/office/drawing/2014/main" id="{C5B765CB-B99C-E173-97F5-4D168A897849}"/>
                  </a:ext>
                </a:extLst>
              </p:cNvPr>
              <p:cNvCxnSpPr>
                <a:cxnSpLocks/>
              </p:cNvCxnSpPr>
              <p:nvPr/>
            </p:nvCxnSpPr>
            <p:spPr>
              <a:xfrm flipH="1">
                <a:off x="1604522" y="6199130"/>
                <a:ext cx="655735" cy="0"/>
              </a:xfrm>
              <a:prstGeom prst="line">
                <a:avLst/>
              </a:prstGeom>
              <a:ln w="9525">
                <a:solidFill>
                  <a:srgbClr val="61D0BF"/>
                </a:solidFill>
                <a:headEnd type="none" w="lg" len="med"/>
                <a:tailEnd type="none" w="lg" len="med"/>
              </a:ln>
              <a:effectLst>
                <a:outerShdw blurRad="152400" dist="50800" dir="5400000" algn="tl" rotWithShape="0">
                  <a:prstClr val="black">
                    <a:alpha val="25000"/>
                  </a:prstClr>
                </a:outerShdw>
              </a:effectLst>
            </p:spPr>
            <p:style>
              <a:lnRef idx="1">
                <a:schemeClr val="accent1"/>
              </a:lnRef>
              <a:fillRef idx="0">
                <a:schemeClr val="accent1"/>
              </a:fillRef>
              <a:effectRef idx="0">
                <a:schemeClr val="accent1"/>
              </a:effectRef>
              <a:fontRef idx="minor">
                <a:schemeClr val="tx1"/>
              </a:fontRef>
            </p:style>
          </p:cxnSp>
          <p:cxnSp>
            <p:nvCxnSpPr>
              <p:cNvPr id="1080" name="Straight Connector 1079">
                <a:extLst>
                  <a:ext uri="{FF2B5EF4-FFF2-40B4-BE49-F238E27FC236}">
                    <a16:creationId xmlns:a16="http://schemas.microsoft.com/office/drawing/2014/main" id="{4F67A21E-7E21-B27E-448B-090BBBD346DA}"/>
                  </a:ext>
                </a:extLst>
              </p:cNvPr>
              <p:cNvCxnSpPr>
                <a:cxnSpLocks/>
              </p:cNvCxnSpPr>
              <p:nvPr/>
            </p:nvCxnSpPr>
            <p:spPr>
              <a:xfrm flipH="1">
                <a:off x="1604522" y="5574713"/>
                <a:ext cx="655735" cy="0"/>
              </a:xfrm>
              <a:prstGeom prst="line">
                <a:avLst/>
              </a:prstGeom>
              <a:ln w="9525">
                <a:solidFill>
                  <a:srgbClr val="A6ADEF"/>
                </a:solidFill>
                <a:headEnd type="none" w="lg" len="med"/>
                <a:tailEnd type="none" w="lg" len="med"/>
              </a:ln>
              <a:effectLst>
                <a:outerShdw blurRad="152400" dist="50800" dir="5400000" algn="tl" rotWithShape="0">
                  <a:prstClr val="black">
                    <a:alpha val="25000"/>
                  </a:prstClr>
                </a:outerShdw>
              </a:effectLst>
            </p:spPr>
            <p:style>
              <a:lnRef idx="1">
                <a:schemeClr val="accent1"/>
              </a:lnRef>
              <a:fillRef idx="0">
                <a:schemeClr val="accent1"/>
              </a:fillRef>
              <a:effectRef idx="0">
                <a:schemeClr val="accent1"/>
              </a:effectRef>
              <a:fontRef idx="minor">
                <a:schemeClr val="tx1"/>
              </a:fontRef>
            </p:style>
          </p:cxnSp>
        </p:grpSp>
        <p:cxnSp>
          <p:nvCxnSpPr>
            <p:cNvPr id="1066" name="Straight Connector 1065">
              <a:extLst>
                <a:ext uri="{FF2B5EF4-FFF2-40B4-BE49-F238E27FC236}">
                  <a16:creationId xmlns:a16="http://schemas.microsoft.com/office/drawing/2014/main" id="{25A7CCF6-50E6-BF83-AB71-606558B3E57D}"/>
                </a:ext>
              </a:extLst>
            </p:cNvPr>
            <p:cNvCxnSpPr>
              <a:cxnSpLocks/>
            </p:cNvCxnSpPr>
            <p:nvPr/>
          </p:nvCxnSpPr>
          <p:spPr>
            <a:xfrm flipH="1">
              <a:off x="1604522" y="5894330"/>
              <a:ext cx="446528" cy="0"/>
            </a:xfrm>
            <a:prstGeom prst="line">
              <a:avLst/>
            </a:prstGeom>
            <a:ln w="9525">
              <a:solidFill>
                <a:srgbClr val="82C4F1"/>
              </a:solidFill>
              <a:headEnd type="none" w="lg" len="med"/>
              <a:tailEnd type="none" w="lg" len="med"/>
            </a:ln>
            <a:effectLst>
              <a:outerShdw blurRad="152400" dist="50800" dir="5400000" algn="tl" rotWithShape="0">
                <a:prstClr val="black">
                  <a:alpha val="25000"/>
                </a:prstClr>
              </a:outerShdw>
            </a:effectLst>
          </p:spPr>
          <p:style>
            <a:lnRef idx="1">
              <a:schemeClr val="accent1"/>
            </a:lnRef>
            <a:fillRef idx="0">
              <a:schemeClr val="accent1"/>
            </a:fillRef>
            <a:effectRef idx="0">
              <a:schemeClr val="accent1"/>
            </a:effectRef>
            <a:fontRef idx="minor">
              <a:schemeClr val="tx1"/>
            </a:fontRef>
          </p:style>
        </p:cxnSp>
        <p:grpSp>
          <p:nvGrpSpPr>
            <p:cNvPr id="1067" name="Group 1066">
              <a:extLst>
                <a:ext uri="{FF2B5EF4-FFF2-40B4-BE49-F238E27FC236}">
                  <a16:creationId xmlns:a16="http://schemas.microsoft.com/office/drawing/2014/main" id="{C749026A-2B2C-E07C-67EA-6795570664D3}"/>
                </a:ext>
              </a:extLst>
            </p:cNvPr>
            <p:cNvGrpSpPr/>
            <p:nvPr/>
          </p:nvGrpSpPr>
          <p:grpSpPr>
            <a:xfrm>
              <a:off x="2346143" y="5458784"/>
              <a:ext cx="704397" cy="333836"/>
              <a:chOff x="2229303" y="5458784"/>
              <a:chExt cx="704397" cy="333836"/>
            </a:xfrm>
          </p:grpSpPr>
          <p:sp>
            <p:nvSpPr>
              <p:cNvPr id="1076" name="Rectangle: Rounded Corners 1075">
                <a:extLst>
                  <a:ext uri="{FF2B5EF4-FFF2-40B4-BE49-F238E27FC236}">
                    <a16:creationId xmlns:a16="http://schemas.microsoft.com/office/drawing/2014/main" id="{C2A62E4C-8946-49B2-F00F-25CA2E0FBD14}"/>
                  </a:ext>
                </a:extLst>
              </p:cNvPr>
              <p:cNvSpPr/>
              <p:nvPr/>
            </p:nvSpPr>
            <p:spPr bwMode="auto">
              <a:xfrm>
                <a:off x="2229303" y="5458784"/>
                <a:ext cx="704397" cy="244409"/>
              </a:xfrm>
              <a:prstGeom prst="roundRect">
                <a:avLst>
                  <a:gd name="adj" fmla="val 17596"/>
                </a:avLst>
              </a:prstGeom>
              <a:solidFill>
                <a:schemeClr val="bg1"/>
              </a:solidFill>
              <a:ln>
                <a:noFill/>
                <a:headEnd type="none" w="med" len="med"/>
                <a:tailEnd type="none" w="med" len="med"/>
              </a:ln>
              <a:effectLst>
                <a:outerShdw blurRad="127000" dist="38100" dir="2700000" algn="tl" rotWithShape="0">
                  <a:prstClr val="black">
                    <a:alpha val="11000"/>
                  </a:prst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3350" tIns="106680" rIns="133350" bIns="106680" numCol="1" spcCol="0" rtlCol="0" fromWordArt="0" anchor="t" anchorCtr="0" forceAA="0" compatLnSpc="1">
                <a:prstTxWarp prst="textNoShape">
                  <a:avLst/>
                </a:prstTxWarp>
                <a:noAutofit/>
              </a:bodyPr>
              <a:lstStyle/>
              <a:p>
                <a:pPr marL="0" marR="0" lvl="0" indent="0" algn="l" defTabSz="679959" rtl="0" eaLnBrk="1" fontAlgn="base" latinLnBrk="0" hangingPunct="1">
                  <a:lnSpc>
                    <a:spcPct val="100000"/>
                  </a:lnSpc>
                  <a:spcBef>
                    <a:spcPct val="0"/>
                  </a:spcBef>
                  <a:spcAft>
                    <a:spcPct val="0"/>
                  </a:spcAft>
                  <a:buClrTx/>
                  <a:buSzTx/>
                  <a:buFontTx/>
                  <a:buNone/>
                  <a:tabLst/>
                  <a:defRPr/>
                </a:pPr>
                <a:endParaRPr kumimoji="0" lang="en-IN" sz="1458" b="0" i="0" u="none" strike="noStrike" kern="1200" cap="none" spc="0" normalizeH="0" baseline="0" noProof="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pic>
            <p:nvPicPr>
              <p:cNvPr id="1077" name="Picture 18" descr="A blue and purple clock with a black background&#10;&#10;AI-generated content may be incorrect.">
                <a:extLst>
                  <a:ext uri="{FF2B5EF4-FFF2-40B4-BE49-F238E27FC236}">
                    <a16:creationId xmlns:a16="http://schemas.microsoft.com/office/drawing/2014/main" id="{DB947B14-58F0-F031-9A4F-28EA42D7B046}"/>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2284845" y="5496005"/>
                <a:ext cx="166255" cy="166255"/>
              </a:xfrm>
              <a:prstGeom prst="rect">
                <a:avLst/>
              </a:prstGeom>
              <a:noFill/>
              <a:extLst>
                <a:ext uri="{909E8E84-426E-40DD-AFC4-6F175D3DCCD1}">
                  <a14:hiddenFill xmlns:a14="http://schemas.microsoft.com/office/drawing/2010/main">
                    <a:solidFill>
                      <a:srgbClr val="FFFFFF"/>
                    </a:solidFill>
                  </a14:hiddenFill>
                </a:ext>
              </a:extLst>
            </p:spPr>
          </p:pic>
          <p:sp>
            <p:nvSpPr>
              <p:cNvPr id="1078" name="TextBox 1077">
                <a:extLst>
                  <a:ext uri="{FF2B5EF4-FFF2-40B4-BE49-F238E27FC236}">
                    <a16:creationId xmlns:a16="http://schemas.microsoft.com/office/drawing/2014/main" id="{55880586-128A-F276-4E99-8451604752EA}"/>
                  </a:ext>
                </a:extLst>
              </p:cNvPr>
              <p:cNvSpPr txBox="1"/>
              <p:nvPr/>
            </p:nvSpPr>
            <p:spPr>
              <a:xfrm>
                <a:off x="2397169" y="5481151"/>
                <a:ext cx="509544" cy="311469"/>
              </a:xfrm>
              <a:prstGeom prst="rect">
                <a:avLst/>
              </a:prstGeom>
              <a:noFill/>
            </p:spPr>
            <p:txBody>
              <a:bodyPr wrap="square">
                <a:spAutoFit/>
              </a:bodyPr>
              <a:lstStyle/>
              <a:p>
                <a:pPr marL="0" marR="0" lvl="0" indent="0" algn="l" defTabSz="333390" rtl="0" eaLnBrk="1" fontAlgn="auto" latinLnBrk="0" hangingPunct="1">
                  <a:lnSpc>
                    <a:spcPct val="100000"/>
                  </a:lnSpc>
                  <a:spcBef>
                    <a:spcPts val="0"/>
                  </a:spcBef>
                  <a:spcAft>
                    <a:spcPts val="0"/>
                  </a:spcAft>
                  <a:buClrTx/>
                  <a:buSzTx/>
                  <a:buFontTx/>
                  <a:buNone/>
                  <a:tabLst/>
                  <a:defRPr/>
                </a:pPr>
                <a:r>
                  <a:rPr kumimoji="0" lang="en-US" sz="438" b="0" i="0" u="none" strike="noStrike" kern="1200" cap="none" spc="0" normalizeH="0" baseline="0" noProof="0">
                    <a:ln>
                      <a:noFill/>
                    </a:ln>
                    <a:solidFill>
                      <a:srgbClr val="000000"/>
                    </a:solidFill>
                    <a:effectLst/>
                    <a:uLnTx/>
                    <a:uFillTx/>
                    <a:latin typeface="Segoe UI Semibold"/>
                    <a:ea typeface="+mn-ea"/>
                    <a:cs typeface="+mn-cs"/>
                  </a:rPr>
                  <a:t>Memory​</a:t>
                </a:r>
              </a:p>
            </p:txBody>
          </p:sp>
        </p:grpSp>
        <p:grpSp>
          <p:nvGrpSpPr>
            <p:cNvPr id="1068" name="Group 1067">
              <a:extLst>
                <a:ext uri="{FF2B5EF4-FFF2-40B4-BE49-F238E27FC236}">
                  <a16:creationId xmlns:a16="http://schemas.microsoft.com/office/drawing/2014/main" id="{43B3EF8B-E6AE-7F20-2044-7E182F087723}"/>
                </a:ext>
              </a:extLst>
            </p:cNvPr>
            <p:cNvGrpSpPr/>
            <p:nvPr/>
          </p:nvGrpSpPr>
          <p:grpSpPr>
            <a:xfrm>
              <a:off x="1830270" y="5767854"/>
              <a:ext cx="741894" cy="338215"/>
              <a:chOff x="1713430" y="5767854"/>
              <a:chExt cx="741894" cy="338215"/>
            </a:xfrm>
          </p:grpSpPr>
          <p:sp>
            <p:nvSpPr>
              <p:cNvPr id="1073" name="Rectangle: Rounded Corners 1072">
                <a:extLst>
                  <a:ext uri="{FF2B5EF4-FFF2-40B4-BE49-F238E27FC236}">
                    <a16:creationId xmlns:a16="http://schemas.microsoft.com/office/drawing/2014/main" id="{8C3E9872-4EEC-E378-DB74-696DFB8B20F5}"/>
                  </a:ext>
                </a:extLst>
              </p:cNvPr>
              <p:cNvSpPr/>
              <p:nvPr/>
            </p:nvSpPr>
            <p:spPr bwMode="auto">
              <a:xfrm>
                <a:off x="1713430" y="5767854"/>
                <a:ext cx="704397" cy="244409"/>
              </a:xfrm>
              <a:prstGeom prst="roundRect">
                <a:avLst>
                  <a:gd name="adj" fmla="val 18462"/>
                </a:avLst>
              </a:prstGeom>
              <a:solidFill>
                <a:schemeClr val="bg1"/>
              </a:solidFill>
              <a:ln>
                <a:noFill/>
                <a:headEnd type="none" w="med" len="med"/>
                <a:tailEnd type="none" w="med" len="med"/>
              </a:ln>
              <a:effectLst>
                <a:outerShdw blurRad="127000" dist="38100" dir="2700000" algn="tl" rotWithShape="0">
                  <a:prstClr val="black">
                    <a:alpha val="11000"/>
                  </a:prst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3350" tIns="106680" rIns="133350" bIns="106680" numCol="1" spcCol="0" rtlCol="0" fromWordArt="0" anchor="t" anchorCtr="0" forceAA="0" compatLnSpc="1">
                <a:prstTxWarp prst="textNoShape">
                  <a:avLst/>
                </a:prstTxWarp>
                <a:noAutofit/>
              </a:bodyPr>
              <a:lstStyle/>
              <a:p>
                <a:pPr marL="0" marR="0" lvl="0" indent="0" algn="l" defTabSz="679959" rtl="0" eaLnBrk="1" fontAlgn="base" latinLnBrk="0" hangingPunct="1">
                  <a:lnSpc>
                    <a:spcPct val="100000"/>
                  </a:lnSpc>
                  <a:spcBef>
                    <a:spcPct val="0"/>
                  </a:spcBef>
                  <a:spcAft>
                    <a:spcPct val="0"/>
                  </a:spcAft>
                  <a:buClrTx/>
                  <a:buSzTx/>
                  <a:buFontTx/>
                  <a:buNone/>
                  <a:tabLst/>
                  <a:defRPr/>
                </a:pPr>
                <a:endParaRPr kumimoji="0" lang="en-IN" sz="1458"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pic>
            <p:nvPicPr>
              <p:cNvPr id="1074" name="Picture 16">
                <a:extLst>
                  <a:ext uri="{FF2B5EF4-FFF2-40B4-BE49-F238E27FC236}">
                    <a16:creationId xmlns:a16="http://schemas.microsoft.com/office/drawing/2014/main" id="{8CEA79F4-9183-0D44-8447-9F1D100658E6}"/>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1785919" y="5814001"/>
                <a:ext cx="160845" cy="160845"/>
              </a:xfrm>
              <a:prstGeom prst="rect">
                <a:avLst/>
              </a:prstGeom>
              <a:noFill/>
              <a:extLst>
                <a:ext uri="{909E8E84-426E-40DD-AFC4-6F175D3DCCD1}">
                  <a14:hiddenFill xmlns:a14="http://schemas.microsoft.com/office/drawing/2010/main">
                    <a:solidFill>
                      <a:srgbClr val="FFFFFF"/>
                    </a:solidFill>
                  </a14:hiddenFill>
                </a:ext>
              </a:extLst>
            </p:spPr>
          </p:pic>
          <p:sp>
            <p:nvSpPr>
              <p:cNvPr id="1075" name="TextBox 1074">
                <a:extLst>
                  <a:ext uri="{FF2B5EF4-FFF2-40B4-BE49-F238E27FC236}">
                    <a16:creationId xmlns:a16="http://schemas.microsoft.com/office/drawing/2014/main" id="{557D5DDB-7AB9-C555-3BCD-45D9AFDE0D56}"/>
                  </a:ext>
                </a:extLst>
              </p:cNvPr>
              <p:cNvSpPr txBox="1"/>
              <p:nvPr/>
            </p:nvSpPr>
            <p:spPr>
              <a:xfrm>
                <a:off x="1909267" y="5794600"/>
                <a:ext cx="546057" cy="311469"/>
              </a:xfrm>
              <a:prstGeom prst="rect">
                <a:avLst/>
              </a:prstGeom>
              <a:noFill/>
            </p:spPr>
            <p:txBody>
              <a:bodyPr wrap="square">
                <a:spAutoFit/>
              </a:bodyPr>
              <a:lstStyle/>
              <a:p>
                <a:pPr marL="0" marR="0" lvl="0" indent="0" algn="l" defTabSz="333390" rtl="0" eaLnBrk="1" fontAlgn="auto" latinLnBrk="0" hangingPunct="1">
                  <a:lnSpc>
                    <a:spcPct val="100000"/>
                  </a:lnSpc>
                  <a:spcBef>
                    <a:spcPts val="0"/>
                  </a:spcBef>
                  <a:spcAft>
                    <a:spcPts val="0"/>
                  </a:spcAft>
                  <a:buClrTx/>
                  <a:buSzTx/>
                  <a:buFontTx/>
                  <a:buNone/>
                  <a:tabLst/>
                  <a:defRPr/>
                </a:pPr>
                <a:r>
                  <a:rPr kumimoji="0" lang="en-US" sz="438" b="0" i="0" u="none" strike="noStrike" kern="1200" cap="none" spc="0" normalizeH="0" baseline="0" noProof="0">
                    <a:ln>
                      <a:noFill/>
                    </a:ln>
                    <a:solidFill>
                      <a:srgbClr val="000000"/>
                    </a:solidFill>
                    <a:effectLst/>
                    <a:uLnTx/>
                    <a:uFillTx/>
                    <a:latin typeface="Segoe UI Semibold"/>
                    <a:ea typeface="+mn-ea"/>
                    <a:cs typeface="+mn-cs"/>
                  </a:rPr>
                  <a:t>Inference</a:t>
                </a:r>
              </a:p>
            </p:txBody>
          </p:sp>
        </p:grpSp>
        <p:grpSp>
          <p:nvGrpSpPr>
            <p:cNvPr id="1069" name="Group 1068">
              <a:extLst>
                <a:ext uri="{FF2B5EF4-FFF2-40B4-BE49-F238E27FC236}">
                  <a16:creationId xmlns:a16="http://schemas.microsoft.com/office/drawing/2014/main" id="{6526F57E-2A7F-CF38-F076-48C557B21638}"/>
                </a:ext>
              </a:extLst>
            </p:cNvPr>
            <p:cNvGrpSpPr/>
            <p:nvPr/>
          </p:nvGrpSpPr>
          <p:grpSpPr>
            <a:xfrm>
              <a:off x="2420356" y="6076925"/>
              <a:ext cx="629238" cy="337362"/>
              <a:chOff x="2303516" y="6076925"/>
              <a:chExt cx="629238" cy="337362"/>
            </a:xfrm>
          </p:grpSpPr>
          <p:sp>
            <p:nvSpPr>
              <p:cNvPr id="1070" name="Rectangle: Rounded Corners 1069">
                <a:extLst>
                  <a:ext uri="{FF2B5EF4-FFF2-40B4-BE49-F238E27FC236}">
                    <a16:creationId xmlns:a16="http://schemas.microsoft.com/office/drawing/2014/main" id="{E1295FDA-0513-AD2D-626C-27BD90968213}"/>
                  </a:ext>
                </a:extLst>
              </p:cNvPr>
              <p:cNvSpPr/>
              <p:nvPr/>
            </p:nvSpPr>
            <p:spPr bwMode="auto">
              <a:xfrm>
                <a:off x="2303516" y="6076925"/>
                <a:ext cx="629238" cy="244409"/>
              </a:xfrm>
              <a:prstGeom prst="roundRect">
                <a:avLst>
                  <a:gd name="adj" fmla="val 19328"/>
                </a:avLst>
              </a:prstGeom>
              <a:solidFill>
                <a:schemeClr val="bg1"/>
              </a:solidFill>
              <a:ln>
                <a:noFill/>
                <a:headEnd type="none" w="med" len="med"/>
                <a:tailEnd type="none" w="med" len="med"/>
              </a:ln>
              <a:effectLst>
                <a:outerShdw blurRad="127000" dist="38100" dir="2700000" algn="tl" rotWithShape="0">
                  <a:prstClr val="black">
                    <a:alpha val="11000"/>
                  </a:prst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3350" tIns="106680" rIns="133350" bIns="106680" numCol="1" spcCol="0" rtlCol="0" fromWordArt="0" anchor="t" anchorCtr="0" forceAA="0" compatLnSpc="1">
                <a:prstTxWarp prst="textNoShape">
                  <a:avLst/>
                </a:prstTxWarp>
                <a:noAutofit/>
              </a:bodyPr>
              <a:lstStyle/>
              <a:p>
                <a:pPr marL="0" marR="0" lvl="0" indent="0" algn="l" defTabSz="679959" rtl="0" eaLnBrk="1" fontAlgn="base" latinLnBrk="0" hangingPunct="1">
                  <a:lnSpc>
                    <a:spcPct val="100000"/>
                  </a:lnSpc>
                  <a:spcBef>
                    <a:spcPct val="0"/>
                  </a:spcBef>
                  <a:spcAft>
                    <a:spcPct val="0"/>
                  </a:spcAft>
                  <a:buClrTx/>
                  <a:buSzTx/>
                  <a:buFontTx/>
                  <a:buNone/>
                  <a:tabLst/>
                  <a:defRPr/>
                </a:pPr>
                <a:endParaRPr kumimoji="0" lang="en-IN" sz="1458"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pic>
            <p:nvPicPr>
              <p:cNvPr id="1071" name="Picture 14">
                <a:extLst>
                  <a:ext uri="{FF2B5EF4-FFF2-40B4-BE49-F238E27FC236}">
                    <a16:creationId xmlns:a16="http://schemas.microsoft.com/office/drawing/2014/main" id="{B1D77B5F-09FC-A4BB-165E-F7E4109E1E7E}"/>
                  </a:ext>
                </a:extLst>
              </p:cNvPr>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2372784" y="6121893"/>
                <a:ext cx="154473" cy="154473"/>
              </a:xfrm>
              <a:prstGeom prst="rect">
                <a:avLst/>
              </a:prstGeom>
              <a:noFill/>
              <a:extLst>
                <a:ext uri="{909E8E84-426E-40DD-AFC4-6F175D3DCCD1}">
                  <a14:hiddenFill xmlns:a14="http://schemas.microsoft.com/office/drawing/2010/main">
                    <a:solidFill>
                      <a:srgbClr val="FFFFFF"/>
                    </a:solidFill>
                  </a14:hiddenFill>
                </a:ext>
              </a:extLst>
            </p:spPr>
          </p:pic>
          <p:sp>
            <p:nvSpPr>
              <p:cNvPr id="1072" name="TextBox 1071">
                <a:extLst>
                  <a:ext uri="{FF2B5EF4-FFF2-40B4-BE49-F238E27FC236}">
                    <a16:creationId xmlns:a16="http://schemas.microsoft.com/office/drawing/2014/main" id="{D659C0B6-A906-EB0F-664E-90B3669ACC21}"/>
                  </a:ext>
                </a:extLst>
              </p:cNvPr>
              <p:cNvSpPr txBox="1"/>
              <p:nvPr/>
            </p:nvSpPr>
            <p:spPr>
              <a:xfrm>
                <a:off x="2475888" y="6102818"/>
                <a:ext cx="388603" cy="311469"/>
              </a:xfrm>
              <a:prstGeom prst="rect">
                <a:avLst/>
              </a:prstGeom>
              <a:noFill/>
            </p:spPr>
            <p:txBody>
              <a:bodyPr wrap="square">
                <a:spAutoFit/>
              </a:bodyPr>
              <a:lstStyle/>
              <a:p>
                <a:pPr marL="0" marR="0" lvl="0" indent="0" algn="l" defTabSz="333390" rtl="0" eaLnBrk="1" fontAlgn="auto" latinLnBrk="0" hangingPunct="1">
                  <a:lnSpc>
                    <a:spcPct val="100000"/>
                  </a:lnSpc>
                  <a:spcBef>
                    <a:spcPts val="0"/>
                  </a:spcBef>
                  <a:spcAft>
                    <a:spcPts val="0"/>
                  </a:spcAft>
                  <a:buClrTx/>
                  <a:buSzTx/>
                  <a:buFontTx/>
                  <a:buNone/>
                  <a:tabLst/>
                  <a:defRPr/>
                </a:pPr>
                <a:r>
                  <a:rPr kumimoji="0" lang="en-US" sz="438" b="0" i="0" u="none" strike="noStrike" kern="1200" cap="none" spc="0" normalizeH="0" baseline="0" noProof="0">
                    <a:ln>
                      <a:noFill/>
                    </a:ln>
                    <a:solidFill>
                      <a:srgbClr val="000000"/>
                    </a:solidFill>
                    <a:effectLst/>
                    <a:uLnTx/>
                    <a:uFillTx/>
                    <a:latin typeface="Segoe UI Semibold"/>
                    <a:ea typeface="+mn-ea"/>
                    <a:cs typeface="+mn-cs"/>
                  </a:rPr>
                  <a:t>Data</a:t>
                </a:r>
              </a:p>
            </p:txBody>
          </p:sp>
        </p:grpSp>
      </p:grpSp>
      <p:sp>
        <p:nvSpPr>
          <p:cNvPr id="17" name="Rectangle: Rounded Corners 16">
            <a:extLst>
              <a:ext uri="{FF2B5EF4-FFF2-40B4-BE49-F238E27FC236}">
                <a16:creationId xmlns:a16="http://schemas.microsoft.com/office/drawing/2014/main" id="{A7CEF533-0DD4-D7A3-24B1-72BDF1A9FA36}"/>
              </a:ext>
            </a:extLst>
          </p:cNvPr>
          <p:cNvSpPr/>
          <p:nvPr/>
        </p:nvSpPr>
        <p:spPr bwMode="auto">
          <a:xfrm>
            <a:off x="293699" y="4020311"/>
            <a:ext cx="2469828" cy="266258"/>
          </a:xfrm>
          <a:prstGeom prst="roundRect">
            <a:avLst>
              <a:gd name="adj" fmla="val 15516"/>
            </a:avLst>
          </a:prstGeom>
          <a:gradFill>
            <a:gsLst>
              <a:gs pos="0">
                <a:srgbClr val="C03BC4"/>
              </a:gs>
              <a:gs pos="100000">
                <a:srgbClr val="0F6CBD"/>
              </a:gs>
            </a:gsLst>
            <a:lin ang="1800000" scaled="0"/>
          </a:gradFill>
          <a:ln>
            <a:noFill/>
            <a:headEnd type="none" w="med" len="med"/>
            <a:tailEnd type="none" w="med" len="med"/>
          </a:ln>
          <a:effectLst>
            <a:outerShdw blurRad="127000" dist="50800" dir="5400000" algn="ctr" rotWithShape="0">
              <a:srgbClr val="000000">
                <a:alpha val="11000"/>
              </a:srgb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3350" tIns="106680" rIns="133350" bIns="106680" numCol="1" spcCol="0" rtlCol="0" fromWordArt="0" anchor="t" anchorCtr="0" forceAA="0" compatLnSpc="1">
            <a:prstTxWarp prst="textNoShape">
              <a:avLst/>
            </a:prstTxWarp>
            <a:noAutofit/>
          </a:bodyPr>
          <a:lstStyle/>
          <a:p>
            <a:pPr marL="0" marR="0" lvl="0" indent="0" algn="l" defTabSz="679959" rtl="0" eaLnBrk="1" fontAlgn="base" latinLnBrk="0" hangingPunct="1">
              <a:lnSpc>
                <a:spcPct val="100000"/>
              </a:lnSpc>
              <a:spcBef>
                <a:spcPct val="0"/>
              </a:spcBef>
              <a:spcAft>
                <a:spcPct val="0"/>
              </a:spcAft>
              <a:buClrTx/>
              <a:buSzTx/>
              <a:buFontTx/>
              <a:buNone/>
              <a:tabLst/>
              <a:defRPr/>
            </a:pPr>
            <a:endParaRPr kumimoji="0" lang="en-IN" sz="1458" b="0" i="0" u="none" strike="noStrike" kern="1200" cap="none" spc="0" normalizeH="0" baseline="0" noProof="0" err="1">
              <a:ln>
                <a:noFill/>
              </a:ln>
              <a:solidFill>
                <a:srgbClr val="C03BC4"/>
              </a:solidFill>
              <a:effectLst/>
              <a:uLnTx/>
              <a:uFillTx/>
              <a:latin typeface="Segoe UI"/>
              <a:ea typeface="Segoe UI" pitchFamily="34" charset="0"/>
              <a:cs typeface="Segoe UI" pitchFamily="34" charset="0"/>
            </a:endParaRPr>
          </a:p>
        </p:txBody>
      </p:sp>
      <p:sp>
        <p:nvSpPr>
          <p:cNvPr id="46" name="TextBox 45">
            <a:extLst>
              <a:ext uri="{FF2B5EF4-FFF2-40B4-BE49-F238E27FC236}">
                <a16:creationId xmlns:a16="http://schemas.microsoft.com/office/drawing/2014/main" id="{4169FACE-5745-529E-369A-99582803E132}"/>
              </a:ext>
            </a:extLst>
          </p:cNvPr>
          <p:cNvSpPr txBox="1"/>
          <p:nvPr/>
        </p:nvSpPr>
        <p:spPr>
          <a:xfrm>
            <a:off x="464688" y="4041230"/>
            <a:ext cx="2131600" cy="249427"/>
          </a:xfrm>
          <a:prstGeom prst="rect">
            <a:avLst/>
          </a:prstGeom>
          <a:noFill/>
        </p:spPr>
        <p:txBody>
          <a:bodyPr wrap="square">
            <a:spAutoFit/>
          </a:bodyPr>
          <a:lstStyle/>
          <a:p>
            <a:pPr marL="0" marR="0" lvl="0" indent="0" algn="ctr" defTabSz="333390" rtl="0" eaLnBrk="1" fontAlgn="auto" latinLnBrk="0" hangingPunct="1">
              <a:lnSpc>
                <a:spcPct val="100000"/>
              </a:lnSpc>
              <a:spcBef>
                <a:spcPts val="0"/>
              </a:spcBef>
              <a:spcAft>
                <a:spcPts val="0"/>
              </a:spcAft>
              <a:buClrTx/>
              <a:buSzTx/>
              <a:buFontTx/>
              <a:buNone/>
              <a:tabLst/>
              <a:defRPr/>
            </a:pPr>
            <a:r>
              <a:rPr kumimoji="0" lang="en-US" sz="1021" b="1" i="0" u="none" strike="noStrike" kern="1200" cap="none" spc="0" normalizeH="0" baseline="0" noProof="0">
                <a:ln>
                  <a:noFill/>
                </a:ln>
                <a:solidFill>
                  <a:srgbClr val="FFFFFF"/>
                </a:solidFill>
                <a:effectLst/>
                <a:uLnTx/>
                <a:uFillTx/>
                <a:latin typeface="Segoe Sans Display" pitchFamily="2" charset="0"/>
                <a:ea typeface="+mn-ea"/>
                <a:cs typeface="Segoe Sans Display" pitchFamily="2" charset="0"/>
              </a:rPr>
              <a:t>Powered by Work IQ</a:t>
            </a:r>
            <a:endParaRPr kumimoji="0" lang="en-US" sz="1021" b="0" i="0" u="none" strike="noStrike" kern="1200" cap="none" spc="0" normalizeH="0" baseline="0" noProof="0">
              <a:ln>
                <a:noFill/>
              </a:ln>
              <a:solidFill>
                <a:srgbClr val="FFFFFF"/>
              </a:solidFill>
              <a:effectLst/>
              <a:uLnTx/>
              <a:uFillTx/>
              <a:latin typeface="Segoe UI"/>
              <a:ea typeface="+mn-ea"/>
              <a:cs typeface="+mn-cs"/>
            </a:endParaRPr>
          </a:p>
        </p:txBody>
      </p:sp>
      <p:sp>
        <p:nvSpPr>
          <p:cNvPr id="1086" name="AutoShape 22">
            <a:extLst>
              <a:ext uri="{FF2B5EF4-FFF2-40B4-BE49-F238E27FC236}">
                <a16:creationId xmlns:a16="http://schemas.microsoft.com/office/drawing/2014/main" id="{6991701A-69FC-C536-2005-7B24A9924467}"/>
              </a:ext>
            </a:extLst>
          </p:cNvPr>
          <p:cNvSpPr>
            <a:spLocks noChangeAspect="1" noChangeArrowheads="1"/>
          </p:cNvSpPr>
          <p:nvPr/>
        </p:nvSpPr>
        <p:spPr bwMode="auto">
          <a:xfrm>
            <a:off x="2722562" y="3972378"/>
            <a:ext cx="222250" cy="22225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66675" tIns="33338" rIns="66675" bIns="33338" numCol="1" anchor="t" anchorCtr="0" compatLnSpc="1">
            <a:prstTxWarp prst="textNoShape">
              <a:avLst/>
            </a:prstTxWarp>
          </a:bodyPr>
          <a:lstStyle/>
          <a:p>
            <a:pPr marL="0" marR="0" lvl="0" indent="0" algn="l" defTabSz="333390" rtl="0" eaLnBrk="1" fontAlgn="auto" latinLnBrk="0" hangingPunct="1">
              <a:lnSpc>
                <a:spcPct val="100000"/>
              </a:lnSpc>
              <a:spcBef>
                <a:spcPts val="0"/>
              </a:spcBef>
              <a:spcAft>
                <a:spcPts val="0"/>
              </a:spcAft>
              <a:buClrTx/>
              <a:buSzTx/>
              <a:buFontTx/>
              <a:buNone/>
              <a:tabLst/>
              <a:defRPr/>
            </a:pPr>
            <a:endParaRPr kumimoji="0" lang="en-US" sz="1313" b="0" i="0" u="none" strike="noStrike" kern="1200" cap="none" spc="0" normalizeH="0" baseline="0" noProof="0">
              <a:ln>
                <a:noFill/>
              </a:ln>
              <a:solidFill>
                <a:srgbClr val="000000"/>
              </a:solidFill>
              <a:effectLst/>
              <a:uLnTx/>
              <a:uFillTx/>
              <a:latin typeface="Segoe UI"/>
              <a:ea typeface="+mn-ea"/>
              <a:cs typeface="+mn-cs"/>
            </a:endParaRPr>
          </a:p>
        </p:txBody>
      </p:sp>
      <p:sp>
        <p:nvSpPr>
          <p:cNvPr id="1088" name="AutoShape 26">
            <a:extLst>
              <a:ext uri="{FF2B5EF4-FFF2-40B4-BE49-F238E27FC236}">
                <a16:creationId xmlns:a16="http://schemas.microsoft.com/office/drawing/2014/main" id="{9D0AB35B-54D5-7128-9B9E-DD4BEC90CBFA}"/>
              </a:ext>
            </a:extLst>
          </p:cNvPr>
          <p:cNvSpPr>
            <a:spLocks noChangeAspect="1" noChangeArrowheads="1"/>
          </p:cNvSpPr>
          <p:nvPr/>
        </p:nvSpPr>
        <p:spPr bwMode="auto">
          <a:xfrm>
            <a:off x="-525825" y="3278549"/>
            <a:ext cx="222250" cy="22225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66675" tIns="33338" rIns="66675" bIns="33338" numCol="1" anchor="t" anchorCtr="0" compatLnSpc="1">
            <a:prstTxWarp prst="textNoShape">
              <a:avLst/>
            </a:prstTxWarp>
          </a:bodyPr>
          <a:lstStyle/>
          <a:p>
            <a:pPr marL="0" marR="0" lvl="0" indent="0" algn="l" defTabSz="333390" rtl="0" eaLnBrk="1" fontAlgn="auto" latinLnBrk="0" hangingPunct="1">
              <a:lnSpc>
                <a:spcPct val="100000"/>
              </a:lnSpc>
              <a:spcBef>
                <a:spcPts val="0"/>
              </a:spcBef>
              <a:spcAft>
                <a:spcPts val="0"/>
              </a:spcAft>
              <a:buClrTx/>
              <a:buSzTx/>
              <a:buFontTx/>
              <a:buNone/>
              <a:tabLst/>
              <a:defRPr/>
            </a:pPr>
            <a:endParaRPr kumimoji="0" lang="en-US" sz="1313" b="0" i="0" u="none" strike="noStrike" kern="1200" cap="none" spc="0" normalizeH="0" baseline="0" noProof="0">
              <a:ln>
                <a:noFill/>
              </a:ln>
              <a:solidFill>
                <a:srgbClr val="000000"/>
              </a:solidFill>
              <a:effectLst/>
              <a:uLnTx/>
              <a:uFillTx/>
              <a:latin typeface="Segoe UI"/>
              <a:ea typeface="+mn-ea"/>
              <a:cs typeface="+mn-cs"/>
            </a:endParaRPr>
          </a:p>
        </p:txBody>
      </p:sp>
      <p:sp>
        <p:nvSpPr>
          <p:cNvPr id="1089" name="Graphic 65" descr="Icon of a monitor with a keyboard">
            <a:extLst>
              <a:ext uri="{FF2B5EF4-FFF2-40B4-BE49-F238E27FC236}">
                <a16:creationId xmlns:a16="http://schemas.microsoft.com/office/drawing/2014/main" id="{9C6B0F1F-EFF5-B613-1F8A-5B3902392B5C}"/>
              </a:ext>
            </a:extLst>
          </p:cNvPr>
          <p:cNvSpPr>
            <a:spLocks/>
          </p:cNvSpPr>
          <p:nvPr/>
        </p:nvSpPr>
        <p:spPr>
          <a:xfrm>
            <a:off x="475270" y="3409685"/>
            <a:ext cx="68444" cy="65185"/>
          </a:xfrm>
          <a:custGeom>
            <a:avLst/>
            <a:gdLst>
              <a:gd name="connsiteX0" fmla="*/ 44996 w 200025"/>
              <a:gd name="connsiteY0" fmla="*/ 180975 h 190500"/>
              <a:gd name="connsiteX1" fmla="*/ 69056 w 200025"/>
              <a:gd name="connsiteY1" fmla="*/ 180975 h 190500"/>
              <a:gd name="connsiteX2" fmla="*/ 66675 w 200025"/>
              <a:gd name="connsiteY2" fmla="*/ 169069 h 190500"/>
              <a:gd name="connsiteX3" fmla="*/ 66675 w 200025"/>
              <a:gd name="connsiteY3" fmla="*/ 116681 h 190500"/>
              <a:gd name="connsiteX4" fmla="*/ 97631 w 200025"/>
              <a:gd name="connsiteY4" fmla="*/ 85725 h 190500"/>
              <a:gd name="connsiteX5" fmla="*/ 178594 w 200025"/>
              <a:gd name="connsiteY5" fmla="*/ 85725 h 190500"/>
              <a:gd name="connsiteX6" fmla="*/ 190490 w 200025"/>
              <a:gd name="connsiteY6" fmla="*/ 88097 h 190500"/>
              <a:gd name="connsiteX7" fmla="*/ 190490 w 200025"/>
              <a:gd name="connsiteY7" fmla="*/ 21431 h 190500"/>
              <a:gd name="connsiteX8" fmla="*/ 190443 w 200025"/>
              <a:gd name="connsiteY8" fmla="*/ 19964 h 190500"/>
              <a:gd name="connsiteX9" fmla="*/ 169059 w 200025"/>
              <a:gd name="connsiteY9" fmla="*/ 0 h 190500"/>
              <a:gd name="connsiteX10" fmla="*/ 21431 w 200025"/>
              <a:gd name="connsiteY10" fmla="*/ 0 h 190500"/>
              <a:gd name="connsiteX11" fmla="*/ 19964 w 200025"/>
              <a:gd name="connsiteY11" fmla="*/ 48 h 190500"/>
              <a:gd name="connsiteX12" fmla="*/ 0 w 200025"/>
              <a:gd name="connsiteY12" fmla="*/ 21431 h 190500"/>
              <a:gd name="connsiteX13" fmla="*/ 0 w 200025"/>
              <a:gd name="connsiteY13" fmla="*/ 121463 h 190500"/>
              <a:gd name="connsiteX14" fmla="*/ 48 w 200025"/>
              <a:gd name="connsiteY14" fmla="*/ 122930 h 190500"/>
              <a:gd name="connsiteX15" fmla="*/ 20460 w 200025"/>
              <a:gd name="connsiteY15" fmla="*/ 142875 h 190500"/>
              <a:gd name="connsiteX16" fmla="*/ 19050 w 200025"/>
              <a:gd name="connsiteY16" fmla="*/ 142875 h 190500"/>
              <a:gd name="connsiteX17" fmla="*/ 19050 w 200025"/>
              <a:gd name="connsiteY17" fmla="*/ 142894 h 190500"/>
              <a:gd name="connsiteX18" fmla="*/ 52378 w 200025"/>
              <a:gd name="connsiteY18" fmla="*/ 142894 h 190500"/>
              <a:gd name="connsiteX19" fmla="*/ 52378 w 200025"/>
              <a:gd name="connsiteY19" fmla="*/ 166688 h 190500"/>
              <a:gd name="connsiteX20" fmla="*/ 35719 w 200025"/>
              <a:gd name="connsiteY20" fmla="*/ 166688 h 190500"/>
              <a:gd name="connsiteX21" fmla="*/ 34747 w 200025"/>
              <a:gd name="connsiteY21" fmla="*/ 166754 h 190500"/>
              <a:gd name="connsiteX22" fmla="*/ 28614 w 200025"/>
              <a:gd name="connsiteY22" fmla="*/ 174783 h 190500"/>
              <a:gd name="connsiteX23" fmla="*/ 35471 w 200025"/>
              <a:gd name="connsiteY23" fmla="*/ 180975 h 190500"/>
              <a:gd name="connsiteX24" fmla="*/ 44996 w 200025"/>
              <a:gd name="connsiteY24" fmla="*/ 180975 h 190500"/>
              <a:gd name="connsiteX25" fmla="*/ 76200 w 200025"/>
              <a:gd name="connsiteY25" fmla="*/ 116681 h 190500"/>
              <a:gd name="connsiteX26" fmla="*/ 97631 w 200025"/>
              <a:gd name="connsiteY26" fmla="*/ 95250 h 190500"/>
              <a:gd name="connsiteX27" fmla="*/ 178594 w 200025"/>
              <a:gd name="connsiteY27" fmla="*/ 95250 h 190500"/>
              <a:gd name="connsiteX28" fmla="*/ 200025 w 200025"/>
              <a:gd name="connsiteY28" fmla="*/ 116681 h 190500"/>
              <a:gd name="connsiteX29" fmla="*/ 200025 w 200025"/>
              <a:gd name="connsiteY29" fmla="*/ 169069 h 190500"/>
              <a:gd name="connsiteX30" fmla="*/ 178594 w 200025"/>
              <a:gd name="connsiteY30" fmla="*/ 190500 h 190500"/>
              <a:gd name="connsiteX31" fmla="*/ 97631 w 200025"/>
              <a:gd name="connsiteY31" fmla="*/ 190500 h 190500"/>
              <a:gd name="connsiteX32" fmla="*/ 76200 w 200025"/>
              <a:gd name="connsiteY32" fmla="*/ 169069 h 190500"/>
              <a:gd name="connsiteX33" fmla="*/ 76200 w 200025"/>
              <a:gd name="connsiteY33" fmla="*/ 116681 h 190500"/>
              <a:gd name="connsiteX34" fmla="*/ 114300 w 200025"/>
              <a:gd name="connsiteY34" fmla="*/ 119063 h 190500"/>
              <a:gd name="connsiteX35" fmla="*/ 107156 w 200025"/>
              <a:gd name="connsiteY35" fmla="*/ 111919 h 190500"/>
              <a:gd name="connsiteX36" fmla="*/ 100013 w 200025"/>
              <a:gd name="connsiteY36" fmla="*/ 119063 h 190500"/>
              <a:gd name="connsiteX37" fmla="*/ 107156 w 200025"/>
              <a:gd name="connsiteY37" fmla="*/ 126206 h 190500"/>
              <a:gd name="connsiteX38" fmla="*/ 114300 w 200025"/>
              <a:gd name="connsiteY38" fmla="*/ 119063 h 190500"/>
              <a:gd name="connsiteX39" fmla="*/ 147638 w 200025"/>
              <a:gd name="connsiteY39" fmla="*/ 119063 h 190500"/>
              <a:gd name="connsiteX40" fmla="*/ 140494 w 200025"/>
              <a:gd name="connsiteY40" fmla="*/ 111919 h 190500"/>
              <a:gd name="connsiteX41" fmla="*/ 133350 w 200025"/>
              <a:gd name="connsiteY41" fmla="*/ 119063 h 190500"/>
              <a:gd name="connsiteX42" fmla="*/ 140494 w 200025"/>
              <a:gd name="connsiteY42" fmla="*/ 126206 h 190500"/>
              <a:gd name="connsiteX43" fmla="*/ 147638 w 200025"/>
              <a:gd name="connsiteY43" fmla="*/ 119063 h 190500"/>
              <a:gd name="connsiteX44" fmla="*/ 171450 w 200025"/>
              <a:gd name="connsiteY44" fmla="*/ 126206 h 190500"/>
              <a:gd name="connsiteX45" fmla="*/ 178594 w 200025"/>
              <a:gd name="connsiteY45" fmla="*/ 119063 h 190500"/>
              <a:gd name="connsiteX46" fmla="*/ 171450 w 200025"/>
              <a:gd name="connsiteY46" fmla="*/ 111919 h 190500"/>
              <a:gd name="connsiteX47" fmla="*/ 164306 w 200025"/>
              <a:gd name="connsiteY47" fmla="*/ 119063 h 190500"/>
              <a:gd name="connsiteX48" fmla="*/ 171450 w 200025"/>
              <a:gd name="connsiteY48" fmla="*/ 126206 h 190500"/>
              <a:gd name="connsiteX49" fmla="*/ 164306 w 200025"/>
              <a:gd name="connsiteY49" fmla="*/ 142875 h 190500"/>
              <a:gd name="connsiteX50" fmla="*/ 157163 w 200025"/>
              <a:gd name="connsiteY50" fmla="*/ 135731 h 190500"/>
              <a:gd name="connsiteX51" fmla="*/ 150019 w 200025"/>
              <a:gd name="connsiteY51" fmla="*/ 142875 h 190500"/>
              <a:gd name="connsiteX52" fmla="*/ 157163 w 200025"/>
              <a:gd name="connsiteY52" fmla="*/ 150019 h 190500"/>
              <a:gd name="connsiteX53" fmla="*/ 164306 w 200025"/>
              <a:gd name="connsiteY53" fmla="*/ 142875 h 190500"/>
              <a:gd name="connsiteX54" fmla="*/ 123825 w 200025"/>
              <a:gd name="connsiteY54" fmla="*/ 150019 h 190500"/>
              <a:gd name="connsiteX55" fmla="*/ 130969 w 200025"/>
              <a:gd name="connsiteY55" fmla="*/ 142875 h 190500"/>
              <a:gd name="connsiteX56" fmla="*/ 123825 w 200025"/>
              <a:gd name="connsiteY56" fmla="*/ 135731 h 190500"/>
              <a:gd name="connsiteX57" fmla="*/ 116681 w 200025"/>
              <a:gd name="connsiteY57" fmla="*/ 142875 h 190500"/>
              <a:gd name="connsiteX58" fmla="*/ 123825 w 200025"/>
              <a:gd name="connsiteY58" fmla="*/ 150019 h 190500"/>
              <a:gd name="connsiteX59" fmla="*/ 104775 w 200025"/>
              <a:gd name="connsiteY59" fmla="*/ 169069 h 190500"/>
              <a:gd name="connsiteX60" fmla="*/ 111919 w 200025"/>
              <a:gd name="connsiteY60" fmla="*/ 176213 h 190500"/>
              <a:gd name="connsiteX61" fmla="*/ 164306 w 200025"/>
              <a:gd name="connsiteY61" fmla="*/ 176213 h 190500"/>
              <a:gd name="connsiteX62" fmla="*/ 171450 w 200025"/>
              <a:gd name="connsiteY62" fmla="*/ 169069 h 190500"/>
              <a:gd name="connsiteX63" fmla="*/ 164306 w 200025"/>
              <a:gd name="connsiteY63" fmla="*/ 161925 h 190500"/>
              <a:gd name="connsiteX64" fmla="*/ 111919 w 200025"/>
              <a:gd name="connsiteY64" fmla="*/ 161925 h 190500"/>
              <a:gd name="connsiteX65" fmla="*/ 104775 w 200025"/>
              <a:gd name="connsiteY65" fmla="*/ 169069 h 190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Lst>
            <a:rect l="l" t="t" r="r" b="b"/>
            <a:pathLst>
              <a:path w="200025" h="190500">
                <a:moveTo>
                  <a:pt x="44996" y="180975"/>
                </a:moveTo>
                <a:lnTo>
                  <a:pt x="69056" y="180975"/>
                </a:lnTo>
                <a:cubicBezTo>
                  <a:pt x="67482" y="177203"/>
                  <a:pt x="66672" y="173156"/>
                  <a:pt x="66675" y="169069"/>
                </a:cubicBezTo>
                <a:lnTo>
                  <a:pt x="66675" y="116681"/>
                </a:lnTo>
                <a:cubicBezTo>
                  <a:pt x="66675" y="99585"/>
                  <a:pt x="80535" y="85725"/>
                  <a:pt x="97631" y="85725"/>
                </a:cubicBezTo>
                <a:lnTo>
                  <a:pt x="178594" y="85725"/>
                </a:lnTo>
                <a:cubicBezTo>
                  <a:pt x="182804" y="85725"/>
                  <a:pt x="186823" y="86563"/>
                  <a:pt x="190490" y="88097"/>
                </a:cubicBezTo>
                <a:lnTo>
                  <a:pt x="190490" y="21431"/>
                </a:lnTo>
                <a:lnTo>
                  <a:pt x="190443" y="19964"/>
                </a:lnTo>
                <a:cubicBezTo>
                  <a:pt x="189671" y="8723"/>
                  <a:pt x="180327" y="-1"/>
                  <a:pt x="169059" y="0"/>
                </a:cubicBezTo>
                <a:lnTo>
                  <a:pt x="21431" y="0"/>
                </a:lnTo>
                <a:lnTo>
                  <a:pt x="19964" y="48"/>
                </a:lnTo>
                <a:cubicBezTo>
                  <a:pt x="8723" y="819"/>
                  <a:pt x="-1" y="10163"/>
                  <a:pt x="0" y="21431"/>
                </a:cubicBezTo>
                <a:lnTo>
                  <a:pt x="0" y="121463"/>
                </a:lnTo>
                <a:lnTo>
                  <a:pt x="48" y="122930"/>
                </a:lnTo>
                <a:cubicBezTo>
                  <a:pt x="792" y="133801"/>
                  <a:pt x="9575" y="142383"/>
                  <a:pt x="20460" y="142875"/>
                </a:cubicBezTo>
                <a:lnTo>
                  <a:pt x="19050" y="142875"/>
                </a:lnTo>
                <a:lnTo>
                  <a:pt x="19050" y="142894"/>
                </a:lnTo>
                <a:lnTo>
                  <a:pt x="52378" y="142894"/>
                </a:lnTo>
                <a:lnTo>
                  <a:pt x="52378" y="166688"/>
                </a:lnTo>
                <a:lnTo>
                  <a:pt x="35719" y="166688"/>
                </a:lnTo>
                <a:lnTo>
                  <a:pt x="34747" y="166754"/>
                </a:lnTo>
                <a:cubicBezTo>
                  <a:pt x="30837" y="167278"/>
                  <a:pt x="28091" y="170872"/>
                  <a:pt x="28614" y="174783"/>
                </a:cubicBezTo>
                <a:cubicBezTo>
                  <a:pt x="29078" y="178246"/>
                  <a:pt x="31979" y="180865"/>
                  <a:pt x="35471" y="180975"/>
                </a:cubicBezTo>
                <a:lnTo>
                  <a:pt x="44996" y="180975"/>
                </a:lnTo>
                <a:close/>
                <a:moveTo>
                  <a:pt x="76200" y="116681"/>
                </a:moveTo>
                <a:cubicBezTo>
                  <a:pt x="76200" y="104845"/>
                  <a:pt x="85795" y="95250"/>
                  <a:pt x="97631" y="95250"/>
                </a:cubicBezTo>
                <a:lnTo>
                  <a:pt x="178594" y="95250"/>
                </a:lnTo>
                <a:cubicBezTo>
                  <a:pt x="190430" y="95250"/>
                  <a:pt x="200025" y="104845"/>
                  <a:pt x="200025" y="116681"/>
                </a:cubicBezTo>
                <a:lnTo>
                  <a:pt x="200025" y="169069"/>
                </a:lnTo>
                <a:cubicBezTo>
                  <a:pt x="200025" y="180905"/>
                  <a:pt x="190430" y="190500"/>
                  <a:pt x="178594" y="190500"/>
                </a:cubicBezTo>
                <a:lnTo>
                  <a:pt x="97631" y="190500"/>
                </a:lnTo>
                <a:cubicBezTo>
                  <a:pt x="85795" y="190500"/>
                  <a:pt x="76200" y="180905"/>
                  <a:pt x="76200" y="169069"/>
                </a:cubicBezTo>
                <a:lnTo>
                  <a:pt x="76200" y="116681"/>
                </a:lnTo>
                <a:close/>
                <a:moveTo>
                  <a:pt x="114300" y="119063"/>
                </a:moveTo>
                <a:cubicBezTo>
                  <a:pt x="114300" y="115117"/>
                  <a:pt x="111102" y="111919"/>
                  <a:pt x="107156" y="111919"/>
                </a:cubicBezTo>
                <a:cubicBezTo>
                  <a:pt x="103211" y="111919"/>
                  <a:pt x="100013" y="115117"/>
                  <a:pt x="100013" y="119063"/>
                </a:cubicBezTo>
                <a:cubicBezTo>
                  <a:pt x="100013" y="123008"/>
                  <a:pt x="103211" y="126206"/>
                  <a:pt x="107156" y="126206"/>
                </a:cubicBezTo>
                <a:cubicBezTo>
                  <a:pt x="111102" y="126206"/>
                  <a:pt x="114300" y="123008"/>
                  <a:pt x="114300" y="119063"/>
                </a:cubicBezTo>
                <a:close/>
                <a:moveTo>
                  <a:pt x="147638" y="119063"/>
                </a:moveTo>
                <a:cubicBezTo>
                  <a:pt x="147638" y="115117"/>
                  <a:pt x="144439" y="111919"/>
                  <a:pt x="140494" y="111919"/>
                </a:cubicBezTo>
                <a:cubicBezTo>
                  <a:pt x="136549" y="111919"/>
                  <a:pt x="133350" y="115117"/>
                  <a:pt x="133350" y="119063"/>
                </a:cubicBezTo>
                <a:cubicBezTo>
                  <a:pt x="133350" y="123008"/>
                  <a:pt x="136549" y="126206"/>
                  <a:pt x="140494" y="126206"/>
                </a:cubicBezTo>
                <a:cubicBezTo>
                  <a:pt x="144439" y="126206"/>
                  <a:pt x="147638" y="123008"/>
                  <a:pt x="147638" y="119063"/>
                </a:cubicBezTo>
                <a:close/>
                <a:moveTo>
                  <a:pt x="171450" y="126206"/>
                </a:moveTo>
                <a:cubicBezTo>
                  <a:pt x="175395" y="126206"/>
                  <a:pt x="178594" y="123008"/>
                  <a:pt x="178594" y="119063"/>
                </a:cubicBezTo>
                <a:cubicBezTo>
                  <a:pt x="178594" y="115117"/>
                  <a:pt x="175395" y="111919"/>
                  <a:pt x="171450" y="111919"/>
                </a:cubicBezTo>
                <a:cubicBezTo>
                  <a:pt x="167505" y="111919"/>
                  <a:pt x="164306" y="115117"/>
                  <a:pt x="164306" y="119063"/>
                </a:cubicBezTo>
                <a:cubicBezTo>
                  <a:pt x="164306" y="123008"/>
                  <a:pt x="167505" y="126206"/>
                  <a:pt x="171450" y="126206"/>
                </a:cubicBezTo>
                <a:close/>
                <a:moveTo>
                  <a:pt x="164306" y="142875"/>
                </a:moveTo>
                <a:cubicBezTo>
                  <a:pt x="164306" y="138930"/>
                  <a:pt x="161108" y="135731"/>
                  <a:pt x="157163" y="135731"/>
                </a:cubicBezTo>
                <a:cubicBezTo>
                  <a:pt x="153217" y="135731"/>
                  <a:pt x="150019" y="138930"/>
                  <a:pt x="150019" y="142875"/>
                </a:cubicBezTo>
                <a:cubicBezTo>
                  <a:pt x="150019" y="146820"/>
                  <a:pt x="153217" y="150019"/>
                  <a:pt x="157163" y="150019"/>
                </a:cubicBezTo>
                <a:cubicBezTo>
                  <a:pt x="161108" y="150019"/>
                  <a:pt x="164306" y="146820"/>
                  <a:pt x="164306" y="142875"/>
                </a:cubicBezTo>
                <a:close/>
                <a:moveTo>
                  <a:pt x="123825" y="150019"/>
                </a:moveTo>
                <a:cubicBezTo>
                  <a:pt x="127770" y="150019"/>
                  <a:pt x="130969" y="146820"/>
                  <a:pt x="130969" y="142875"/>
                </a:cubicBezTo>
                <a:cubicBezTo>
                  <a:pt x="130969" y="138930"/>
                  <a:pt x="127770" y="135731"/>
                  <a:pt x="123825" y="135731"/>
                </a:cubicBezTo>
                <a:cubicBezTo>
                  <a:pt x="119880" y="135731"/>
                  <a:pt x="116681" y="138930"/>
                  <a:pt x="116681" y="142875"/>
                </a:cubicBezTo>
                <a:cubicBezTo>
                  <a:pt x="116681" y="146820"/>
                  <a:pt x="119880" y="150019"/>
                  <a:pt x="123825" y="150019"/>
                </a:cubicBezTo>
                <a:close/>
                <a:moveTo>
                  <a:pt x="104775" y="169069"/>
                </a:moveTo>
                <a:cubicBezTo>
                  <a:pt x="104775" y="173012"/>
                  <a:pt x="107975" y="176213"/>
                  <a:pt x="111919" y="176213"/>
                </a:cubicBezTo>
                <a:lnTo>
                  <a:pt x="164306" y="176213"/>
                </a:lnTo>
                <a:cubicBezTo>
                  <a:pt x="168252" y="176213"/>
                  <a:pt x="171450" y="173014"/>
                  <a:pt x="171450" y="169069"/>
                </a:cubicBezTo>
                <a:cubicBezTo>
                  <a:pt x="171450" y="165124"/>
                  <a:pt x="168252" y="161925"/>
                  <a:pt x="164306" y="161925"/>
                </a:cubicBezTo>
                <a:lnTo>
                  <a:pt x="111919" y="161925"/>
                </a:lnTo>
                <a:cubicBezTo>
                  <a:pt x="107974" y="161925"/>
                  <a:pt x="104775" y="165124"/>
                  <a:pt x="104775" y="169069"/>
                </a:cubicBezTo>
                <a:close/>
              </a:path>
            </a:pathLst>
          </a:custGeom>
          <a:gradFill flip="none" rotWithShape="1">
            <a:gsLst>
              <a:gs pos="0">
                <a:srgbClr val="0078D4"/>
              </a:gs>
              <a:gs pos="53000">
                <a:srgbClr val="8661C5"/>
              </a:gs>
              <a:gs pos="100000">
                <a:srgbClr val="C03BC4"/>
              </a:gs>
            </a:gsLst>
            <a:path path="circle">
              <a:fillToRect r="100000" b="100000"/>
            </a:path>
            <a:tileRect l="-100000" t="-100000"/>
          </a:gradFill>
          <a:ln w="9525" cap="flat" cmpd="sng" algn="ctr">
            <a:noFill/>
            <a:prstDash val="solid"/>
            <a:headEnd type="none" w="med" len="med"/>
            <a:tailEnd type="none" w="med" len="med"/>
          </a:ln>
          <a:effectLst/>
        </p:spPr>
        <p:txBody>
          <a:bodyPr rot="0" spcFirstLastPara="0" vert="horz" wrap="square" lIns="66675" tIns="33338" rIns="66675" bIns="33338"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666780" rtl="0" eaLnBrk="1" fontAlgn="auto" latinLnBrk="0" hangingPunct="1">
              <a:lnSpc>
                <a:spcPct val="100000"/>
              </a:lnSpc>
              <a:spcBef>
                <a:spcPts val="0"/>
              </a:spcBef>
              <a:spcAft>
                <a:spcPts val="0"/>
              </a:spcAft>
              <a:buClrTx/>
              <a:buSzTx/>
              <a:buFontTx/>
              <a:buNone/>
              <a:tabLst/>
              <a:defRPr/>
            </a:pPr>
            <a:endParaRPr kumimoji="0" lang="en-US" sz="1313" b="0" i="0" u="none" strike="noStrike" kern="0" cap="none" spc="0" normalizeH="0" baseline="0" noProof="0">
              <a:ln>
                <a:noFill/>
              </a:ln>
              <a:solidFill>
                <a:srgbClr val="F4F3F5"/>
              </a:solidFill>
              <a:effectLst/>
              <a:uLnTx/>
              <a:uFillTx/>
              <a:latin typeface="Segoe UI"/>
              <a:ea typeface="+mn-ea"/>
              <a:cs typeface="+mn-cs"/>
            </a:endParaRPr>
          </a:p>
        </p:txBody>
      </p:sp>
      <p:sp>
        <p:nvSpPr>
          <p:cNvPr id="1094" name="Graphic 56" descr="Icon of a group of three people">
            <a:extLst>
              <a:ext uri="{FF2B5EF4-FFF2-40B4-BE49-F238E27FC236}">
                <a16:creationId xmlns:a16="http://schemas.microsoft.com/office/drawing/2014/main" id="{13DBC4B1-0373-CC23-CEB6-CC0278DC30AE}"/>
              </a:ext>
            </a:extLst>
          </p:cNvPr>
          <p:cNvSpPr>
            <a:spLocks/>
          </p:cNvSpPr>
          <p:nvPr/>
        </p:nvSpPr>
        <p:spPr>
          <a:xfrm>
            <a:off x="465033" y="2998179"/>
            <a:ext cx="85240" cy="76736"/>
          </a:xfrm>
          <a:custGeom>
            <a:avLst/>
            <a:gdLst>
              <a:gd name="connsiteX0" fmla="*/ 121444 w 190546"/>
              <a:gd name="connsiteY0" fmla="*/ 114300 h 171535"/>
              <a:gd name="connsiteX1" fmla="*/ 138113 w 190546"/>
              <a:gd name="connsiteY1" fmla="*/ 130969 h 171535"/>
              <a:gd name="connsiteX2" fmla="*/ 138103 w 190546"/>
              <a:gd name="connsiteY2" fmla="*/ 140132 h 171535"/>
              <a:gd name="connsiteX3" fmla="*/ 95888 w 190546"/>
              <a:gd name="connsiteY3" fmla="*/ 171536 h 171535"/>
              <a:gd name="connsiteX4" fmla="*/ 52388 w 190546"/>
              <a:gd name="connsiteY4" fmla="*/ 140494 h 171535"/>
              <a:gd name="connsiteX5" fmla="*/ 52388 w 190546"/>
              <a:gd name="connsiteY5" fmla="*/ 130969 h 171535"/>
              <a:gd name="connsiteX6" fmla="*/ 69056 w 190546"/>
              <a:gd name="connsiteY6" fmla="*/ 114300 h 171535"/>
              <a:gd name="connsiteX7" fmla="*/ 121444 w 190546"/>
              <a:gd name="connsiteY7" fmla="*/ 114300 h 171535"/>
              <a:gd name="connsiteX8" fmla="*/ 16669 w 190546"/>
              <a:gd name="connsiteY8" fmla="*/ 66675 h 171535"/>
              <a:gd name="connsiteX9" fmla="*/ 58350 w 190546"/>
              <a:gd name="connsiteY9" fmla="*/ 66675 h 171535"/>
              <a:gd name="connsiteX10" fmla="*/ 68513 w 190546"/>
              <a:gd name="connsiteY10" fmla="*/ 103346 h 171535"/>
              <a:gd name="connsiteX11" fmla="*/ 70056 w 190546"/>
              <a:gd name="connsiteY11" fmla="*/ 104785 h 171535"/>
              <a:gd name="connsiteX12" fmla="*/ 69056 w 190546"/>
              <a:gd name="connsiteY12" fmla="*/ 104775 h 171535"/>
              <a:gd name="connsiteX13" fmla="*/ 43825 w 190546"/>
              <a:gd name="connsiteY13" fmla="*/ 123901 h 171535"/>
              <a:gd name="connsiteX14" fmla="*/ 43501 w 190546"/>
              <a:gd name="connsiteY14" fmla="*/ 123911 h 171535"/>
              <a:gd name="connsiteX15" fmla="*/ 0 w 190546"/>
              <a:gd name="connsiteY15" fmla="*/ 92869 h 171535"/>
              <a:gd name="connsiteX16" fmla="*/ 0 w 190546"/>
              <a:gd name="connsiteY16" fmla="*/ 83344 h 171535"/>
              <a:gd name="connsiteX17" fmla="*/ 16669 w 190546"/>
              <a:gd name="connsiteY17" fmla="*/ 66675 h 171535"/>
              <a:gd name="connsiteX18" fmla="*/ 173831 w 190546"/>
              <a:gd name="connsiteY18" fmla="*/ 66675 h 171535"/>
              <a:gd name="connsiteX19" fmla="*/ 190500 w 190546"/>
              <a:gd name="connsiteY19" fmla="*/ 83344 h 171535"/>
              <a:gd name="connsiteX20" fmla="*/ 190490 w 190546"/>
              <a:gd name="connsiteY20" fmla="*/ 92507 h 171535"/>
              <a:gd name="connsiteX21" fmla="*/ 148276 w 190546"/>
              <a:gd name="connsiteY21" fmla="*/ 123911 h 171535"/>
              <a:gd name="connsiteX22" fmla="*/ 146666 w 190546"/>
              <a:gd name="connsiteY22" fmla="*/ 123892 h 171535"/>
              <a:gd name="connsiteX23" fmla="*/ 123320 w 190546"/>
              <a:gd name="connsiteY23" fmla="*/ 104842 h 171535"/>
              <a:gd name="connsiteX24" fmla="*/ 121444 w 190546"/>
              <a:gd name="connsiteY24" fmla="*/ 104775 h 171535"/>
              <a:gd name="connsiteX25" fmla="*/ 120444 w 190546"/>
              <a:gd name="connsiteY25" fmla="*/ 104785 h 171535"/>
              <a:gd name="connsiteX26" fmla="*/ 132150 w 190546"/>
              <a:gd name="connsiteY26" fmla="*/ 66685 h 171535"/>
              <a:gd name="connsiteX27" fmla="*/ 173831 w 190546"/>
              <a:gd name="connsiteY27" fmla="*/ 66675 h 171535"/>
              <a:gd name="connsiteX28" fmla="*/ 95250 w 190546"/>
              <a:gd name="connsiteY28" fmla="*/ 47625 h 171535"/>
              <a:gd name="connsiteX29" fmla="*/ 123825 w 190546"/>
              <a:gd name="connsiteY29" fmla="*/ 76200 h 171535"/>
              <a:gd name="connsiteX30" fmla="*/ 95250 w 190546"/>
              <a:gd name="connsiteY30" fmla="*/ 104775 h 171535"/>
              <a:gd name="connsiteX31" fmla="*/ 66675 w 190546"/>
              <a:gd name="connsiteY31" fmla="*/ 76200 h 171535"/>
              <a:gd name="connsiteX32" fmla="*/ 95250 w 190546"/>
              <a:gd name="connsiteY32" fmla="*/ 47625 h 171535"/>
              <a:gd name="connsiteX33" fmla="*/ 42863 w 190546"/>
              <a:gd name="connsiteY33" fmla="*/ 0 h 171535"/>
              <a:gd name="connsiteX34" fmla="*/ 71438 w 190546"/>
              <a:gd name="connsiteY34" fmla="*/ 28575 h 171535"/>
              <a:gd name="connsiteX35" fmla="*/ 42863 w 190546"/>
              <a:gd name="connsiteY35" fmla="*/ 57150 h 171535"/>
              <a:gd name="connsiteX36" fmla="*/ 14288 w 190546"/>
              <a:gd name="connsiteY36" fmla="*/ 28575 h 171535"/>
              <a:gd name="connsiteX37" fmla="*/ 42863 w 190546"/>
              <a:gd name="connsiteY37" fmla="*/ 0 h 171535"/>
              <a:gd name="connsiteX38" fmla="*/ 147638 w 190546"/>
              <a:gd name="connsiteY38" fmla="*/ 0 h 171535"/>
              <a:gd name="connsiteX39" fmla="*/ 176213 w 190546"/>
              <a:gd name="connsiteY39" fmla="*/ 28575 h 171535"/>
              <a:gd name="connsiteX40" fmla="*/ 147638 w 190546"/>
              <a:gd name="connsiteY40" fmla="*/ 57150 h 171535"/>
              <a:gd name="connsiteX41" fmla="*/ 119063 w 190546"/>
              <a:gd name="connsiteY41" fmla="*/ 28575 h 171535"/>
              <a:gd name="connsiteX42" fmla="*/ 147638 w 190546"/>
              <a:gd name="connsiteY42" fmla="*/ 0 h 1715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Lst>
            <a:rect l="l" t="t" r="r" b="b"/>
            <a:pathLst>
              <a:path w="190546" h="171535">
                <a:moveTo>
                  <a:pt x="121444" y="114300"/>
                </a:moveTo>
                <a:cubicBezTo>
                  <a:pt x="130645" y="114300"/>
                  <a:pt x="138113" y="121768"/>
                  <a:pt x="138113" y="130969"/>
                </a:cubicBezTo>
                <a:lnTo>
                  <a:pt x="138103" y="140132"/>
                </a:lnTo>
                <a:cubicBezTo>
                  <a:pt x="139217" y="160992"/>
                  <a:pt x="123711" y="171536"/>
                  <a:pt x="95888" y="171536"/>
                </a:cubicBezTo>
                <a:cubicBezTo>
                  <a:pt x="68170" y="171536"/>
                  <a:pt x="52388" y="161153"/>
                  <a:pt x="52388" y="140494"/>
                </a:cubicBezTo>
                <a:lnTo>
                  <a:pt x="52388" y="130969"/>
                </a:lnTo>
                <a:cubicBezTo>
                  <a:pt x="52388" y="121768"/>
                  <a:pt x="59855" y="114300"/>
                  <a:pt x="69056" y="114300"/>
                </a:cubicBezTo>
                <a:lnTo>
                  <a:pt x="121444" y="114300"/>
                </a:lnTo>
                <a:close/>
                <a:moveTo>
                  <a:pt x="16669" y="66675"/>
                </a:moveTo>
                <a:lnTo>
                  <a:pt x="58350" y="66675"/>
                </a:lnTo>
                <a:cubicBezTo>
                  <a:pt x="54968" y="79837"/>
                  <a:pt x="58839" y="93803"/>
                  <a:pt x="68513" y="103346"/>
                </a:cubicBezTo>
                <a:lnTo>
                  <a:pt x="70056" y="104785"/>
                </a:lnTo>
                <a:lnTo>
                  <a:pt x="69056" y="104775"/>
                </a:lnTo>
                <a:cubicBezTo>
                  <a:pt x="57308" y="104771"/>
                  <a:pt x="46994" y="112589"/>
                  <a:pt x="43825" y="123901"/>
                </a:cubicBezTo>
                <a:lnTo>
                  <a:pt x="43501" y="123911"/>
                </a:lnTo>
                <a:cubicBezTo>
                  <a:pt x="15783" y="123911"/>
                  <a:pt x="0" y="113528"/>
                  <a:pt x="0" y="92869"/>
                </a:cubicBezTo>
                <a:lnTo>
                  <a:pt x="0" y="83344"/>
                </a:lnTo>
                <a:cubicBezTo>
                  <a:pt x="0" y="74143"/>
                  <a:pt x="7468" y="66675"/>
                  <a:pt x="16669" y="66675"/>
                </a:cubicBezTo>
                <a:close/>
                <a:moveTo>
                  <a:pt x="173831" y="66675"/>
                </a:moveTo>
                <a:cubicBezTo>
                  <a:pt x="183032" y="66675"/>
                  <a:pt x="190500" y="74143"/>
                  <a:pt x="190500" y="83344"/>
                </a:cubicBezTo>
                <a:lnTo>
                  <a:pt x="190490" y="92507"/>
                </a:lnTo>
                <a:cubicBezTo>
                  <a:pt x="191605" y="113367"/>
                  <a:pt x="176098" y="123911"/>
                  <a:pt x="148276" y="123911"/>
                </a:cubicBezTo>
                <a:lnTo>
                  <a:pt x="146666" y="123892"/>
                </a:lnTo>
                <a:cubicBezTo>
                  <a:pt x="143666" y="113263"/>
                  <a:pt x="134335" y="105648"/>
                  <a:pt x="123320" y="104842"/>
                </a:cubicBezTo>
                <a:lnTo>
                  <a:pt x="121444" y="104775"/>
                </a:lnTo>
                <a:lnTo>
                  <a:pt x="120444" y="104785"/>
                </a:lnTo>
                <a:cubicBezTo>
                  <a:pt x="131227" y="95314"/>
                  <a:pt x="135755" y="80576"/>
                  <a:pt x="132150" y="66685"/>
                </a:cubicBezTo>
                <a:lnTo>
                  <a:pt x="173831" y="66675"/>
                </a:lnTo>
                <a:close/>
                <a:moveTo>
                  <a:pt x="95250" y="47625"/>
                </a:moveTo>
                <a:cubicBezTo>
                  <a:pt x="111032" y="47625"/>
                  <a:pt x="123825" y="60419"/>
                  <a:pt x="123825" y="76200"/>
                </a:cubicBezTo>
                <a:cubicBezTo>
                  <a:pt x="123825" y="91982"/>
                  <a:pt x="111032" y="104775"/>
                  <a:pt x="95250" y="104775"/>
                </a:cubicBezTo>
                <a:cubicBezTo>
                  <a:pt x="79468" y="104775"/>
                  <a:pt x="66675" y="91982"/>
                  <a:pt x="66675" y="76200"/>
                </a:cubicBezTo>
                <a:cubicBezTo>
                  <a:pt x="66675" y="60419"/>
                  <a:pt x="79468" y="47625"/>
                  <a:pt x="95250" y="47625"/>
                </a:cubicBezTo>
                <a:close/>
                <a:moveTo>
                  <a:pt x="42863" y="0"/>
                </a:moveTo>
                <a:cubicBezTo>
                  <a:pt x="58644" y="0"/>
                  <a:pt x="71438" y="12794"/>
                  <a:pt x="71438" y="28575"/>
                </a:cubicBezTo>
                <a:cubicBezTo>
                  <a:pt x="71438" y="44356"/>
                  <a:pt x="58644" y="57150"/>
                  <a:pt x="42863" y="57150"/>
                </a:cubicBezTo>
                <a:cubicBezTo>
                  <a:pt x="27081" y="57150"/>
                  <a:pt x="14288" y="44356"/>
                  <a:pt x="14288" y="28575"/>
                </a:cubicBezTo>
                <a:cubicBezTo>
                  <a:pt x="14288" y="12794"/>
                  <a:pt x="27081" y="0"/>
                  <a:pt x="42863" y="0"/>
                </a:cubicBezTo>
                <a:close/>
                <a:moveTo>
                  <a:pt x="147638" y="0"/>
                </a:moveTo>
                <a:cubicBezTo>
                  <a:pt x="163419" y="0"/>
                  <a:pt x="176213" y="12794"/>
                  <a:pt x="176213" y="28575"/>
                </a:cubicBezTo>
                <a:cubicBezTo>
                  <a:pt x="176213" y="44356"/>
                  <a:pt x="163419" y="57150"/>
                  <a:pt x="147638" y="57150"/>
                </a:cubicBezTo>
                <a:cubicBezTo>
                  <a:pt x="131856" y="57150"/>
                  <a:pt x="119063" y="44356"/>
                  <a:pt x="119063" y="28575"/>
                </a:cubicBezTo>
                <a:cubicBezTo>
                  <a:pt x="119063" y="12794"/>
                  <a:pt x="131856" y="0"/>
                  <a:pt x="147638" y="0"/>
                </a:cubicBezTo>
                <a:close/>
              </a:path>
            </a:pathLst>
          </a:custGeom>
          <a:gradFill flip="none" rotWithShape="1">
            <a:gsLst>
              <a:gs pos="0">
                <a:srgbClr val="0078D4"/>
              </a:gs>
              <a:gs pos="53000">
                <a:srgbClr val="8661C5"/>
              </a:gs>
              <a:gs pos="100000">
                <a:srgbClr val="C03BC4"/>
              </a:gs>
            </a:gsLst>
            <a:path path="circle">
              <a:fillToRect r="100000" b="100000"/>
            </a:path>
            <a:tileRect l="-100000" t="-100000"/>
          </a:gradFill>
          <a:ln w="9525" cap="flat" cmpd="sng" algn="ctr">
            <a:noFill/>
            <a:prstDash val="solid"/>
            <a:headEnd type="none" w="med" len="med"/>
            <a:tailEnd type="none" w="med" len="med"/>
          </a:ln>
          <a:effectLst/>
        </p:spPr>
        <p:txBody>
          <a:bodyPr rot="0" spcFirstLastPara="0" vert="horz" wrap="square" lIns="66675" tIns="33338" rIns="66675" bIns="33338"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666780" rtl="0" eaLnBrk="1" fontAlgn="auto" latinLnBrk="0" hangingPunct="1">
              <a:lnSpc>
                <a:spcPct val="100000"/>
              </a:lnSpc>
              <a:spcBef>
                <a:spcPts val="0"/>
              </a:spcBef>
              <a:spcAft>
                <a:spcPts val="0"/>
              </a:spcAft>
              <a:buClrTx/>
              <a:buSzTx/>
              <a:buFontTx/>
              <a:buNone/>
              <a:tabLst/>
              <a:defRPr/>
            </a:pPr>
            <a:endParaRPr kumimoji="0" lang="en-US" sz="1313" b="0" i="0" u="none" strike="noStrike" kern="0" cap="none" spc="0" normalizeH="0" baseline="0" noProof="0">
              <a:ln>
                <a:noFill/>
              </a:ln>
              <a:solidFill>
                <a:srgbClr val="F4F3F5"/>
              </a:solidFill>
              <a:effectLst/>
              <a:uLnTx/>
              <a:uFillTx/>
              <a:latin typeface="Segoe UI"/>
              <a:ea typeface="+mn-ea"/>
              <a:cs typeface="+mn-cs"/>
            </a:endParaRPr>
          </a:p>
        </p:txBody>
      </p:sp>
      <p:sp>
        <p:nvSpPr>
          <p:cNvPr id="1092" name="Graphic 18" descr="Icon of a chat bubble">
            <a:extLst>
              <a:ext uri="{FF2B5EF4-FFF2-40B4-BE49-F238E27FC236}">
                <a16:creationId xmlns:a16="http://schemas.microsoft.com/office/drawing/2014/main" id="{53A0B244-D5E8-7C48-539D-15B5E9D42E38}"/>
              </a:ext>
            </a:extLst>
          </p:cNvPr>
          <p:cNvSpPr>
            <a:spLocks/>
          </p:cNvSpPr>
          <p:nvPr/>
        </p:nvSpPr>
        <p:spPr>
          <a:xfrm>
            <a:off x="473206" y="2609685"/>
            <a:ext cx="71665" cy="64310"/>
          </a:xfrm>
          <a:custGeom>
            <a:avLst/>
            <a:gdLst>
              <a:gd name="connsiteX0" fmla="*/ 71458 w 191141"/>
              <a:gd name="connsiteY0" fmla="*/ 0 h 171485"/>
              <a:gd name="connsiteX1" fmla="*/ 0 w 191141"/>
              <a:gd name="connsiteY1" fmla="*/ 71417 h 171485"/>
              <a:gd name="connsiteX2" fmla="*/ 6717 w 191141"/>
              <a:gd name="connsiteY2" fmla="*/ 101679 h 171485"/>
              <a:gd name="connsiteX3" fmla="*/ 230 w 191141"/>
              <a:gd name="connsiteY3" fmla="*/ 131607 h 171485"/>
              <a:gd name="connsiteX4" fmla="*/ 7739 w 191141"/>
              <a:gd name="connsiteY4" fmla="*/ 142725 h 171485"/>
              <a:gd name="connsiteX5" fmla="*/ 11213 w 191141"/>
              <a:gd name="connsiteY5" fmla="*/ 142751 h 171485"/>
              <a:gd name="connsiteX6" fmla="*/ 42036 w 191141"/>
              <a:gd name="connsiteY6" fmla="*/ 136560 h 171485"/>
              <a:gd name="connsiteX7" fmla="*/ 136525 w 191141"/>
              <a:gd name="connsiteY7" fmla="*/ 100804 h 171485"/>
              <a:gd name="connsiteX8" fmla="*/ 100769 w 191141"/>
              <a:gd name="connsiteY8" fmla="*/ 6315 h 171485"/>
              <a:gd name="connsiteX9" fmla="*/ 71458 w 191141"/>
              <a:gd name="connsiteY9" fmla="*/ 0 h 171485"/>
              <a:gd name="connsiteX10" fmla="*/ 71096 w 191141"/>
              <a:gd name="connsiteY10" fmla="*/ 152400 h 171485"/>
              <a:gd name="connsiteX11" fmla="*/ 119674 w 191141"/>
              <a:gd name="connsiteY11" fmla="*/ 171450 h 171485"/>
              <a:gd name="connsiteX12" fmla="*/ 149087 w 191141"/>
              <a:gd name="connsiteY12" fmla="*/ 165135 h 171485"/>
              <a:gd name="connsiteX13" fmla="*/ 176833 w 191141"/>
              <a:gd name="connsiteY13" fmla="*/ 171231 h 171485"/>
              <a:gd name="connsiteX14" fmla="*/ 190864 w 191141"/>
              <a:gd name="connsiteY14" fmla="*/ 162068 h 171485"/>
              <a:gd name="connsiteX15" fmla="*/ 190807 w 191141"/>
              <a:gd name="connsiteY15" fmla="*/ 156943 h 171485"/>
              <a:gd name="connsiteX16" fmla="*/ 184415 w 191141"/>
              <a:gd name="connsiteY16" fmla="*/ 130245 h 171485"/>
              <a:gd name="connsiteX17" fmla="*/ 149889 w 191141"/>
              <a:gd name="connsiteY17" fmla="*/ 35257 h 171485"/>
              <a:gd name="connsiteX18" fmla="*/ 143039 w 191141"/>
              <a:gd name="connsiteY18" fmla="*/ 32480 h 171485"/>
              <a:gd name="connsiteX19" fmla="*/ 150659 w 191141"/>
              <a:gd name="connsiteY19" fmla="*/ 51987 h 171485"/>
              <a:gd name="connsiteX20" fmla="*/ 176824 w 191141"/>
              <a:gd name="connsiteY20" fmla="*/ 100013 h 171485"/>
              <a:gd name="connsiteX21" fmla="*/ 170490 w 191141"/>
              <a:gd name="connsiteY21" fmla="*/ 126178 h 171485"/>
              <a:gd name="connsiteX22" fmla="*/ 169252 w 191141"/>
              <a:gd name="connsiteY22" fmla="*/ 128588 h 171485"/>
              <a:gd name="connsiteX23" fmla="*/ 169918 w 191141"/>
              <a:gd name="connsiteY23" fmla="*/ 131216 h 171485"/>
              <a:gd name="connsiteX24" fmla="*/ 176033 w 191141"/>
              <a:gd name="connsiteY24" fmla="*/ 156458 h 171485"/>
              <a:gd name="connsiteX25" fmla="*/ 149935 w 191141"/>
              <a:gd name="connsiteY25" fmla="*/ 150647 h 171485"/>
              <a:gd name="connsiteX26" fmla="*/ 147420 w 191141"/>
              <a:gd name="connsiteY26" fmla="*/ 150057 h 171485"/>
              <a:gd name="connsiteX27" fmla="*/ 145106 w 191141"/>
              <a:gd name="connsiteY27" fmla="*/ 151209 h 171485"/>
              <a:gd name="connsiteX28" fmla="*/ 119674 w 191141"/>
              <a:gd name="connsiteY28" fmla="*/ 157163 h 171485"/>
              <a:gd name="connsiteX29" fmla="*/ 91861 w 191141"/>
              <a:gd name="connsiteY29" fmla="*/ 149962 h 171485"/>
              <a:gd name="connsiteX30" fmla="*/ 71096 w 191141"/>
              <a:gd name="connsiteY30" fmla="*/ 152400 h 1714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191141" h="171485">
                <a:moveTo>
                  <a:pt x="71458" y="0"/>
                </a:moveTo>
                <a:cubicBezTo>
                  <a:pt x="32004" y="-12"/>
                  <a:pt x="12" y="31963"/>
                  <a:pt x="0" y="71417"/>
                </a:cubicBezTo>
                <a:cubicBezTo>
                  <a:pt x="-3" y="81874"/>
                  <a:pt x="2290" y="92205"/>
                  <a:pt x="6717" y="101679"/>
                </a:cubicBezTo>
                <a:cubicBezTo>
                  <a:pt x="4319" y="111603"/>
                  <a:pt x="2157" y="121582"/>
                  <a:pt x="230" y="131607"/>
                </a:cubicBezTo>
                <a:cubicBezTo>
                  <a:pt x="-767" y="136750"/>
                  <a:pt x="2595" y="141729"/>
                  <a:pt x="7739" y="142725"/>
                </a:cubicBezTo>
                <a:cubicBezTo>
                  <a:pt x="8885" y="142948"/>
                  <a:pt x="10063" y="142957"/>
                  <a:pt x="11213" y="142751"/>
                </a:cubicBezTo>
                <a:cubicBezTo>
                  <a:pt x="17147" y="141703"/>
                  <a:pt x="30053" y="139322"/>
                  <a:pt x="42036" y="136560"/>
                </a:cubicBezTo>
                <a:cubicBezTo>
                  <a:pt x="78002" y="152778"/>
                  <a:pt x="120305" y="136770"/>
                  <a:pt x="136525" y="100804"/>
                </a:cubicBezTo>
                <a:cubicBezTo>
                  <a:pt x="152743" y="64838"/>
                  <a:pt x="136734" y="22534"/>
                  <a:pt x="100769" y="6315"/>
                </a:cubicBezTo>
                <a:cubicBezTo>
                  <a:pt x="91555" y="2160"/>
                  <a:pt x="81565" y="8"/>
                  <a:pt x="71458" y="0"/>
                </a:cubicBezTo>
                <a:close/>
                <a:moveTo>
                  <a:pt x="71096" y="152400"/>
                </a:moveTo>
                <a:cubicBezTo>
                  <a:pt x="84294" y="164670"/>
                  <a:pt x="101654" y="171478"/>
                  <a:pt x="119674" y="171450"/>
                </a:cubicBezTo>
                <a:cubicBezTo>
                  <a:pt x="130151" y="171450"/>
                  <a:pt x="140105" y="169193"/>
                  <a:pt x="149087" y="165135"/>
                </a:cubicBezTo>
                <a:cubicBezTo>
                  <a:pt x="159022" y="167459"/>
                  <a:pt x="169909" y="169783"/>
                  <a:pt x="176833" y="171231"/>
                </a:cubicBezTo>
                <a:cubicBezTo>
                  <a:pt x="183238" y="172575"/>
                  <a:pt x="189520" y="168473"/>
                  <a:pt x="190864" y="162068"/>
                </a:cubicBezTo>
                <a:cubicBezTo>
                  <a:pt x="191219" y="160376"/>
                  <a:pt x="191199" y="158627"/>
                  <a:pt x="190807" y="156943"/>
                </a:cubicBezTo>
                <a:cubicBezTo>
                  <a:pt x="189264" y="150247"/>
                  <a:pt x="186825" y="139846"/>
                  <a:pt x="184415" y="130245"/>
                </a:cubicBezTo>
                <a:cubicBezTo>
                  <a:pt x="201112" y="94480"/>
                  <a:pt x="185654" y="51953"/>
                  <a:pt x="149889" y="35257"/>
                </a:cubicBezTo>
                <a:cubicBezTo>
                  <a:pt x="147656" y="34214"/>
                  <a:pt x="145369" y="33287"/>
                  <a:pt x="143039" y="32480"/>
                </a:cubicBezTo>
                <a:cubicBezTo>
                  <a:pt x="146418" y="38623"/>
                  <a:pt x="148980" y="45181"/>
                  <a:pt x="150659" y="51987"/>
                </a:cubicBezTo>
                <a:cubicBezTo>
                  <a:pt x="166978" y="62506"/>
                  <a:pt x="176834" y="80597"/>
                  <a:pt x="176824" y="100013"/>
                </a:cubicBezTo>
                <a:cubicBezTo>
                  <a:pt x="176824" y="109461"/>
                  <a:pt x="174538" y="118348"/>
                  <a:pt x="170490" y="126178"/>
                </a:cubicBezTo>
                <a:lnTo>
                  <a:pt x="169252" y="128588"/>
                </a:lnTo>
                <a:lnTo>
                  <a:pt x="169918" y="131216"/>
                </a:lnTo>
                <a:cubicBezTo>
                  <a:pt x="172090" y="139741"/>
                  <a:pt x="174366" y="149314"/>
                  <a:pt x="176033" y="156458"/>
                </a:cubicBezTo>
                <a:cubicBezTo>
                  <a:pt x="168661" y="154905"/>
                  <a:pt x="158717" y="152743"/>
                  <a:pt x="149935" y="150647"/>
                </a:cubicBezTo>
                <a:lnTo>
                  <a:pt x="147420" y="150057"/>
                </a:lnTo>
                <a:lnTo>
                  <a:pt x="145106" y="151209"/>
                </a:lnTo>
                <a:cubicBezTo>
                  <a:pt x="137448" y="155019"/>
                  <a:pt x="128818" y="157163"/>
                  <a:pt x="119674" y="157163"/>
                </a:cubicBezTo>
                <a:cubicBezTo>
                  <a:pt x="109939" y="157181"/>
                  <a:pt x="100363" y="154701"/>
                  <a:pt x="91861" y="149962"/>
                </a:cubicBezTo>
                <a:cubicBezTo>
                  <a:pt x="85073" y="151667"/>
                  <a:pt x="78094" y="152487"/>
                  <a:pt x="71096" y="152400"/>
                </a:cubicBezTo>
                <a:close/>
              </a:path>
            </a:pathLst>
          </a:custGeom>
          <a:gradFill flip="none" rotWithShape="1">
            <a:gsLst>
              <a:gs pos="0">
                <a:srgbClr val="0078D4"/>
              </a:gs>
              <a:gs pos="53000">
                <a:srgbClr val="8661C5"/>
              </a:gs>
              <a:gs pos="100000">
                <a:srgbClr val="C03BC4"/>
              </a:gs>
            </a:gsLst>
            <a:path path="circle">
              <a:fillToRect r="100000" b="100000"/>
            </a:path>
            <a:tileRect l="-100000" t="-100000"/>
          </a:gradFill>
          <a:ln w="9525" cap="flat" cmpd="sng" algn="ctr">
            <a:noFill/>
            <a:prstDash val="solid"/>
            <a:headEnd type="none" w="med" len="med"/>
            <a:tailEnd type="none" w="med" len="med"/>
          </a:ln>
          <a:effectLst/>
        </p:spPr>
        <p:txBody>
          <a:bodyPr rot="0" spcFirstLastPara="0" vert="horz" wrap="square" lIns="66675" tIns="33338" rIns="66675" bIns="33338"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666780" rtl="0" eaLnBrk="1" fontAlgn="auto" latinLnBrk="0" hangingPunct="1">
              <a:lnSpc>
                <a:spcPct val="100000"/>
              </a:lnSpc>
              <a:spcBef>
                <a:spcPts val="0"/>
              </a:spcBef>
              <a:spcAft>
                <a:spcPts val="0"/>
              </a:spcAft>
              <a:buClrTx/>
              <a:buSzTx/>
              <a:buFontTx/>
              <a:buNone/>
              <a:tabLst/>
              <a:defRPr/>
            </a:pPr>
            <a:endParaRPr kumimoji="0" lang="en-US" sz="1313" b="0" i="0" u="none" strike="noStrike" kern="0" cap="none" spc="0" normalizeH="0" baseline="0" noProof="0">
              <a:ln>
                <a:noFill/>
              </a:ln>
              <a:solidFill>
                <a:srgbClr val="F4F3F5"/>
              </a:solidFill>
              <a:effectLst/>
              <a:uLnTx/>
              <a:uFillTx/>
              <a:latin typeface="Segoe UI"/>
              <a:ea typeface="+mn-ea"/>
              <a:cs typeface="+mn-cs"/>
            </a:endParaRPr>
          </a:p>
        </p:txBody>
      </p:sp>
      <p:sp>
        <p:nvSpPr>
          <p:cNvPr id="1097" name="Graphic 1095">
            <a:extLst>
              <a:ext uri="{FF2B5EF4-FFF2-40B4-BE49-F238E27FC236}">
                <a16:creationId xmlns:a16="http://schemas.microsoft.com/office/drawing/2014/main" id="{D8D40D65-392B-2C7B-8663-EE443DCE8573}"/>
              </a:ext>
            </a:extLst>
          </p:cNvPr>
          <p:cNvSpPr/>
          <p:nvPr/>
        </p:nvSpPr>
        <p:spPr>
          <a:xfrm>
            <a:off x="469319" y="3210735"/>
            <a:ext cx="82112" cy="71544"/>
          </a:xfrm>
          <a:custGeom>
            <a:avLst/>
            <a:gdLst>
              <a:gd name="csX0" fmla="*/ 310986 w 337403"/>
              <a:gd name="csY0" fmla="*/ 157320 h 293978"/>
              <a:gd name="csX1" fmla="*/ 314585 w 337403"/>
              <a:gd name="csY1" fmla="*/ 160067 h 293978"/>
              <a:gd name="csX2" fmla="*/ 324364 w 337403"/>
              <a:gd name="csY2" fmla="*/ 171302 h 293978"/>
              <a:gd name="csX3" fmla="*/ 324364 w 337403"/>
              <a:gd name="csY3" fmla="*/ 171302 h 293978"/>
              <a:gd name="csX4" fmla="*/ 326644 w 337403"/>
              <a:gd name="csY4" fmla="*/ 175202 h 293978"/>
              <a:gd name="csX5" fmla="*/ 327221 w 337403"/>
              <a:gd name="csY5" fmla="*/ 179735 h 293978"/>
              <a:gd name="csX6" fmla="*/ 325985 w 337403"/>
              <a:gd name="csY6" fmla="*/ 184158 h 293978"/>
              <a:gd name="csX7" fmla="*/ 323238 w 337403"/>
              <a:gd name="csY7" fmla="*/ 187619 h 293978"/>
              <a:gd name="csX8" fmla="*/ 316562 w 337403"/>
              <a:gd name="csY8" fmla="*/ 193442 h 293978"/>
              <a:gd name="csX9" fmla="*/ 316810 w 337403"/>
              <a:gd name="csY9" fmla="*/ 194074 h 293978"/>
              <a:gd name="csX10" fmla="*/ 318046 w 337403"/>
              <a:gd name="csY10" fmla="*/ 197783 h 293978"/>
              <a:gd name="csX11" fmla="*/ 318046 w 337403"/>
              <a:gd name="csY11" fmla="*/ 197975 h 293978"/>
              <a:gd name="csX12" fmla="*/ 319090 w 337403"/>
              <a:gd name="csY12" fmla="*/ 201931 h 293978"/>
              <a:gd name="csX13" fmla="*/ 319090 w 337403"/>
              <a:gd name="csY13" fmla="*/ 202425 h 293978"/>
              <a:gd name="csX14" fmla="*/ 326671 w 337403"/>
              <a:gd name="csY14" fmla="*/ 202974 h 293978"/>
              <a:gd name="csX15" fmla="*/ 334610 w 337403"/>
              <a:gd name="csY15" fmla="*/ 207040 h 293978"/>
              <a:gd name="csX16" fmla="*/ 334610 w 337403"/>
              <a:gd name="csY16" fmla="*/ 207040 h 293978"/>
              <a:gd name="csX17" fmla="*/ 336808 w 337403"/>
              <a:gd name="csY17" fmla="*/ 210941 h 293978"/>
              <a:gd name="csX18" fmla="*/ 337385 w 337403"/>
              <a:gd name="csY18" fmla="*/ 215418 h 293978"/>
              <a:gd name="csX19" fmla="*/ 336286 w 337403"/>
              <a:gd name="csY19" fmla="*/ 230444 h 293978"/>
              <a:gd name="csX20" fmla="*/ 332385 w 337403"/>
              <a:gd name="csY20" fmla="*/ 238658 h 293978"/>
              <a:gd name="csX21" fmla="*/ 323869 w 337403"/>
              <a:gd name="csY21" fmla="*/ 241405 h 293978"/>
              <a:gd name="csX22" fmla="*/ 315052 w 337403"/>
              <a:gd name="csY22" fmla="*/ 240773 h 293978"/>
              <a:gd name="csX23" fmla="*/ 314722 w 337403"/>
              <a:gd name="csY23" fmla="*/ 241432 h 293978"/>
              <a:gd name="csX24" fmla="*/ 312881 w 337403"/>
              <a:gd name="csY24" fmla="*/ 245058 h 293978"/>
              <a:gd name="csX25" fmla="*/ 310794 w 337403"/>
              <a:gd name="csY25" fmla="*/ 248574 h 293978"/>
              <a:gd name="csX26" fmla="*/ 310574 w 337403"/>
              <a:gd name="csY26" fmla="*/ 248959 h 293978"/>
              <a:gd name="csX27" fmla="*/ 315546 w 337403"/>
              <a:gd name="csY27" fmla="*/ 254673 h 293978"/>
              <a:gd name="csX28" fmla="*/ 315738 w 337403"/>
              <a:gd name="csY28" fmla="*/ 254892 h 293978"/>
              <a:gd name="csX29" fmla="*/ 317881 w 337403"/>
              <a:gd name="csY29" fmla="*/ 258848 h 293978"/>
              <a:gd name="csX30" fmla="*/ 317249 w 337403"/>
              <a:gd name="csY30" fmla="*/ 267611 h 293978"/>
              <a:gd name="csX31" fmla="*/ 314502 w 337403"/>
              <a:gd name="csY31" fmla="*/ 271237 h 293978"/>
              <a:gd name="csX32" fmla="*/ 314365 w 337403"/>
              <a:gd name="csY32" fmla="*/ 271237 h 293978"/>
              <a:gd name="csX33" fmla="*/ 303047 w 337403"/>
              <a:gd name="csY33" fmla="*/ 280934 h 293978"/>
              <a:gd name="csX34" fmla="*/ 299147 w 337403"/>
              <a:gd name="csY34" fmla="*/ 283296 h 293978"/>
              <a:gd name="csX35" fmla="*/ 294532 w 337403"/>
              <a:gd name="csY35" fmla="*/ 283846 h 293978"/>
              <a:gd name="csX36" fmla="*/ 290027 w 337403"/>
              <a:gd name="csY36" fmla="*/ 282609 h 293978"/>
              <a:gd name="csX37" fmla="*/ 286510 w 337403"/>
              <a:gd name="csY37" fmla="*/ 279862 h 293978"/>
              <a:gd name="csX38" fmla="*/ 280852 w 337403"/>
              <a:gd name="csY38" fmla="*/ 273215 h 293978"/>
              <a:gd name="csX39" fmla="*/ 280137 w 337403"/>
              <a:gd name="csY39" fmla="*/ 273435 h 293978"/>
              <a:gd name="csX40" fmla="*/ 276292 w 337403"/>
              <a:gd name="csY40" fmla="*/ 274671 h 293978"/>
              <a:gd name="csX41" fmla="*/ 272336 w 337403"/>
              <a:gd name="csY41" fmla="*/ 275715 h 293978"/>
              <a:gd name="csX42" fmla="*/ 271787 w 337403"/>
              <a:gd name="csY42" fmla="*/ 275715 h 293978"/>
              <a:gd name="csX43" fmla="*/ 271210 w 337403"/>
              <a:gd name="csY43" fmla="*/ 283241 h 293978"/>
              <a:gd name="csX44" fmla="*/ 270001 w 337403"/>
              <a:gd name="csY44" fmla="*/ 287636 h 293978"/>
              <a:gd name="csX45" fmla="*/ 267254 w 337403"/>
              <a:gd name="csY45" fmla="*/ 291180 h 293978"/>
              <a:gd name="csX46" fmla="*/ 267254 w 337403"/>
              <a:gd name="csY46" fmla="*/ 291180 h 293978"/>
              <a:gd name="csX47" fmla="*/ 263353 w 337403"/>
              <a:gd name="csY47" fmla="*/ 293405 h 293978"/>
              <a:gd name="csX48" fmla="*/ 258876 w 337403"/>
              <a:gd name="csY48" fmla="*/ 293954 h 293978"/>
              <a:gd name="csX49" fmla="*/ 243850 w 337403"/>
              <a:gd name="csY49" fmla="*/ 292856 h 293978"/>
              <a:gd name="csX50" fmla="*/ 233054 w 337403"/>
              <a:gd name="csY50" fmla="*/ 280725 h 293978"/>
              <a:gd name="csX51" fmla="*/ 233082 w 337403"/>
              <a:gd name="csY51" fmla="*/ 280357 h 293978"/>
              <a:gd name="csX52" fmla="*/ 233494 w 337403"/>
              <a:gd name="csY52" fmla="*/ 271622 h 293978"/>
              <a:gd name="csX53" fmla="*/ 232834 w 337403"/>
              <a:gd name="csY53" fmla="*/ 271292 h 293978"/>
              <a:gd name="csX54" fmla="*/ 229236 w 337403"/>
              <a:gd name="csY54" fmla="*/ 269424 h 293978"/>
              <a:gd name="csX55" fmla="*/ 225692 w 337403"/>
              <a:gd name="csY55" fmla="*/ 267364 h 293978"/>
              <a:gd name="csX56" fmla="*/ 225308 w 337403"/>
              <a:gd name="csY56" fmla="*/ 267144 h 293978"/>
              <a:gd name="csX57" fmla="*/ 219759 w 337403"/>
              <a:gd name="csY57" fmla="*/ 272116 h 293978"/>
              <a:gd name="csX58" fmla="*/ 219539 w 337403"/>
              <a:gd name="csY58" fmla="*/ 272308 h 293978"/>
              <a:gd name="csX59" fmla="*/ 215583 w 337403"/>
              <a:gd name="csY59" fmla="*/ 274451 h 293978"/>
              <a:gd name="csX60" fmla="*/ 211106 w 337403"/>
              <a:gd name="csY60" fmla="*/ 274945 h 293978"/>
              <a:gd name="csX61" fmla="*/ 206820 w 337403"/>
              <a:gd name="csY61" fmla="*/ 273792 h 293978"/>
              <a:gd name="csX62" fmla="*/ 203222 w 337403"/>
              <a:gd name="csY62" fmla="*/ 271045 h 293978"/>
              <a:gd name="csX63" fmla="*/ 203222 w 337403"/>
              <a:gd name="csY63" fmla="*/ 271045 h 293978"/>
              <a:gd name="csX64" fmla="*/ 193470 w 337403"/>
              <a:gd name="csY64" fmla="*/ 259590 h 293978"/>
              <a:gd name="csX65" fmla="*/ 190998 w 337403"/>
              <a:gd name="csY65" fmla="*/ 255469 h 293978"/>
              <a:gd name="csX66" fmla="*/ 190421 w 337403"/>
              <a:gd name="csY66" fmla="*/ 250937 h 293978"/>
              <a:gd name="csX67" fmla="*/ 194541 w 337403"/>
              <a:gd name="csY67" fmla="*/ 242998 h 293978"/>
              <a:gd name="csX68" fmla="*/ 201217 w 337403"/>
              <a:gd name="csY68" fmla="*/ 237312 h 293978"/>
              <a:gd name="csX69" fmla="*/ 200969 w 337403"/>
              <a:gd name="csY69" fmla="*/ 236598 h 293978"/>
              <a:gd name="csX70" fmla="*/ 199733 w 337403"/>
              <a:gd name="csY70" fmla="*/ 232779 h 293978"/>
              <a:gd name="csX71" fmla="*/ 198717 w 337403"/>
              <a:gd name="csY71" fmla="*/ 228824 h 293978"/>
              <a:gd name="csX72" fmla="*/ 198717 w 337403"/>
              <a:gd name="csY72" fmla="*/ 228247 h 293978"/>
              <a:gd name="csX73" fmla="*/ 191218 w 337403"/>
              <a:gd name="csY73" fmla="*/ 227697 h 293978"/>
              <a:gd name="csX74" fmla="*/ 186795 w 337403"/>
              <a:gd name="csY74" fmla="*/ 226598 h 293978"/>
              <a:gd name="csX75" fmla="*/ 183251 w 337403"/>
              <a:gd name="csY75" fmla="*/ 223852 h 293978"/>
              <a:gd name="csX76" fmla="*/ 183251 w 337403"/>
              <a:gd name="csY76" fmla="*/ 223852 h 293978"/>
              <a:gd name="csX77" fmla="*/ 181054 w 337403"/>
              <a:gd name="csY77" fmla="*/ 219951 h 293978"/>
              <a:gd name="csX78" fmla="*/ 180477 w 337403"/>
              <a:gd name="csY78" fmla="*/ 215473 h 293978"/>
              <a:gd name="csX79" fmla="*/ 181576 w 337403"/>
              <a:gd name="csY79" fmla="*/ 200447 h 293978"/>
              <a:gd name="csX80" fmla="*/ 182729 w 337403"/>
              <a:gd name="csY80" fmla="*/ 196025 h 293978"/>
              <a:gd name="csX81" fmla="*/ 185476 w 337403"/>
              <a:gd name="csY81" fmla="*/ 192426 h 293978"/>
              <a:gd name="csX82" fmla="*/ 189459 w 337403"/>
              <a:gd name="csY82" fmla="*/ 190174 h 293978"/>
              <a:gd name="csX83" fmla="*/ 193937 w 337403"/>
              <a:gd name="csY83" fmla="*/ 189542 h 293978"/>
              <a:gd name="csX84" fmla="*/ 202755 w 337403"/>
              <a:gd name="csY84" fmla="*/ 190201 h 293978"/>
              <a:gd name="csX85" fmla="*/ 203085 w 337403"/>
              <a:gd name="csY85" fmla="*/ 189542 h 293978"/>
              <a:gd name="csX86" fmla="*/ 204925 w 337403"/>
              <a:gd name="csY86" fmla="*/ 185916 h 293978"/>
              <a:gd name="csX87" fmla="*/ 206985 w 337403"/>
              <a:gd name="csY87" fmla="*/ 182400 h 293978"/>
              <a:gd name="csX88" fmla="*/ 207232 w 337403"/>
              <a:gd name="csY88" fmla="*/ 182015 h 293978"/>
              <a:gd name="csX89" fmla="*/ 202315 w 337403"/>
              <a:gd name="csY89" fmla="*/ 176246 h 293978"/>
              <a:gd name="csX90" fmla="*/ 200063 w 337403"/>
              <a:gd name="csY90" fmla="*/ 172263 h 293978"/>
              <a:gd name="csX91" fmla="*/ 199486 w 337403"/>
              <a:gd name="csY91" fmla="*/ 167566 h 293978"/>
              <a:gd name="csX92" fmla="*/ 200722 w 337403"/>
              <a:gd name="csY92" fmla="*/ 163171 h 293978"/>
              <a:gd name="csX93" fmla="*/ 203469 w 337403"/>
              <a:gd name="csY93" fmla="*/ 159572 h 293978"/>
              <a:gd name="csX94" fmla="*/ 214704 w 337403"/>
              <a:gd name="csY94" fmla="*/ 149793 h 293978"/>
              <a:gd name="csX95" fmla="*/ 214704 w 337403"/>
              <a:gd name="csY95" fmla="*/ 149793 h 293978"/>
              <a:gd name="csX96" fmla="*/ 218632 w 337403"/>
              <a:gd name="csY96" fmla="*/ 147513 h 293978"/>
              <a:gd name="csX97" fmla="*/ 223165 w 337403"/>
              <a:gd name="csY97" fmla="*/ 146936 h 293978"/>
              <a:gd name="csX98" fmla="*/ 227588 w 337403"/>
              <a:gd name="csY98" fmla="*/ 148172 h 293978"/>
              <a:gd name="csX99" fmla="*/ 231049 w 337403"/>
              <a:gd name="csY99" fmla="*/ 150919 h 293978"/>
              <a:gd name="csX100" fmla="*/ 236872 w 337403"/>
              <a:gd name="csY100" fmla="*/ 157594 h 293978"/>
              <a:gd name="csX101" fmla="*/ 237422 w 337403"/>
              <a:gd name="csY101" fmla="*/ 157347 h 293978"/>
              <a:gd name="csX102" fmla="*/ 241268 w 337403"/>
              <a:gd name="csY102" fmla="*/ 156029 h 293978"/>
              <a:gd name="csX103" fmla="*/ 245223 w 337403"/>
              <a:gd name="csY103" fmla="*/ 155012 h 293978"/>
              <a:gd name="csX104" fmla="*/ 245800 w 337403"/>
              <a:gd name="csY104" fmla="*/ 155012 h 293978"/>
              <a:gd name="csX105" fmla="*/ 246350 w 337403"/>
              <a:gd name="csY105" fmla="*/ 147513 h 293978"/>
              <a:gd name="csX106" fmla="*/ 247558 w 337403"/>
              <a:gd name="csY106" fmla="*/ 143090 h 293978"/>
              <a:gd name="csX107" fmla="*/ 250305 w 337403"/>
              <a:gd name="csY107" fmla="*/ 139574 h 293978"/>
              <a:gd name="csX108" fmla="*/ 250305 w 337403"/>
              <a:gd name="csY108" fmla="*/ 139574 h 293978"/>
              <a:gd name="csX109" fmla="*/ 254206 w 337403"/>
              <a:gd name="csY109" fmla="*/ 137377 h 293978"/>
              <a:gd name="csX110" fmla="*/ 258683 w 337403"/>
              <a:gd name="csY110" fmla="*/ 136800 h 293978"/>
              <a:gd name="csX111" fmla="*/ 273709 w 337403"/>
              <a:gd name="csY111" fmla="*/ 137898 h 293978"/>
              <a:gd name="csX112" fmla="*/ 278105 w 337403"/>
              <a:gd name="csY112" fmla="*/ 139080 h 293978"/>
              <a:gd name="csX113" fmla="*/ 281731 w 337403"/>
              <a:gd name="csY113" fmla="*/ 141827 h 293978"/>
              <a:gd name="csX114" fmla="*/ 283983 w 337403"/>
              <a:gd name="csY114" fmla="*/ 145782 h 293978"/>
              <a:gd name="csX115" fmla="*/ 284505 w 337403"/>
              <a:gd name="csY115" fmla="*/ 150342 h 293978"/>
              <a:gd name="csX116" fmla="*/ 284093 w 337403"/>
              <a:gd name="csY116" fmla="*/ 159325 h 293978"/>
              <a:gd name="csX117" fmla="*/ 284752 w 337403"/>
              <a:gd name="csY117" fmla="*/ 159655 h 293978"/>
              <a:gd name="csX118" fmla="*/ 288351 w 337403"/>
              <a:gd name="csY118" fmla="*/ 161523 h 293978"/>
              <a:gd name="csX119" fmla="*/ 291867 w 337403"/>
              <a:gd name="csY119" fmla="*/ 163583 h 293978"/>
              <a:gd name="csX120" fmla="*/ 292279 w 337403"/>
              <a:gd name="csY120" fmla="*/ 163803 h 293978"/>
              <a:gd name="csX121" fmla="*/ 298048 w 337403"/>
              <a:gd name="csY121" fmla="*/ 158885 h 293978"/>
              <a:gd name="csX122" fmla="*/ 302168 w 337403"/>
              <a:gd name="csY122" fmla="*/ 156578 h 293978"/>
              <a:gd name="csX123" fmla="*/ 306701 w 337403"/>
              <a:gd name="csY123" fmla="*/ 156001 h 293978"/>
              <a:gd name="csX124" fmla="*/ 311123 w 337403"/>
              <a:gd name="csY124" fmla="*/ 157237 h 293978"/>
              <a:gd name="csX125" fmla="*/ 311123 w 337403"/>
              <a:gd name="csY125" fmla="*/ 157375 h 293978"/>
              <a:gd name="csX126" fmla="*/ 29612 w 337403"/>
              <a:gd name="csY126" fmla="*/ 0 h 293978"/>
              <a:gd name="csX127" fmla="*/ 256129 w 337403"/>
              <a:gd name="csY127" fmla="*/ 0 h 293978"/>
              <a:gd name="csX128" fmla="*/ 285686 w 337403"/>
              <a:gd name="csY128" fmla="*/ 29612 h 293978"/>
              <a:gd name="csX129" fmla="*/ 285686 w 337403"/>
              <a:gd name="csY129" fmla="*/ 112901 h 293978"/>
              <a:gd name="csX130" fmla="*/ 284588 w 337403"/>
              <a:gd name="csY130" fmla="*/ 112516 h 293978"/>
              <a:gd name="csX131" fmla="*/ 282912 w 337403"/>
              <a:gd name="csY131" fmla="*/ 112022 h 293978"/>
              <a:gd name="csX132" fmla="*/ 276539 w 337403"/>
              <a:gd name="csY132" fmla="*/ 110951 h 293978"/>
              <a:gd name="csX133" fmla="*/ 271402 w 337403"/>
              <a:gd name="csY133" fmla="*/ 110566 h 293978"/>
              <a:gd name="csX134" fmla="*/ 271402 w 337403"/>
              <a:gd name="csY134" fmla="*/ 58044 h 293978"/>
              <a:gd name="csX135" fmla="*/ 14284 w 337403"/>
              <a:gd name="csY135" fmla="*/ 58044 h 293978"/>
              <a:gd name="csX136" fmla="*/ 14284 w 337403"/>
              <a:gd name="csY136" fmla="*/ 193333 h 293978"/>
              <a:gd name="csX137" fmla="*/ 155067 w 337403"/>
              <a:gd name="csY137" fmla="*/ 193333 h 293978"/>
              <a:gd name="csX138" fmla="*/ 154490 w 337403"/>
              <a:gd name="csY138" fmla="*/ 197618 h 293978"/>
              <a:gd name="csX139" fmla="*/ 153831 w 337403"/>
              <a:gd name="csY139" fmla="*/ 207617 h 293978"/>
              <a:gd name="csX140" fmla="*/ 152046 w 337403"/>
              <a:gd name="csY140" fmla="*/ 207617 h 293978"/>
              <a:gd name="csX141" fmla="*/ 152046 w 337403"/>
              <a:gd name="csY141" fmla="*/ 238740 h 293978"/>
              <a:gd name="csX142" fmla="*/ 161935 w 337403"/>
              <a:gd name="csY142" fmla="*/ 238740 h 293978"/>
              <a:gd name="csX143" fmla="*/ 164846 w 337403"/>
              <a:gd name="csY143" fmla="*/ 241487 h 293978"/>
              <a:gd name="csX144" fmla="*/ 166247 w 337403"/>
              <a:gd name="csY144" fmla="*/ 242723 h 293978"/>
              <a:gd name="csX145" fmla="*/ 165396 w 337403"/>
              <a:gd name="csY145" fmla="*/ 245470 h 293978"/>
              <a:gd name="csX146" fmla="*/ 164297 w 337403"/>
              <a:gd name="csY146" fmla="*/ 250964 h 293978"/>
              <a:gd name="csX147" fmla="*/ 164297 w 337403"/>
              <a:gd name="csY147" fmla="*/ 251871 h 293978"/>
              <a:gd name="csX148" fmla="*/ 164297 w 337403"/>
              <a:gd name="csY148" fmla="*/ 252887 h 293978"/>
              <a:gd name="csX149" fmla="*/ 29612 w 337403"/>
              <a:gd name="csY149" fmla="*/ 252887 h 293978"/>
              <a:gd name="csX150" fmla="*/ 0 w 337403"/>
              <a:gd name="csY150" fmla="*/ 223385 h 293978"/>
              <a:gd name="csX151" fmla="*/ 0 w 337403"/>
              <a:gd name="csY151" fmla="*/ 29612 h 293978"/>
              <a:gd name="csX152" fmla="*/ 29612 w 337403"/>
              <a:gd name="csY152" fmla="*/ 0 h 293978"/>
              <a:gd name="csX153" fmla="*/ 127625 w 337403"/>
              <a:gd name="csY153" fmla="*/ 85156 h 293978"/>
              <a:gd name="csX154" fmla="*/ 177730 w 337403"/>
              <a:gd name="csY154" fmla="*/ 119988 h 293978"/>
              <a:gd name="csX155" fmla="*/ 179763 w 337403"/>
              <a:gd name="csY155" fmla="*/ 121966 h 293978"/>
              <a:gd name="csX156" fmla="*/ 178008 w 337403"/>
              <a:gd name="csY156" fmla="*/ 131834 h 293978"/>
              <a:gd name="csX157" fmla="*/ 177977 w 337403"/>
              <a:gd name="csY157" fmla="*/ 131855 h 293978"/>
              <a:gd name="csX158" fmla="*/ 128064 w 337403"/>
              <a:gd name="csY158" fmla="*/ 166357 h 293978"/>
              <a:gd name="csX159" fmla="*/ 123559 w 337403"/>
              <a:gd name="csY159" fmla="*/ 167978 h 293978"/>
              <a:gd name="csX160" fmla="*/ 116417 w 337403"/>
              <a:gd name="csY160" fmla="*/ 160836 h 293978"/>
              <a:gd name="csX161" fmla="*/ 116417 w 337403"/>
              <a:gd name="csY161" fmla="*/ 90870 h 293978"/>
              <a:gd name="csX162" fmla="*/ 117708 w 337403"/>
              <a:gd name="csY162" fmla="*/ 86777 h 293978"/>
              <a:gd name="csX163" fmla="*/ 127625 w 337403"/>
              <a:gd name="csY163" fmla="*/ 85156 h 293978"/>
              <a:gd name="csX164" fmla="*/ 137679 w 337403"/>
              <a:gd name="csY164" fmla="*/ 238987 h 293978"/>
              <a:gd name="csX165" fmla="*/ 137679 w 337403"/>
              <a:gd name="csY165" fmla="*/ 207617 h 293978"/>
              <a:gd name="csX166" fmla="*/ 80157 w 337403"/>
              <a:gd name="csY166" fmla="*/ 207617 h 293978"/>
              <a:gd name="csX167" fmla="*/ 80157 w 337403"/>
              <a:gd name="csY167" fmla="*/ 238740 h 293978"/>
              <a:gd name="csX168" fmla="*/ 65928 w 337403"/>
              <a:gd name="csY168" fmla="*/ 207617 h 293978"/>
              <a:gd name="csX169" fmla="*/ 14284 w 337403"/>
              <a:gd name="csY169" fmla="*/ 207617 h 293978"/>
              <a:gd name="csX170" fmla="*/ 14284 w 337403"/>
              <a:gd name="csY170" fmla="*/ 223385 h 293978"/>
              <a:gd name="csX171" fmla="*/ 29612 w 337403"/>
              <a:gd name="csY171" fmla="*/ 238740 h 293978"/>
              <a:gd name="csX172" fmla="*/ 65928 w 337403"/>
              <a:gd name="csY172" fmla="*/ 238740 h 293978"/>
              <a:gd name="csX173" fmla="*/ 65928 w 337403"/>
              <a:gd name="csY173" fmla="*/ 207617 h 293978"/>
              <a:gd name="csX174" fmla="*/ 207919 w 337403"/>
              <a:gd name="csY174" fmla="*/ 43759 h 293978"/>
              <a:gd name="csX175" fmla="*/ 207919 w 337403"/>
              <a:gd name="csY175" fmla="*/ 14284 h 293978"/>
              <a:gd name="csX176" fmla="*/ 151963 w 337403"/>
              <a:gd name="csY176" fmla="*/ 14284 h 293978"/>
              <a:gd name="csX177" fmla="*/ 151963 w 337403"/>
              <a:gd name="csY177" fmla="*/ 43732 h 293978"/>
              <a:gd name="csX178" fmla="*/ 222204 w 337403"/>
              <a:gd name="csY178" fmla="*/ 14284 h 293978"/>
              <a:gd name="csX179" fmla="*/ 222204 w 337403"/>
              <a:gd name="csY179" fmla="*/ 43732 h 293978"/>
              <a:gd name="csX180" fmla="*/ 271457 w 337403"/>
              <a:gd name="csY180" fmla="*/ 43732 h 293978"/>
              <a:gd name="csX181" fmla="*/ 271457 w 337403"/>
              <a:gd name="csY181" fmla="*/ 29612 h 293978"/>
              <a:gd name="csX182" fmla="*/ 256101 w 337403"/>
              <a:gd name="csY182" fmla="*/ 14284 h 293978"/>
              <a:gd name="csX183" fmla="*/ 137679 w 337403"/>
              <a:gd name="csY183" fmla="*/ 43759 h 293978"/>
              <a:gd name="csX184" fmla="*/ 137679 w 337403"/>
              <a:gd name="csY184" fmla="*/ 14284 h 293978"/>
              <a:gd name="csX185" fmla="*/ 80157 w 337403"/>
              <a:gd name="csY185" fmla="*/ 14284 h 293978"/>
              <a:gd name="csX186" fmla="*/ 80157 w 337403"/>
              <a:gd name="csY186" fmla="*/ 43732 h 293978"/>
              <a:gd name="csX187" fmla="*/ 65928 w 337403"/>
              <a:gd name="csY187" fmla="*/ 43759 h 293978"/>
              <a:gd name="csX188" fmla="*/ 65928 w 337403"/>
              <a:gd name="csY188" fmla="*/ 14284 h 293978"/>
              <a:gd name="csX189" fmla="*/ 29612 w 337403"/>
              <a:gd name="csY189" fmla="*/ 14284 h 293978"/>
              <a:gd name="csX190" fmla="*/ 14284 w 337403"/>
              <a:gd name="csY190" fmla="*/ 29612 h 293978"/>
              <a:gd name="csX191" fmla="*/ 14284 w 337403"/>
              <a:gd name="csY191" fmla="*/ 43732 h 293978"/>
              <a:gd name="csX192" fmla="*/ 257365 w 337403"/>
              <a:gd name="csY192" fmla="*/ 197975 h 293978"/>
              <a:gd name="csX193" fmla="*/ 276371 w 337403"/>
              <a:gd name="csY193" fmla="*/ 213883 h 293978"/>
              <a:gd name="csX194" fmla="*/ 260464 w 337403"/>
              <a:gd name="csY194" fmla="*/ 232889 h 293978"/>
              <a:gd name="csX195" fmla="*/ 241460 w 337403"/>
              <a:gd name="csY195" fmla="*/ 217012 h 293978"/>
              <a:gd name="csX196" fmla="*/ 257365 w 337403"/>
              <a:gd name="csY196" fmla="*/ 198002 h 293978"/>
              <a:gd name="csX197" fmla="*/ 257365 w 337403"/>
              <a:gd name="csY197" fmla="*/ 198002 h 293978"/>
              <a:gd name="csX198" fmla="*/ 255469 w 337403"/>
              <a:gd name="csY198" fmla="*/ 176301 h 293978"/>
              <a:gd name="csX199" fmla="*/ 298022 w 337403"/>
              <a:gd name="csY199" fmla="*/ 212014 h 293978"/>
              <a:gd name="csX200" fmla="*/ 262309 w 337403"/>
              <a:gd name="csY200" fmla="*/ 254567 h 293978"/>
              <a:gd name="csX201" fmla="*/ 219759 w 337403"/>
              <a:gd name="csY201" fmla="*/ 218879 h 293978"/>
              <a:gd name="csX202" fmla="*/ 255389 w 337403"/>
              <a:gd name="csY202" fmla="*/ 176308 h 293978"/>
              <a:gd name="csX203" fmla="*/ 255469 w 337403"/>
              <a:gd name="csY203" fmla="*/ 176301 h 29397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 ang="0">
                <a:pos x="csX156" y="csY156"/>
              </a:cxn>
              <a:cxn ang="0">
                <a:pos x="csX157" y="csY157"/>
              </a:cxn>
              <a:cxn ang="0">
                <a:pos x="csX158" y="csY158"/>
              </a:cxn>
              <a:cxn ang="0">
                <a:pos x="csX159" y="csY159"/>
              </a:cxn>
              <a:cxn ang="0">
                <a:pos x="csX160" y="csY160"/>
              </a:cxn>
              <a:cxn ang="0">
                <a:pos x="csX161" y="csY161"/>
              </a:cxn>
              <a:cxn ang="0">
                <a:pos x="csX162" y="csY162"/>
              </a:cxn>
              <a:cxn ang="0">
                <a:pos x="csX163" y="csY163"/>
              </a:cxn>
              <a:cxn ang="0">
                <a:pos x="csX164" y="csY164"/>
              </a:cxn>
              <a:cxn ang="0">
                <a:pos x="csX165" y="csY165"/>
              </a:cxn>
              <a:cxn ang="0">
                <a:pos x="csX166" y="csY166"/>
              </a:cxn>
              <a:cxn ang="0">
                <a:pos x="csX167" y="csY167"/>
              </a:cxn>
              <a:cxn ang="0">
                <a:pos x="csX168" y="csY168"/>
              </a:cxn>
              <a:cxn ang="0">
                <a:pos x="csX169" y="csY169"/>
              </a:cxn>
              <a:cxn ang="0">
                <a:pos x="csX170" y="csY170"/>
              </a:cxn>
              <a:cxn ang="0">
                <a:pos x="csX171" y="csY171"/>
              </a:cxn>
              <a:cxn ang="0">
                <a:pos x="csX172" y="csY172"/>
              </a:cxn>
              <a:cxn ang="0">
                <a:pos x="csX173" y="csY173"/>
              </a:cxn>
              <a:cxn ang="0">
                <a:pos x="csX174" y="csY174"/>
              </a:cxn>
              <a:cxn ang="0">
                <a:pos x="csX175" y="csY175"/>
              </a:cxn>
              <a:cxn ang="0">
                <a:pos x="csX176" y="csY176"/>
              </a:cxn>
              <a:cxn ang="0">
                <a:pos x="csX177" y="csY177"/>
              </a:cxn>
              <a:cxn ang="0">
                <a:pos x="csX178" y="csY178"/>
              </a:cxn>
              <a:cxn ang="0">
                <a:pos x="csX179" y="csY179"/>
              </a:cxn>
              <a:cxn ang="0">
                <a:pos x="csX180" y="csY180"/>
              </a:cxn>
              <a:cxn ang="0">
                <a:pos x="csX181" y="csY181"/>
              </a:cxn>
              <a:cxn ang="0">
                <a:pos x="csX182" y="csY182"/>
              </a:cxn>
              <a:cxn ang="0">
                <a:pos x="csX183" y="csY183"/>
              </a:cxn>
              <a:cxn ang="0">
                <a:pos x="csX184" y="csY184"/>
              </a:cxn>
              <a:cxn ang="0">
                <a:pos x="csX185" y="csY185"/>
              </a:cxn>
              <a:cxn ang="0">
                <a:pos x="csX186" y="csY186"/>
              </a:cxn>
              <a:cxn ang="0">
                <a:pos x="csX187" y="csY187"/>
              </a:cxn>
              <a:cxn ang="0">
                <a:pos x="csX188" y="csY188"/>
              </a:cxn>
              <a:cxn ang="0">
                <a:pos x="csX189" y="csY189"/>
              </a:cxn>
              <a:cxn ang="0">
                <a:pos x="csX190" y="csY190"/>
              </a:cxn>
              <a:cxn ang="0">
                <a:pos x="csX191" y="csY191"/>
              </a:cxn>
              <a:cxn ang="0">
                <a:pos x="csX192" y="csY192"/>
              </a:cxn>
              <a:cxn ang="0">
                <a:pos x="csX193" y="csY193"/>
              </a:cxn>
              <a:cxn ang="0">
                <a:pos x="csX194" y="csY194"/>
              </a:cxn>
              <a:cxn ang="0">
                <a:pos x="csX195" y="csY195"/>
              </a:cxn>
              <a:cxn ang="0">
                <a:pos x="csX196" y="csY196"/>
              </a:cxn>
              <a:cxn ang="0">
                <a:pos x="csX197" y="csY197"/>
              </a:cxn>
              <a:cxn ang="0">
                <a:pos x="csX198" y="csY198"/>
              </a:cxn>
              <a:cxn ang="0">
                <a:pos x="csX199" y="csY199"/>
              </a:cxn>
              <a:cxn ang="0">
                <a:pos x="csX200" y="csY200"/>
              </a:cxn>
              <a:cxn ang="0">
                <a:pos x="csX201" y="csY201"/>
              </a:cxn>
              <a:cxn ang="0">
                <a:pos x="csX202" y="csY202"/>
              </a:cxn>
              <a:cxn ang="0">
                <a:pos x="csX203" y="csY203"/>
              </a:cxn>
            </a:cxnLst>
            <a:rect l="l" t="t" r="r" b="b"/>
            <a:pathLst>
              <a:path w="337403" h="293978">
                <a:moveTo>
                  <a:pt x="310986" y="157320"/>
                </a:moveTo>
                <a:cubicBezTo>
                  <a:pt x="312353" y="157992"/>
                  <a:pt x="313576" y="158925"/>
                  <a:pt x="314585" y="160067"/>
                </a:cubicBezTo>
                <a:lnTo>
                  <a:pt x="324364" y="171302"/>
                </a:lnTo>
                <a:lnTo>
                  <a:pt x="324364" y="171302"/>
                </a:lnTo>
                <a:cubicBezTo>
                  <a:pt x="325356" y="172452"/>
                  <a:pt x="326128" y="173774"/>
                  <a:pt x="326644" y="175202"/>
                </a:cubicBezTo>
                <a:cubicBezTo>
                  <a:pt x="327152" y="176656"/>
                  <a:pt x="327348" y="178200"/>
                  <a:pt x="327221" y="179735"/>
                </a:cubicBezTo>
                <a:cubicBezTo>
                  <a:pt x="327090" y="181274"/>
                  <a:pt x="326670" y="182774"/>
                  <a:pt x="325985" y="184158"/>
                </a:cubicBezTo>
                <a:cubicBezTo>
                  <a:pt x="325323" y="185492"/>
                  <a:pt x="324387" y="186671"/>
                  <a:pt x="323238" y="187619"/>
                </a:cubicBezTo>
                <a:lnTo>
                  <a:pt x="316562" y="193442"/>
                </a:lnTo>
                <a:cubicBezTo>
                  <a:pt x="316562" y="193635"/>
                  <a:pt x="316755" y="193854"/>
                  <a:pt x="316810" y="194074"/>
                </a:cubicBezTo>
                <a:cubicBezTo>
                  <a:pt x="317277" y="195283"/>
                  <a:pt x="317661" y="196574"/>
                  <a:pt x="318046" y="197783"/>
                </a:cubicBezTo>
                <a:cubicBezTo>
                  <a:pt x="318046" y="197783"/>
                  <a:pt x="318046" y="197783"/>
                  <a:pt x="318046" y="197975"/>
                </a:cubicBezTo>
                <a:cubicBezTo>
                  <a:pt x="318458" y="199184"/>
                  <a:pt x="318760" y="200530"/>
                  <a:pt x="319090" y="201931"/>
                </a:cubicBezTo>
                <a:lnTo>
                  <a:pt x="319090" y="202425"/>
                </a:lnTo>
                <a:lnTo>
                  <a:pt x="326671" y="202974"/>
                </a:lnTo>
                <a:cubicBezTo>
                  <a:pt x="329763" y="203186"/>
                  <a:pt x="332632" y="204655"/>
                  <a:pt x="334610" y="207040"/>
                </a:cubicBezTo>
                <a:lnTo>
                  <a:pt x="334610" y="207040"/>
                </a:lnTo>
                <a:cubicBezTo>
                  <a:pt x="335606" y="208173"/>
                  <a:pt x="336355" y="209502"/>
                  <a:pt x="336808" y="210941"/>
                </a:cubicBezTo>
                <a:cubicBezTo>
                  <a:pt x="337274" y="212385"/>
                  <a:pt x="337469" y="213903"/>
                  <a:pt x="337385" y="215418"/>
                </a:cubicBezTo>
                <a:lnTo>
                  <a:pt x="336286" y="230444"/>
                </a:lnTo>
                <a:cubicBezTo>
                  <a:pt x="336191" y="233607"/>
                  <a:pt x="334776" y="236586"/>
                  <a:pt x="332385" y="238658"/>
                </a:cubicBezTo>
                <a:cubicBezTo>
                  <a:pt x="330049" y="240713"/>
                  <a:pt x="326966" y="241708"/>
                  <a:pt x="323869" y="241405"/>
                </a:cubicBezTo>
                <a:lnTo>
                  <a:pt x="315052" y="240773"/>
                </a:lnTo>
                <a:cubicBezTo>
                  <a:pt x="315052" y="240965"/>
                  <a:pt x="314804" y="241240"/>
                  <a:pt x="314722" y="241432"/>
                </a:cubicBezTo>
                <a:cubicBezTo>
                  <a:pt x="314145" y="242641"/>
                  <a:pt x="313513" y="243850"/>
                  <a:pt x="312881" y="245058"/>
                </a:cubicBezTo>
                <a:cubicBezTo>
                  <a:pt x="312250" y="246267"/>
                  <a:pt x="311508" y="247503"/>
                  <a:pt x="310794" y="248574"/>
                </a:cubicBezTo>
                <a:lnTo>
                  <a:pt x="310574" y="248959"/>
                </a:lnTo>
                <a:lnTo>
                  <a:pt x="315546" y="254673"/>
                </a:lnTo>
                <a:lnTo>
                  <a:pt x="315738" y="254892"/>
                </a:lnTo>
                <a:cubicBezTo>
                  <a:pt x="316714" y="256051"/>
                  <a:pt x="317444" y="257397"/>
                  <a:pt x="317881" y="258848"/>
                </a:cubicBezTo>
                <a:cubicBezTo>
                  <a:pt x="318761" y="261747"/>
                  <a:pt x="318536" y="264869"/>
                  <a:pt x="317249" y="267611"/>
                </a:cubicBezTo>
                <a:cubicBezTo>
                  <a:pt x="316578" y="268987"/>
                  <a:pt x="315645" y="270219"/>
                  <a:pt x="314502" y="271237"/>
                </a:cubicBezTo>
                <a:lnTo>
                  <a:pt x="314365" y="271237"/>
                </a:lnTo>
                <a:lnTo>
                  <a:pt x="303047" y="280934"/>
                </a:lnTo>
                <a:cubicBezTo>
                  <a:pt x="301917" y="281973"/>
                  <a:pt x="300591" y="282776"/>
                  <a:pt x="299147" y="283296"/>
                </a:cubicBezTo>
                <a:cubicBezTo>
                  <a:pt x="297667" y="283815"/>
                  <a:pt x="296092" y="284002"/>
                  <a:pt x="294532" y="283846"/>
                </a:cubicBezTo>
                <a:cubicBezTo>
                  <a:pt x="292967" y="283713"/>
                  <a:pt x="291440" y="283294"/>
                  <a:pt x="290027" y="282609"/>
                </a:cubicBezTo>
                <a:cubicBezTo>
                  <a:pt x="288679" y="281944"/>
                  <a:pt x="287482" y="281009"/>
                  <a:pt x="286510" y="279862"/>
                </a:cubicBezTo>
                <a:lnTo>
                  <a:pt x="280852" y="273215"/>
                </a:lnTo>
                <a:cubicBezTo>
                  <a:pt x="280625" y="273320"/>
                  <a:pt x="280384" y="273394"/>
                  <a:pt x="280137" y="273435"/>
                </a:cubicBezTo>
                <a:cubicBezTo>
                  <a:pt x="278901" y="273847"/>
                  <a:pt x="277638" y="274286"/>
                  <a:pt x="276292" y="274671"/>
                </a:cubicBezTo>
                <a:cubicBezTo>
                  <a:pt x="274946" y="275055"/>
                  <a:pt x="273682" y="275385"/>
                  <a:pt x="272336" y="275715"/>
                </a:cubicBezTo>
                <a:cubicBezTo>
                  <a:pt x="272155" y="275752"/>
                  <a:pt x="271968" y="275752"/>
                  <a:pt x="271787" y="275715"/>
                </a:cubicBezTo>
                <a:lnTo>
                  <a:pt x="271210" y="283241"/>
                </a:lnTo>
                <a:cubicBezTo>
                  <a:pt x="271124" y="284776"/>
                  <a:pt x="270712" y="286274"/>
                  <a:pt x="270001" y="287636"/>
                </a:cubicBezTo>
                <a:cubicBezTo>
                  <a:pt x="269332" y="288989"/>
                  <a:pt x="268397" y="290194"/>
                  <a:pt x="267254" y="291180"/>
                </a:cubicBezTo>
                <a:lnTo>
                  <a:pt x="267254" y="291180"/>
                </a:lnTo>
                <a:cubicBezTo>
                  <a:pt x="266116" y="292175"/>
                  <a:pt x="264789" y="292931"/>
                  <a:pt x="263353" y="293405"/>
                </a:cubicBezTo>
                <a:cubicBezTo>
                  <a:pt x="261908" y="293864"/>
                  <a:pt x="260389" y="294050"/>
                  <a:pt x="258876" y="293954"/>
                </a:cubicBezTo>
                <a:lnTo>
                  <a:pt x="243850" y="292856"/>
                </a:lnTo>
                <a:cubicBezTo>
                  <a:pt x="237519" y="292487"/>
                  <a:pt x="232686" y="287056"/>
                  <a:pt x="233054" y="280725"/>
                </a:cubicBezTo>
                <a:cubicBezTo>
                  <a:pt x="233061" y="280602"/>
                  <a:pt x="233070" y="280480"/>
                  <a:pt x="233082" y="280357"/>
                </a:cubicBezTo>
                <a:lnTo>
                  <a:pt x="233494" y="271622"/>
                </a:lnTo>
                <a:lnTo>
                  <a:pt x="232834" y="271292"/>
                </a:lnTo>
                <a:cubicBezTo>
                  <a:pt x="231626" y="270715"/>
                  <a:pt x="230417" y="270083"/>
                  <a:pt x="229236" y="269424"/>
                </a:cubicBezTo>
                <a:cubicBezTo>
                  <a:pt x="228055" y="268765"/>
                  <a:pt x="226764" y="268078"/>
                  <a:pt x="225692" y="267364"/>
                </a:cubicBezTo>
                <a:lnTo>
                  <a:pt x="225308" y="267144"/>
                </a:lnTo>
                <a:lnTo>
                  <a:pt x="219759" y="272116"/>
                </a:lnTo>
                <a:lnTo>
                  <a:pt x="219539" y="272308"/>
                </a:lnTo>
                <a:cubicBezTo>
                  <a:pt x="218373" y="273274"/>
                  <a:pt x="217029" y="274002"/>
                  <a:pt x="215583" y="274451"/>
                </a:cubicBezTo>
                <a:cubicBezTo>
                  <a:pt x="214135" y="274895"/>
                  <a:pt x="212616" y="275063"/>
                  <a:pt x="211106" y="274945"/>
                </a:cubicBezTo>
                <a:cubicBezTo>
                  <a:pt x="209616" y="274841"/>
                  <a:pt x="208161" y="274449"/>
                  <a:pt x="206820" y="273792"/>
                </a:cubicBezTo>
                <a:cubicBezTo>
                  <a:pt x="205447" y="273130"/>
                  <a:pt x="204223" y="272195"/>
                  <a:pt x="203222" y="271045"/>
                </a:cubicBezTo>
                <a:lnTo>
                  <a:pt x="203222" y="271045"/>
                </a:lnTo>
                <a:lnTo>
                  <a:pt x="193470" y="259590"/>
                </a:lnTo>
                <a:cubicBezTo>
                  <a:pt x="192388" y="258388"/>
                  <a:pt x="191549" y="256989"/>
                  <a:pt x="190998" y="255469"/>
                </a:cubicBezTo>
                <a:cubicBezTo>
                  <a:pt x="190490" y="254016"/>
                  <a:pt x="190293" y="252471"/>
                  <a:pt x="190421" y="250937"/>
                </a:cubicBezTo>
                <a:cubicBezTo>
                  <a:pt x="190606" y="247826"/>
                  <a:pt x="192104" y="244940"/>
                  <a:pt x="194541" y="242998"/>
                </a:cubicBezTo>
                <a:lnTo>
                  <a:pt x="201217" y="237312"/>
                </a:lnTo>
                <a:cubicBezTo>
                  <a:pt x="201086" y="237093"/>
                  <a:pt x="201001" y="236850"/>
                  <a:pt x="200969" y="236598"/>
                </a:cubicBezTo>
                <a:cubicBezTo>
                  <a:pt x="200585" y="235389"/>
                  <a:pt x="200118" y="234125"/>
                  <a:pt x="199733" y="232779"/>
                </a:cubicBezTo>
                <a:cubicBezTo>
                  <a:pt x="199349" y="231433"/>
                  <a:pt x="198964" y="230032"/>
                  <a:pt x="198717" y="228824"/>
                </a:cubicBezTo>
                <a:lnTo>
                  <a:pt x="198717" y="228247"/>
                </a:lnTo>
                <a:lnTo>
                  <a:pt x="191218" y="227697"/>
                </a:lnTo>
                <a:cubicBezTo>
                  <a:pt x="189683" y="227644"/>
                  <a:pt x="188176" y="227270"/>
                  <a:pt x="186795" y="226598"/>
                </a:cubicBezTo>
                <a:cubicBezTo>
                  <a:pt x="185446" y="225922"/>
                  <a:pt x="184242" y="224989"/>
                  <a:pt x="183251" y="223852"/>
                </a:cubicBezTo>
                <a:lnTo>
                  <a:pt x="183251" y="223852"/>
                </a:lnTo>
                <a:cubicBezTo>
                  <a:pt x="182255" y="222719"/>
                  <a:pt x="181506" y="221390"/>
                  <a:pt x="181054" y="219951"/>
                </a:cubicBezTo>
                <a:cubicBezTo>
                  <a:pt x="180574" y="218510"/>
                  <a:pt x="180378" y="216989"/>
                  <a:pt x="180477" y="215473"/>
                </a:cubicBezTo>
                <a:lnTo>
                  <a:pt x="181576" y="200447"/>
                </a:lnTo>
                <a:cubicBezTo>
                  <a:pt x="181676" y="198913"/>
                  <a:pt x="182068" y="197412"/>
                  <a:pt x="182729" y="196025"/>
                </a:cubicBezTo>
                <a:cubicBezTo>
                  <a:pt x="183425" y="194672"/>
                  <a:pt x="184355" y="193454"/>
                  <a:pt x="185476" y="192426"/>
                </a:cubicBezTo>
                <a:cubicBezTo>
                  <a:pt x="186640" y="191417"/>
                  <a:pt x="187995" y="190651"/>
                  <a:pt x="189459" y="190174"/>
                </a:cubicBezTo>
                <a:cubicBezTo>
                  <a:pt x="190898" y="189681"/>
                  <a:pt x="192418" y="189466"/>
                  <a:pt x="193937" y="189542"/>
                </a:cubicBezTo>
                <a:lnTo>
                  <a:pt x="202755" y="190201"/>
                </a:lnTo>
                <a:cubicBezTo>
                  <a:pt x="202755" y="190009"/>
                  <a:pt x="202975" y="189734"/>
                  <a:pt x="203085" y="189542"/>
                </a:cubicBezTo>
                <a:cubicBezTo>
                  <a:pt x="203661" y="188333"/>
                  <a:pt x="204293" y="187124"/>
                  <a:pt x="204925" y="185916"/>
                </a:cubicBezTo>
                <a:cubicBezTo>
                  <a:pt x="205557" y="184707"/>
                  <a:pt x="206298" y="183471"/>
                  <a:pt x="206985" y="182400"/>
                </a:cubicBezTo>
                <a:lnTo>
                  <a:pt x="207232" y="182015"/>
                </a:lnTo>
                <a:lnTo>
                  <a:pt x="202315" y="176246"/>
                </a:lnTo>
                <a:cubicBezTo>
                  <a:pt x="201293" y="175091"/>
                  <a:pt x="200526" y="173734"/>
                  <a:pt x="200063" y="172263"/>
                </a:cubicBezTo>
                <a:cubicBezTo>
                  <a:pt x="199539" y="170756"/>
                  <a:pt x="199343" y="169155"/>
                  <a:pt x="199486" y="167566"/>
                </a:cubicBezTo>
                <a:cubicBezTo>
                  <a:pt x="199579" y="166029"/>
                  <a:pt x="200001" y="164531"/>
                  <a:pt x="200722" y="163171"/>
                </a:cubicBezTo>
                <a:cubicBezTo>
                  <a:pt x="201394" y="161803"/>
                  <a:pt x="202327" y="160581"/>
                  <a:pt x="203469" y="159572"/>
                </a:cubicBezTo>
                <a:lnTo>
                  <a:pt x="214704" y="149793"/>
                </a:lnTo>
                <a:lnTo>
                  <a:pt x="214704" y="149793"/>
                </a:lnTo>
                <a:cubicBezTo>
                  <a:pt x="215868" y="148806"/>
                  <a:pt x="217198" y="148034"/>
                  <a:pt x="218632" y="147513"/>
                </a:cubicBezTo>
                <a:cubicBezTo>
                  <a:pt x="220086" y="147005"/>
                  <a:pt x="221630" y="146809"/>
                  <a:pt x="223165" y="146936"/>
                </a:cubicBezTo>
                <a:cubicBezTo>
                  <a:pt x="224705" y="147058"/>
                  <a:pt x="226207" y="147477"/>
                  <a:pt x="227588" y="148172"/>
                </a:cubicBezTo>
                <a:cubicBezTo>
                  <a:pt x="228915" y="148844"/>
                  <a:pt x="230093" y="149779"/>
                  <a:pt x="231049" y="150919"/>
                </a:cubicBezTo>
                <a:lnTo>
                  <a:pt x="236872" y="157594"/>
                </a:lnTo>
                <a:lnTo>
                  <a:pt x="237422" y="157347"/>
                </a:lnTo>
                <a:cubicBezTo>
                  <a:pt x="238658" y="156880"/>
                  <a:pt x="239922" y="156496"/>
                  <a:pt x="241268" y="156029"/>
                </a:cubicBezTo>
                <a:cubicBezTo>
                  <a:pt x="242614" y="155562"/>
                  <a:pt x="244015" y="155314"/>
                  <a:pt x="245223" y="155012"/>
                </a:cubicBezTo>
                <a:cubicBezTo>
                  <a:pt x="245415" y="154986"/>
                  <a:pt x="245609" y="154986"/>
                  <a:pt x="245800" y="155012"/>
                </a:cubicBezTo>
                <a:lnTo>
                  <a:pt x="246350" y="147513"/>
                </a:lnTo>
                <a:cubicBezTo>
                  <a:pt x="246437" y="145970"/>
                  <a:pt x="246849" y="144463"/>
                  <a:pt x="247558" y="143090"/>
                </a:cubicBezTo>
                <a:cubicBezTo>
                  <a:pt x="248236" y="141750"/>
                  <a:pt x="249169" y="140556"/>
                  <a:pt x="250305" y="139574"/>
                </a:cubicBezTo>
                <a:lnTo>
                  <a:pt x="250305" y="139574"/>
                </a:lnTo>
                <a:cubicBezTo>
                  <a:pt x="251438" y="138578"/>
                  <a:pt x="252767" y="137829"/>
                  <a:pt x="254206" y="137377"/>
                </a:cubicBezTo>
                <a:cubicBezTo>
                  <a:pt x="255650" y="136910"/>
                  <a:pt x="257168" y="136715"/>
                  <a:pt x="258683" y="136800"/>
                </a:cubicBezTo>
                <a:lnTo>
                  <a:pt x="273709" y="137898"/>
                </a:lnTo>
                <a:cubicBezTo>
                  <a:pt x="275234" y="138025"/>
                  <a:pt x="276723" y="138425"/>
                  <a:pt x="278105" y="139080"/>
                </a:cubicBezTo>
                <a:cubicBezTo>
                  <a:pt x="279507" y="139707"/>
                  <a:pt x="280747" y="140647"/>
                  <a:pt x="281731" y="141827"/>
                </a:cubicBezTo>
                <a:cubicBezTo>
                  <a:pt x="282739" y="142981"/>
                  <a:pt x="283505" y="144326"/>
                  <a:pt x="283983" y="145782"/>
                </a:cubicBezTo>
                <a:cubicBezTo>
                  <a:pt x="284449" y="147254"/>
                  <a:pt x="284627" y="148803"/>
                  <a:pt x="284505" y="150342"/>
                </a:cubicBezTo>
                <a:lnTo>
                  <a:pt x="284093" y="159325"/>
                </a:lnTo>
                <a:lnTo>
                  <a:pt x="284752" y="159655"/>
                </a:lnTo>
                <a:cubicBezTo>
                  <a:pt x="285961" y="160231"/>
                  <a:pt x="287170" y="160863"/>
                  <a:pt x="288351" y="161523"/>
                </a:cubicBezTo>
                <a:cubicBezTo>
                  <a:pt x="289532" y="162182"/>
                  <a:pt x="290823" y="162869"/>
                  <a:pt x="291867" y="163583"/>
                </a:cubicBezTo>
                <a:lnTo>
                  <a:pt x="292279" y="163803"/>
                </a:lnTo>
                <a:lnTo>
                  <a:pt x="298048" y="158885"/>
                </a:lnTo>
                <a:cubicBezTo>
                  <a:pt x="299231" y="157817"/>
                  <a:pt x="300639" y="157028"/>
                  <a:pt x="302168" y="156578"/>
                </a:cubicBezTo>
                <a:cubicBezTo>
                  <a:pt x="303623" y="156075"/>
                  <a:pt x="305166" y="155879"/>
                  <a:pt x="306701" y="156001"/>
                </a:cubicBezTo>
                <a:cubicBezTo>
                  <a:pt x="308247" y="156090"/>
                  <a:pt x="309755" y="156512"/>
                  <a:pt x="311123" y="157237"/>
                </a:cubicBezTo>
                <a:lnTo>
                  <a:pt x="311123" y="157375"/>
                </a:lnTo>
                <a:close/>
                <a:moveTo>
                  <a:pt x="29612" y="0"/>
                </a:moveTo>
                <a:lnTo>
                  <a:pt x="256129" y="0"/>
                </a:lnTo>
                <a:cubicBezTo>
                  <a:pt x="272443" y="75"/>
                  <a:pt x="285641" y="13298"/>
                  <a:pt x="285686" y="29612"/>
                </a:cubicBezTo>
                <a:lnTo>
                  <a:pt x="285686" y="112901"/>
                </a:lnTo>
                <a:lnTo>
                  <a:pt x="284588" y="112516"/>
                </a:lnTo>
                <a:lnTo>
                  <a:pt x="282912" y="112022"/>
                </a:lnTo>
                <a:cubicBezTo>
                  <a:pt x="280830" y="111445"/>
                  <a:pt x="278695" y="111086"/>
                  <a:pt x="276539" y="110951"/>
                </a:cubicBezTo>
                <a:lnTo>
                  <a:pt x="271402" y="110566"/>
                </a:lnTo>
                <a:lnTo>
                  <a:pt x="271402" y="58044"/>
                </a:lnTo>
                <a:lnTo>
                  <a:pt x="14284" y="58044"/>
                </a:lnTo>
                <a:lnTo>
                  <a:pt x="14284" y="193333"/>
                </a:lnTo>
                <a:lnTo>
                  <a:pt x="155067" y="193333"/>
                </a:lnTo>
                <a:cubicBezTo>
                  <a:pt x="154781" y="194747"/>
                  <a:pt x="154588" y="196178"/>
                  <a:pt x="154490" y="197618"/>
                </a:cubicBezTo>
                <a:lnTo>
                  <a:pt x="153831" y="207617"/>
                </a:lnTo>
                <a:lnTo>
                  <a:pt x="152046" y="207617"/>
                </a:lnTo>
                <a:lnTo>
                  <a:pt x="152046" y="238740"/>
                </a:lnTo>
                <a:lnTo>
                  <a:pt x="161935" y="238740"/>
                </a:lnTo>
                <a:cubicBezTo>
                  <a:pt x="162814" y="239702"/>
                  <a:pt x="163775" y="240663"/>
                  <a:pt x="164846" y="241487"/>
                </a:cubicBezTo>
                <a:lnTo>
                  <a:pt x="166247" y="242723"/>
                </a:lnTo>
                <a:cubicBezTo>
                  <a:pt x="165918" y="243602"/>
                  <a:pt x="165643" y="244481"/>
                  <a:pt x="165396" y="245470"/>
                </a:cubicBezTo>
                <a:cubicBezTo>
                  <a:pt x="164878" y="247268"/>
                  <a:pt x="164510" y="249106"/>
                  <a:pt x="164297" y="250964"/>
                </a:cubicBezTo>
                <a:lnTo>
                  <a:pt x="164297" y="251871"/>
                </a:lnTo>
                <a:lnTo>
                  <a:pt x="164297" y="252887"/>
                </a:lnTo>
                <a:lnTo>
                  <a:pt x="29612" y="252887"/>
                </a:lnTo>
                <a:cubicBezTo>
                  <a:pt x="13319" y="252842"/>
                  <a:pt x="105" y="239677"/>
                  <a:pt x="0" y="223385"/>
                </a:cubicBezTo>
                <a:lnTo>
                  <a:pt x="0" y="29612"/>
                </a:lnTo>
                <a:cubicBezTo>
                  <a:pt x="15" y="13264"/>
                  <a:pt x="13264" y="15"/>
                  <a:pt x="29612" y="0"/>
                </a:cubicBezTo>
                <a:close/>
                <a:moveTo>
                  <a:pt x="127625" y="85156"/>
                </a:moveTo>
                <a:lnTo>
                  <a:pt x="177730" y="119988"/>
                </a:lnTo>
                <a:cubicBezTo>
                  <a:pt x="178542" y="120493"/>
                  <a:pt x="179236" y="121168"/>
                  <a:pt x="179763" y="121966"/>
                </a:cubicBezTo>
                <a:cubicBezTo>
                  <a:pt x="182003" y="125176"/>
                  <a:pt x="181217" y="129594"/>
                  <a:pt x="178008" y="131834"/>
                </a:cubicBezTo>
                <a:cubicBezTo>
                  <a:pt x="177997" y="131841"/>
                  <a:pt x="177987" y="131848"/>
                  <a:pt x="177977" y="131855"/>
                </a:cubicBezTo>
                <a:lnTo>
                  <a:pt x="128064" y="166357"/>
                </a:lnTo>
                <a:cubicBezTo>
                  <a:pt x="126800" y="167410"/>
                  <a:pt x="125205" y="167984"/>
                  <a:pt x="123559" y="167978"/>
                </a:cubicBezTo>
                <a:cubicBezTo>
                  <a:pt x="119615" y="167978"/>
                  <a:pt x="116417" y="164780"/>
                  <a:pt x="116417" y="160836"/>
                </a:cubicBezTo>
                <a:lnTo>
                  <a:pt x="116417" y="90870"/>
                </a:lnTo>
                <a:cubicBezTo>
                  <a:pt x="116417" y="90870"/>
                  <a:pt x="117489" y="87107"/>
                  <a:pt x="117708" y="86777"/>
                </a:cubicBezTo>
                <a:cubicBezTo>
                  <a:pt x="120011" y="83610"/>
                  <a:pt x="124434" y="82887"/>
                  <a:pt x="127625" y="85156"/>
                </a:cubicBezTo>
                <a:close/>
                <a:moveTo>
                  <a:pt x="137679" y="238987"/>
                </a:moveTo>
                <a:lnTo>
                  <a:pt x="137679" y="207617"/>
                </a:lnTo>
                <a:lnTo>
                  <a:pt x="80157" y="207617"/>
                </a:lnTo>
                <a:lnTo>
                  <a:pt x="80157" y="238740"/>
                </a:lnTo>
                <a:close/>
                <a:moveTo>
                  <a:pt x="65928" y="207617"/>
                </a:moveTo>
                <a:lnTo>
                  <a:pt x="14284" y="207617"/>
                </a:lnTo>
                <a:lnTo>
                  <a:pt x="14284" y="223385"/>
                </a:lnTo>
                <a:cubicBezTo>
                  <a:pt x="14299" y="231848"/>
                  <a:pt x="21149" y="238710"/>
                  <a:pt x="29612" y="238740"/>
                </a:cubicBezTo>
                <a:lnTo>
                  <a:pt x="65928" y="238740"/>
                </a:lnTo>
                <a:lnTo>
                  <a:pt x="65928" y="207617"/>
                </a:lnTo>
                <a:close/>
                <a:moveTo>
                  <a:pt x="207919" y="43759"/>
                </a:moveTo>
                <a:lnTo>
                  <a:pt x="207919" y="14284"/>
                </a:lnTo>
                <a:lnTo>
                  <a:pt x="151963" y="14284"/>
                </a:lnTo>
                <a:lnTo>
                  <a:pt x="151963" y="43732"/>
                </a:lnTo>
                <a:close/>
                <a:moveTo>
                  <a:pt x="222204" y="14284"/>
                </a:moveTo>
                <a:lnTo>
                  <a:pt x="222204" y="43732"/>
                </a:lnTo>
                <a:lnTo>
                  <a:pt x="271457" y="43732"/>
                </a:lnTo>
                <a:lnTo>
                  <a:pt x="271457" y="29612"/>
                </a:lnTo>
                <a:cubicBezTo>
                  <a:pt x="271427" y="21149"/>
                  <a:pt x="264565" y="14299"/>
                  <a:pt x="256101" y="14284"/>
                </a:cubicBezTo>
                <a:close/>
                <a:moveTo>
                  <a:pt x="137679" y="43759"/>
                </a:moveTo>
                <a:lnTo>
                  <a:pt x="137679" y="14284"/>
                </a:lnTo>
                <a:lnTo>
                  <a:pt x="80157" y="14284"/>
                </a:lnTo>
                <a:lnTo>
                  <a:pt x="80157" y="43732"/>
                </a:lnTo>
                <a:close/>
                <a:moveTo>
                  <a:pt x="65928" y="43759"/>
                </a:moveTo>
                <a:lnTo>
                  <a:pt x="65928" y="14284"/>
                </a:lnTo>
                <a:lnTo>
                  <a:pt x="29612" y="14284"/>
                </a:lnTo>
                <a:cubicBezTo>
                  <a:pt x="21159" y="14314"/>
                  <a:pt x="14314" y="21159"/>
                  <a:pt x="14284" y="29612"/>
                </a:cubicBezTo>
                <a:lnTo>
                  <a:pt x="14284" y="43732"/>
                </a:lnTo>
                <a:close/>
                <a:moveTo>
                  <a:pt x="257365" y="197975"/>
                </a:moveTo>
                <a:cubicBezTo>
                  <a:pt x="267006" y="197119"/>
                  <a:pt x="275516" y="204241"/>
                  <a:pt x="276371" y="213883"/>
                </a:cubicBezTo>
                <a:cubicBezTo>
                  <a:pt x="277227" y="223524"/>
                  <a:pt x="270105" y="232033"/>
                  <a:pt x="260464" y="232889"/>
                </a:cubicBezTo>
                <a:cubicBezTo>
                  <a:pt x="250834" y="233744"/>
                  <a:pt x="242331" y="226640"/>
                  <a:pt x="241460" y="217012"/>
                </a:cubicBezTo>
                <a:cubicBezTo>
                  <a:pt x="240603" y="207370"/>
                  <a:pt x="247723" y="198860"/>
                  <a:pt x="257365" y="198002"/>
                </a:cubicBezTo>
                <a:cubicBezTo>
                  <a:pt x="257365" y="198002"/>
                  <a:pt x="257365" y="198002"/>
                  <a:pt x="257365" y="198002"/>
                </a:cubicBezTo>
                <a:close/>
                <a:moveTo>
                  <a:pt x="255469" y="176301"/>
                </a:moveTo>
                <a:cubicBezTo>
                  <a:pt x="277082" y="174413"/>
                  <a:pt x="296133" y="190402"/>
                  <a:pt x="298022" y="212014"/>
                </a:cubicBezTo>
                <a:cubicBezTo>
                  <a:pt x="299911" y="233627"/>
                  <a:pt x="283921" y="252678"/>
                  <a:pt x="262309" y="254567"/>
                </a:cubicBezTo>
                <a:cubicBezTo>
                  <a:pt x="240707" y="256454"/>
                  <a:pt x="221661" y="240481"/>
                  <a:pt x="219759" y="218879"/>
                </a:cubicBezTo>
                <a:cubicBezTo>
                  <a:pt x="217842" y="197285"/>
                  <a:pt x="233794" y="178225"/>
                  <a:pt x="255389" y="176308"/>
                </a:cubicBezTo>
                <a:cubicBezTo>
                  <a:pt x="255416" y="176306"/>
                  <a:pt x="255443" y="176304"/>
                  <a:pt x="255469" y="176301"/>
                </a:cubicBezTo>
                <a:close/>
              </a:path>
            </a:pathLst>
          </a:custGeom>
          <a:gradFill>
            <a:gsLst>
              <a:gs pos="0">
                <a:srgbClr val="0078D4"/>
              </a:gs>
              <a:gs pos="53000">
                <a:srgbClr val="8661C5"/>
              </a:gs>
              <a:gs pos="100000">
                <a:srgbClr val="C03BC4"/>
              </a:gs>
            </a:gsLst>
            <a:path path="circle">
              <a:fillToRect r="100000" b="100000"/>
            </a:path>
          </a:gradFill>
          <a:ln w="2710" cap="flat">
            <a:gradFill>
              <a:gsLst>
                <a:gs pos="0">
                  <a:srgbClr val="0F6CBD"/>
                </a:gs>
                <a:gs pos="100000">
                  <a:srgbClr val="C03BC4"/>
                </a:gs>
              </a:gsLst>
              <a:lin ang="1800000" scaled="0"/>
            </a:gradFill>
            <a:prstDash val="solid"/>
            <a:miter/>
          </a:ln>
        </p:spPr>
        <p:txBody>
          <a:bodyPr/>
          <a:lstStyle/>
          <a:p>
            <a:pPr marL="0" marR="0" lvl="0" indent="0" algn="l" defTabSz="333390" rtl="0" eaLnBrk="1" fontAlgn="auto" latinLnBrk="0" hangingPunct="1">
              <a:lnSpc>
                <a:spcPct val="100000"/>
              </a:lnSpc>
              <a:spcBef>
                <a:spcPts val="0"/>
              </a:spcBef>
              <a:spcAft>
                <a:spcPts val="0"/>
              </a:spcAft>
              <a:buClrTx/>
              <a:buSzTx/>
              <a:buFontTx/>
              <a:buNone/>
              <a:tabLst/>
              <a:defRPr/>
            </a:pPr>
            <a:endParaRPr kumimoji="0" lang="en-US" sz="1313" b="0" i="0" u="none" strike="noStrike" kern="1200" cap="none" spc="0" normalizeH="0" baseline="0" noProof="0">
              <a:ln>
                <a:noFill/>
              </a:ln>
              <a:solidFill>
                <a:srgbClr val="000000"/>
              </a:solidFill>
              <a:effectLst/>
              <a:uLnTx/>
              <a:uFillTx/>
              <a:latin typeface="Segoe UI"/>
              <a:ea typeface="+mn-ea"/>
              <a:cs typeface="+mn-cs"/>
            </a:endParaRPr>
          </a:p>
        </p:txBody>
      </p:sp>
      <p:sp>
        <p:nvSpPr>
          <p:cNvPr id="1099" name="Graphic 3" descr="Magnifying glass with solid fill">
            <a:extLst>
              <a:ext uri="{FF2B5EF4-FFF2-40B4-BE49-F238E27FC236}">
                <a16:creationId xmlns:a16="http://schemas.microsoft.com/office/drawing/2014/main" id="{7A51CE1E-9AB9-9086-5EAE-BD996031CC0B}"/>
              </a:ext>
            </a:extLst>
          </p:cNvPr>
          <p:cNvSpPr/>
          <p:nvPr/>
        </p:nvSpPr>
        <p:spPr>
          <a:xfrm>
            <a:off x="473600" y="2801084"/>
            <a:ext cx="71005" cy="74645"/>
          </a:xfrm>
          <a:custGeom>
            <a:avLst/>
            <a:gdLst>
              <a:gd name="connsiteX0" fmla="*/ 326805 w 335464"/>
              <a:gd name="connsiteY0" fmla="*/ 284733 h 335729"/>
              <a:gd name="connsiteX1" fmla="*/ 273683 w 335464"/>
              <a:gd name="connsiteY1" fmla="*/ 231611 h 335729"/>
              <a:gd name="connsiteX2" fmla="*/ 247335 w 335464"/>
              <a:gd name="connsiteY2" fmla="*/ 223536 h 335729"/>
              <a:gd name="connsiteX3" fmla="*/ 228636 w 335464"/>
              <a:gd name="connsiteY3" fmla="*/ 204837 h 335729"/>
              <a:gd name="connsiteX4" fmla="*/ 254984 w 335464"/>
              <a:gd name="connsiteY4" fmla="*/ 127492 h 335729"/>
              <a:gd name="connsiteX5" fmla="*/ 127492 w 335464"/>
              <a:gd name="connsiteY5" fmla="*/ 0 h 335729"/>
              <a:gd name="connsiteX6" fmla="*/ 0 w 335464"/>
              <a:gd name="connsiteY6" fmla="*/ 127492 h 335729"/>
              <a:gd name="connsiteX7" fmla="*/ 127492 w 335464"/>
              <a:gd name="connsiteY7" fmla="*/ 254984 h 335729"/>
              <a:gd name="connsiteX8" fmla="*/ 204837 w 335464"/>
              <a:gd name="connsiteY8" fmla="*/ 228636 h 335729"/>
              <a:gd name="connsiteX9" fmla="*/ 223536 w 335464"/>
              <a:gd name="connsiteY9" fmla="*/ 247335 h 335729"/>
              <a:gd name="connsiteX10" fmla="*/ 231611 w 335464"/>
              <a:gd name="connsiteY10" fmla="*/ 273683 h 335729"/>
              <a:gd name="connsiteX11" fmla="*/ 284733 w 335464"/>
              <a:gd name="connsiteY11" fmla="*/ 326805 h 335729"/>
              <a:gd name="connsiteX12" fmla="*/ 305981 w 335464"/>
              <a:gd name="connsiteY12" fmla="*/ 335729 h 335729"/>
              <a:gd name="connsiteX13" fmla="*/ 327230 w 335464"/>
              <a:gd name="connsiteY13" fmla="*/ 326805 h 335729"/>
              <a:gd name="connsiteX14" fmla="*/ 326805 w 335464"/>
              <a:gd name="connsiteY14" fmla="*/ 284733 h 335729"/>
              <a:gd name="connsiteX15" fmla="*/ 127067 w 335464"/>
              <a:gd name="connsiteY15" fmla="*/ 229061 h 335729"/>
              <a:gd name="connsiteX16" fmla="*/ 25073 w 335464"/>
              <a:gd name="connsiteY16" fmla="*/ 127067 h 335729"/>
              <a:gd name="connsiteX17" fmla="*/ 127067 w 335464"/>
              <a:gd name="connsiteY17" fmla="*/ 25073 h 335729"/>
              <a:gd name="connsiteX18" fmla="*/ 229061 w 335464"/>
              <a:gd name="connsiteY18" fmla="*/ 127067 h 335729"/>
              <a:gd name="connsiteX19" fmla="*/ 127067 w 335464"/>
              <a:gd name="connsiteY19" fmla="*/ 229061 h 3357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335464" h="335729">
                <a:moveTo>
                  <a:pt x="326805" y="284733"/>
                </a:moveTo>
                <a:lnTo>
                  <a:pt x="273683" y="231611"/>
                </a:lnTo>
                <a:cubicBezTo>
                  <a:pt x="266459" y="224386"/>
                  <a:pt x="256684" y="221836"/>
                  <a:pt x="247335" y="223536"/>
                </a:cubicBezTo>
                <a:lnTo>
                  <a:pt x="228636" y="204837"/>
                </a:lnTo>
                <a:cubicBezTo>
                  <a:pt x="245210" y="183589"/>
                  <a:pt x="254984" y="156390"/>
                  <a:pt x="254984" y="127492"/>
                </a:cubicBezTo>
                <a:cubicBezTo>
                  <a:pt x="254984" y="57371"/>
                  <a:pt x="197613" y="0"/>
                  <a:pt x="127492" y="0"/>
                </a:cubicBezTo>
                <a:cubicBezTo>
                  <a:pt x="57371" y="0"/>
                  <a:pt x="0" y="57371"/>
                  <a:pt x="0" y="127492"/>
                </a:cubicBezTo>
                <a:cubicBezTo>
                  <a:pt x="0" y="197613"/>
                  <a:pt x="57371" y="254984"/>
                  <a:pt x="127492" y="254984"/>
                </a:cubicBezTo>
                <a:cubicBezTo>
                  <a:pt x="156390" y="254984"/>
                  <a:pt x="183164" y="245210"/>
                  <a:pt x="204837" y="228636"/>
                </a:cubicBezTo>
                <a:lnTo>
                  <a:pt x="223536" y="247335"/>
                </a:lnTo>
                <a:cubicBezTo>
                  <a:pt x="221836" y="256684"/>
                  <a:pt x="224386" y="266459"/>
                  <a:pt x="231611" y="273683"/>
                </a:cubicBezTo>
                <a:lnTo>
                  <a:pt x="284733" y="326805"/>
                </a:lnTo>
                <a:cubicBezTo>
                  <a:pt x="290682" y="332755"/>
                  <a:pt x="298332" y="335729"/>
                  <a:pt x="305981" y="335729"/>
                </a:cubicBezTo>
                <a:cubicBezTo>
                  <a:pt x="313631" y="335729"/>
                  <a:pt x="321280" y="332755"/>
                  <a:pt x="327230" y="326805"/>
                </a:cubicBezTo>
                <a:cubicBezTo>
                  <a:pt x="338279" y="314906"/>
                  <a:pt x="338279" y="296207"/>
                  <a:pt x="326805" y="284733"/>
                </a:cubicBezTo>
                <a:close/>
                <a:moveTo>
                  <a:pt x="127067" y="229061"/>
                </a:moveTo>
                <a:cubicBezTo>
                  <a:pt x="70971" y="229061"/>
                  <a:pt x="25073" y="183164"/>
                  <a:pt x="25073" y="127067"/>
                </a:cubicBezTo>
                <a:cubicBezTo>
                  <a:pt x="25073" y="70971"/>
                  <a:pt x="70971" y="25073"/>
                  <a:pt x="127067" y="25073"/>
                </a:cubicBezTo>
                <a:cubicBezTo>
                  <a:pt x="183164" y="25073"/>
                  <a:pt x="229061" y="70971"/>
                  <a:pt x="229061" y="127067"/>
                </a:cubicBezTo>
                <a:cubicBezTo>
                  <a:pt x="229061" y="183164"/>
                  <a:pt x="183164" y="229061"/>
                  <a:pt x="127067" y="229061"/>
                </a:cubicBezTo>
                <a:close/>
              </a:path>
            </a:pathLst>
          </a:custGeom>
          <a:gradFill>
            <a:gsLst>
              <a:gs pos="0">
                <a:srgbClr val="0078D4"/>
              </a:gs>
              <a:gs pos="53000">
                <a:srgbClr val="8661C5"/>
              </a:gs>
              <a:gs pos="100000">
                <a:srgbClr val="C03BC4"/>
              </a:gs>
            </a:gsLst>
            <a:path path="circle">
              <a:fillToRect r="100000" b="100000"/>
            </a:path>
          </a:gradFill>
          <a:ln w="11906" cap="flat">
            <a:noFill/>
            <a:prstDash val="solid"/>
            <a:miter/>
          </a:ln>
        </p:spPr>
        <p:txBody>
          <a:bodyPr wrap="square" lIns="107156" tIns="18753" rIns="107156" bIns="20003" rtlCol="0" anchor="ctr">
            <a:noAutofit/>
          </a:bodyPr>
          <a:lstStyle/>
          <a:p>
            <a:pPr marL="0" marR="0" lvl="0" indent="0" algn="ctr" defTabSz="1659550" rtl="0" eaLnBrk="1" fontAlgn="base" latinLnBrk="0" hangingPunct="1">
              <a:lnSpc>
                <a:spcPct val="100000"/>
              </a:lnSpc>
              <a:spcBef>
                <a:spcPts val="1313"/>
              </a:spcBef>
              <a:spcAft>
                <a:spcPts val="1313"/>
              </a:spcAft>
              <a:buClrTx/>
              <a:buSzTx/>
              <a:buFontTx/>
              <a:buNone/>
              <a:tabLst>
                <a:tab pos="2698943" algn="l"/>
              </a:tabLst>
              <a:defRPr/>
            </a:pPr>
            <a:endParaRPr kumimoji="0" lang="en-US" sz="100" b="0" i="0" u="none" strike="noStrike" kern="1200" cap="none" spc="0" normalizeH="0" baseline="0" noProof="0">
              <a:ln w="3175">
                <a:noFill/>
              </a:ln>
              <a:gradFill>
                <a:gsLst>
                  <a:gs pos="53147">
                    <a:srgbClr val="FFFFFF"/>
                  </a:gs>
                  <a:gs pos="28000">
                    <a:srgbClr val="FFFFFF"/>
                  </a:gs>
                </a:gsLst>
                <a:path path="circle">
                  <a:fillToRect l="100000" b="100000"/>
                </a:path>
              </a:gradFill>
              <a:effectLst/>
              <a:uLnTx/>
              <a:uFillTx/>
              <a:latin typeface="Segoe UI Semibold"/>
              <a:ea typeface="+mn-ea"/>
              <a:cs typeface="Segoe UI" pitchFamily="34" charset="0"/>
            </a:endParaRPr>
          </a:p>
        </p:txBody>
      </p:sp>
      <p:sp>
        <p:nvSpPr>
          <p:cNvPr id="1100" name="Graphic 45" descr="Icon of an app window with a column chart">
            <a:extLst>
              <a:ext uri="{FF2B5EF4-FFF2-40B4-BE49-F238E27FC236}">
                <a16:creationId xmlns:a16="http://schemas.microsoft.com/office/drawing/2014/main" id="{14033048-AF99-949F-6A5F-DCA49E9EB0FB}"/>
              </a:ext>
            </a:extLst>
          </p:cNvPr>
          <p:cNvSpPr>
            <a:spLocks/>
          </p:cNvSpPr>
          <p:nvPr/>
        </p:nvSpPr>
        <p:spPr>
          <a:xfrm>
            <a:off x="475270" y="3602611"/>
            <a:ext cx="64679" cy="64679"/>
          </a:xfrm>
          <a:custGeom>
            <a:avLst/>
            <a:gdLst>
              <a:gd name="connsiteX0" fmla="*/ 171450 w 190500"/>
              <a:gd name="connsiteY0" fmla="*/ 52388 h 190500"/>
              <a:gd name="connsiteX1" fmla="*/ 171450 w 190500"/>
              <a:gd name="connsiteY1" fmla="*/ 95726 h 190500"/>
              <a:gd name="connsiteX2" fmla="*/ 161925 w 190500"/>
              <a:gd name="connsiteY2" fmla="*/ 100011 h 190500"/>
              <a:gd name="connsiteX3" fmla="*/ 138113 w 190500"/>
              <a:gd name="connsiteY3" fmla="*/ 76200 h 190500"/>
              <a:gd name="connsiteX4" fmla="*/ 114300 w 190500"/>
              <a:gd name="connsiteY4" fmla="*/ 100013 h 190500"/>
              <a:gd name="connsiteX5" fmla="*/ 114300 w 190500"/>
              <a:gd name="connsiteY5" fmla="*/ 119061 h 190500"/>
              <a:gd name="connsiteX6" fmla="*/ 100013 w 190500"/>
              <a:gd name="connsiteY6" fmla="*/ 114300 h 190500"/>
              <a:gd name="connsiteX7" fmla="*/ 76200 w 190500"/>
              <a:gd name="connsiteY7" fmla="*/ 138113 h 190500"/>
              <a:gd name="connsiteX8" fmla="*/ 76200 w 190500"/>
              <a:gd name="connsiteY8" fmla="*/ 171450 h 190500"/>
              <a:gd name="connsiteX9" fmla="*/ 30956 w 190500"/>
              <a:gd name="connsiteY9" fmla="*/ 171450 h 190500"/>
              <a:gd name="connsiteX10" fmla="*/ 0 w 190500"/>
              <a:gd name="connsiteY10" fmla="*/ 140494 h 190500"/>
              <a:gd name="connsiteX11" fmla="*/ 0 w 190500"/>
              <a:gd name="connsiteY11" fmla="*/ 52388 h 190500"/>
              <a:gd name="connsiteX12" fmla="*/ 171450 w 190500"/>
              <a:gd name="connsiteY12" fmla="*/ 52388 h 190500"/>
              <a:gd name="connsiteX13" fmla="*/ 140494 w 190500"/>
              <a:gd name="connsiteY13" fmla="*/ 0 h 190500"/>
              <a:gd name="connsiteX14" fmla="*/ 171450 w 190500"/>
              <a:gd name="connsiteY14" fmla="*/ 30956 h 190500"/>
              <a:gd name="connsiteX15" fmla="*/ 171450 w 190500"/>
              <a:gd name="connsiteY15" fmla="*/ 38100 h 190500"/>
              <a:gd name="connsiteX16" fmla="*/ 0 w 190500"/>
              <a:gd name="connsiteY16" fmla="*/ 38100 h 190500"/>
              <a:gd name="connsiteX17" fmla="*/ 0 w 190500"/>
              <a:gd name="connsiteY17" fmla="*/ 30956 h 190500"/>
              <a:gd name="connsiteX18" fmla="*/ 30956 w 190500"/>
              <a:gd name="connsiteY18" fmla="*/ 0 h 190500"/>
              <a:gd name="connsiteX19" fmla="*/ 140494 w 190500"/>
              <a:gd name="connsiteY19" fmla="*/ 0 h 190500"/>
              <a:gd name="connsiteX20" fmla="*/ 138113 w 190500"/>
              <a:gd name="connsiteY20" fmla="*/ 85725 h 190500"/>
              <a:gd name="connsiteX21" fmla="*/ 123825 w 190500"/>
              <a:gd name="connsiteY21" fmla="*/ 100013 h 190500"/>
              <a:gd name="connsiteX22" fmla="*/ 123825 w 190500"/>
              <a:gd name="connsiteY22" fmla="*/ 176213 h 190500"/>
              <a:gd name="connsiteX23" fmla="*/ 138113 w 190500"/>
              <a:gd name="connsiteY23" fmla="*/ 190500 h 190500"/>
              <a:gd name="connsiteX24" fmla="*/ 152400 w 190500"/>
              <a:gd name="connsiteY24" fmla="*/ 176213 h 190500"/>
              <a:gd name="connsiteX25" fmla="*/ 152400 w 190500"/>
              <a:gd name="connsiteY25" fmla="*/ 100013 h 190500"/>
              <a:gd name="connsiteX26" fmla="*/ 138113 w 190500"/>
              <a:gd name="connsiteY26" fmla="*/ 85725 h 190500"/>
              <a:gd name="connsiteX27" fmla="*/ 100013 w 190500"/>
              <a:gd name="connsiteY27" fmla="*/ 123825 h 190500"/>
              <a:gd name="connsiteX28" fmla="*/ 85725 w 190500"/>
              <a:gd name="connsiteY28" fmla="*/ 138113 h 190500"/>
              <a:gd name="connsiteX29" fmla="*/ 85725 w 190500"/>
              <a:gd name="connsiteY29" fmla="*/ 176213 h 190500"/>
              <a:gd name="connsiteX30" fmla="*/ 100013 w 190500"/>
              <a:gd name="connsiteY30" fmla="*/ 190500 h 190500"/>
              <a:gd name="connsiteX31" fmla="*/ 114300 w 190500"/>
              <a:gd name="connsiteY31" fmla="*/ 176213 h 190500"/>
              <a:gd name="connsiteX32" fmla="*/ 114300 w 190500"/>
              <a:gd name="connsiteY32" fmla="*/ 138113 h 190500"/>
              <a:gd name="connsiteX33" fmla="*/ 100013 w 190500"/>
              <a:gd name="connsiteY33" fmla="*/ 123825 h 190500"/>
              <a:gd name="connsiteX34" fmla="*/ 161925 w 190500"/>
              <a:gd name="connsiteY34" fmla="*/ 119063 h 190500"/>
              <a:gd name="connsiteX35" fmla="*/ 176213 w 190500"/>
              <a:gd name="connsiteY35" fmla="*/ 104775 h 190500"/>
              <a:gd name="connsiteX36" fmla="*/ 190500 w 190500"/>
              <a:gd name="connsiteY36" fmla="*/ 119063 h 190500"/>
              <a:gd name="connsiteX37" fmla="*/ 190500 w 190500"/>
              <a:gd name="connsiteY37" fmla="*/ 176213 h 190500"/>
              <a:gd name="connsiteX38" fmla="*/ 176213 w 190500"/>
              <a:gd name="connsiteY38" fmla="*/ 190500 h 190500"/>
              <a:gd name="connsiteX39" fmla="*/ 161925 w 190500"/>
              <a:gd name="connsiteY39" fmla="*/ 176213 h 190500"/>
              <a:gd name="connsiteX40" fmla="*/ 161925 w 190500"/>
              <a:gd name="connsiteY40" fmla="*/ 119063 h 190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190500" h="190500">
                <a:moveTo>
                  <a:pt x="171450" y="52388"/>
                </a:moveTo>
                <a:lnTo>
                  <a:pt x="171450" y="95726"/>
                </a:lnTo>
                <a:cubicBezTo>
                  <a:pt x="167931" y="96441"/>
                  <a:pt x="164694" y="97931"/>
                  <a:pt x="161925" y="100011"/>
                </a:cubicBezTo>
                <a:cubicBezTo>
                  <a:pt x="161924" y="86860"/>
                  <a:pt x="151264" y="76200"/>
                  <a:pt x="138113" y="76200"/>
                </a:cubicBezTo>
                <a:cubicBezTo>
                  <a:pt x="124961" y="76200"/>
                  <a:pt x="114300" y="86861"/>
                  <a:pt x="114300" y="100013"/>
                </a:cubicBezTo>
                <a:lnTo>
                  <a:pt x="114300" y="119061"/>
                </a:lnTo>
                <a:cubicBezTo>
                  <a:pt x="110320" y="116072"/>
                  <a:pt x="105373" y="114300"/>
                  <a:pt x="100013" y="114300"/>
                </a:cubicBezTo>
                <a:cubicBezTo>
                  <a:pt x="86861" y="114300"/>
                  <a:pt x="76200" y="124961"/>
                  <a:pt x="76200" y="138113"/>
                </a:cubicBezTo>
                <a:lnTo>
                  <a:pt x="76200" y="171450"/>
                </a:lnTo>
                <a:lnTo>
                  <a:pt x="30956" y="171450"/>
                </a:lnTo>
                <a:cubicBezTo>
                  <a:pt x="13860" y="171450"/>
                  <a:pt x="0" y="157590"/>
                  <a:pt x="0" y="140494"/>
                </a:cubicBezTo>
                <a:lnTo>
                  <a:pt x="0" y="52388"/>
                </a:lnTo>
                <a:lnTo>
                  <a:pt x="171450" y="52388"/>
                </a:lnTo>
                <a:close/>
                <a:moveTo>
                  <a:pt x="140494" y="0"/>
                </a:moveTo>
                <a:cubicBezTo>
                  <a:pt x="157590" y="0"/>
                  <a:pt x="171450" y="13860"/>
                  <a:pt x="171450" y="30956"/>
                </a:cubicBezTo>
                <a:lnTo>
                  <a:pt x="171450" y="38100"/>
                </a:lnTo>
                <a:lnTo>
                  <a:pt x="0" y="38100"/>
                </a:lnTo>
                <a:lnTo>
                  <a:pt x="0" y="30956"/>
                </a:lnTo>
                <a:cubicBezTo>
                  <a:pt x="0" y="13860"/>
                  <a:pt x="13860" y="0"/>
                  <a:pt x="30956" y="0"/>
                </a:cubicBezTo>
                <a:lnTo>
                  <a:pt x="140494" y="0"/>
                </a:lnTo>
                <a:close/>
                <a:moveTo>
                  <a:pt x="138113" y="85725"/>
                </a:moveTo>
                <a:cubicBezTo>
                  <a:pt x="130222" y="85725"/>
                  <a:pt x="123825" y="92122"/>
                  <a:pt x="123825" y="100013"/>
                </a:cubicBezTo>
                <a:lnTo>
                  <a:pt x="123825" y="176213"/>
                </a:lnTo>
                <a:cubicBezTo>
                  <a:pt x="123825" y="184103"/>
                  <a:pt x="130222" y="190500"/>
                  <a:pt x="138113" y="190500"/>
                </a:cubicBezTo>
                <a:cubicBezTo>
                  <a:pt x="146003" y="190500"/>
                  <a:pt x="152400" y="184103"/>
                  <a:pt x="152400" y="176213"/>
                </a:cubicBezTo>
                <a:lnTo>
                  <a:pt x="152400" y="100013"/>
                </a:lnTo>
                <a:cubicBezTo>
                  <a:pt x="152400" y="92122"/>
                  <a:pt x="146003" y="85725"/>
                  <a:pt x="138113" y="85725"/>
                </a:cubicBezTo>
                <a:close/>
                <a:moveTo>
                  <a:pt x="100013" y="123825"/>
                </a:moveTo>
                <a:cubicBezTo>
                  <a:pt x="92122" y="123825"/>
                  <a:pt x="85725" y="130222"/>
                  <a:pt x="85725" y="138113"/>
                </a:cubicBezTo>
                <a:lnTo>
                  <a:pt x="85725" y="176213"/>
                </a:lnTo>
                <a:cubicBezTo>
                  <a:pt x="85725" y="184103"/>
                  <a:pt x="92122" y="190500"/>
                  <a:pt x="100013" y="190500"/>
                </a:cubicBezTo>
                <a:cubicBezTo>
                  <a:pt x="107903" y="190500"/>
                  <a:pt x="114300" y="184103"/>
                  <a:pt x="114300" y="176213"/>
                </a:cubicBezTo>
                <a:lnTo>
                  <a:pt x="114300" y="138113"/>
                </a:lnTo>
                <a:cubicBezTo>
                  <a:pt x="114300" y="130222"/>
                  <a:pt x="107903" y="123825"/>
                  <a:pt x="100013" y="123825"/>
                </a:cubicBezTo>
                <a:close/>
                <a:moveTo>
                  <a:pt x="161925" y="119063"/>
                </a:moveTo>
                <a:cubicBezTo>
                  <a:pt x="161925" y="111172"/>
                  <a:pt x="168322" y="104775"/>
                  <a:pt x="176213" y="104775"/>
                </a:cubicBezTo>
                <a:cubicBezTo>
                  <a:pt x="184103" y="104775"/>
                  <a:pt x="190500" y="111172"/>
                  <a:pt x="190500" y="119063"/>
                </a:cubicBezTo>
                <a:lnTo>
                  <a:pt x="190500" y="176213"/>
                </a:lnTo>
                <a:cubicBezTo>
                  <a:pt x="190500" y="184103"/>
                  <a:pt x="184103" y="190500"/>
                  <a:pt x="176213" y="190500"/>
                </a:cubicBezTo>
                <a:cubicBezTo>
                  <a:pt x="168322" y="190500"/>
                  <a:pt x="161925" y="184103"/>
                  <a:pt x="161925" y="176213"/>
                </a:cubicBezTo>
                <a:lnTo>
                  <a:pt x="161925" y="119063"/>
                </a:lnTo>
                <a:close/>
              </a:path>
            </a:pathLst>
          </a:custGeom>
          <a:gradFill flip="none" rotWithShape="1">
            <a:gsLst>
              <a:gs pos="100000">
                <a:srgbClr val="C73ECC"/>
              </a:gs>
              <a:gs pos="3000">
                <a:schemeClr val="accent1"/>
              </a:gs>
            </a:gsLst>
            <a:lin ang="2700000" scaled="1"/>
            <a:tileRect/>
          </a:gradFill>
          <a:ln>
            <a:noFill/>
            <a:headEnd type="none" w="med" len="med"/>
            <a:tailEnd type="none" w="med" len="med"/>
          </a:ln>
          <a:effectLst/>
        </p:spPr>
        <p:style>
          <a:lnRef idx="1">
            <a:schemeClr val="accent2"/>
          </a:lnRef>
          <a:fillRef idx="3">
            <a:schemeClr val="accent2"/>
          </a:fillRef>
          <a:effectRef idx="2">
            <a:schemeClr val="accent2"/>
          </a:effectRef>
          <a:fontRef idx="minor">
            <a:schemeClr val="dk1">
              <a:hueOff val="0"/>
              <a:satOff val="0"/>
              <a:lumOff val="0"/>
              <a:alphaOff val="0"/>
            </a:schemeClr>
          </a:fontRef>
        </p:style>
        <p:txBody>
          <a:bodyPr anchor="ctr"/>
          <a:lstStyle>
            <a:defPPr>
              <a:defRPr lang="en-US"/>
            </a:defPPr>
            <a:lvl1pPr marL="0" algn="l" defTabSz="914400" rtl="0" eaLnBrk="1" latinLnBrk="0" hangingPunct="1">
              <a:defRPr sz="1800" kern="1200">
                <a:solidFill>
                  <a:schemeClr val="dk1">
                    <a:hueOff val="0"/>
                    <a:satOff val="0"/>
                    <a:lumOff val="0"/>
                    <a:alphaOff val="0"/>
                  </a:schemeClr>
                </a:solidFill>
                <a:latin typeface="+mn-lt"/>
                <a:ea typeface="+mn-ea"/>
                <a:cs typeface="+mn-cs"/>
              </a:defRPr>
            </a:lvl1pPr>
            <a:lvl2pPr marL="457200" algn="l" defTabSz="914400" rtl="0" eaLnBrk="1" latinLnBrk="0" hangingPunct="1">
              <a:defRPr sz="1800" kern="1200">
                <a:solidFill>
                  <a:schemeClr val="dk1">
                    <a:hueOff val="0"/>
                    <a:satOff val="0"/>
                    <a:lumOff val="0"/>
                    <a:alphaOff val="0"/>
                  </a:schemeClr>
                </a:solidFill>
                <a:latin typeface="+mn-lt"/>
                <a:ea typeface="+mn-ea"/>
                <a:cs typeface="+mn-cs"/>
              </a:defRPr>
            </a:lvl2pPr>
            <a:lvl3pPr marL="914400" algn="l" defTabSz="914400" rtl="0" eaLnBrk="1" latinLnBrk="0" hangingPunct="1">
              <a:defRPr sz="1800" kern="1200">
                <a:solidFill>
                  <a:schemeClr val="dk1">
                    <a:hueOff val="0"/>
                    <a:satOff val="0"/>
                    <a:lumOff val="0"/>
                    <a:alphaOff val="0"/>
                  </a:schemeClr>
                </a:solidFill>
                <a:latin typeface="+mn-lt"/>
                <a:ea typeface="+mn-ea"/>
                <a:cs typeface="+mn-cs"/>
              </a:defRPr>
            </a:lvl3pPr>
            <a:lvl4pPr marL="1371600" algn="l" defTabSz="914400" rtl="0" eaLnBrk="1" latinLnBrk="0" hangingPunct="1">
              <a:defRPr sz="1800" kern="1200">
                <a:solidFill>
                  <a:schemeClr val="dk1">
                    <a:hueOff val="0"/>
                    <a:satOff val="0"/>
                    <a:lumOff val="0"/>
                    <a:alphaOff val="0"/>
                  </a:schemeClr>
                </a:solidFill>
                <a:latin typeface="+mn-lt"/>
                <a:ea typeface="+mn-ea"/>
                <a:cs typeface="+mn-cs"/>
              </a:defRPr>
            </a:lvl4pPr>
            <a:lvl5pPr marL="1828800" algn="l" defTabSz="914400" rtl="0" eaLnBrk="1" latinLnBrk="0" hangingPunct="1">
              <a:defRPr sz="1800" kern="1200">
                <a:solidFill>
                  <a:schemeClr val="dk1">
                    <a:hueOff val="0"/>
                    <a:satOff val="0"/>
                    <a:lumOff val="0"/>
                    <a:alphaOff val="0"/>
                  </a:schemeClr>
                </a:solidFill>
                <a:latin typeface="+mn-lt"/>
                <a:ea typeface="+mn-ea"/>
                <a:cs typeface="+mn-cs"/>
              </a:defRPr>
            </a:lvl5pPr>
            <a:lvl6pPr marL="2286000" algn="l" defTabSz="914400" rtl="0" eaLnBrk="1" latinLnBrk="0" hangingPunct="1">
              <a:defRPr sz="1800" kern="1200">
                <a:solidFill>
                  <a:schemeClr val="dk1">
                    <a:hueOff val="0"/>
                    <a:satOff val="0"/>
                    <a:lumOff val="0"/>
                    <a:alphaOff val="0"/>
                  </a:schemeClr>
                </a:solidFill>
                <a:latin typeface="+mn-lt"/>
                <a:ea typeface="+mn-ea"/>
                <a:cs typeface="+mn-cs"/>
              </a:defRPr>
            </a:lvl6pPr>
            <a:lvl7pPr marL="2743200" algn="l" defTabSz="914400" rtl="0" eaLnBrk="1" latinLnBrk="0" hangingPunct="1">
              <a:defRPr sz="1800" kern="1200">
                <a:solidFill>
                  <a:schemeClr val="dk1">
                    <a:hueOff val="0"/>
                    <a:satOff val="0"/>
                    <a:lumOff val="0"/>
                    <a:alphaOff val="0"/>
                  </a:schemeClr>
                </a:solidFill>
                <a:latin typeface="+mn-lt"/>
                <a:ea typeface="+mn-ea"/>
                <a:cs typeface="+mn-cs"/>
              </a:defRPr>
            </a:lvl7pPr>
            <a:lvl8pPr marL="3200400" algn="l" defTabSz="914400" rtl="0" eaLnBrk="1" latinLnBrk="0" hangingPunct="1">
              <a:defRPr sz="1800" kern="1200">
                <a:solidFill>
                  <a:schemeClr val="dk1">
                    <a:hueOff val="0"/>
                    <a:satOff val="0"/>
                    <a:lumOff val="0"/>
                    <a:alphaOff val="0"/>
                  </a:schemeClr>
                </a:solidFill>
                <a:latin typeface="+mn-lt"/>
                <a:ea typeface="+mn-ea"/>
                <a:cs typeface="+mn-cs"/>
              </a:defRPr>
            </a:lvl8pPr>
            <a:lvl9pPr marL="3657600" algn="l" defTabSz="914400" rtl="0" eaLnBrk="1" latinLnBrk="0" hangingPunct="1">
              <a:defRPr sz="1800" kern="1200">
                <a:solidFill>
                  <a:schemeClr val="dk1">
                    <a:hueOff val="0"/>
                    <a:satOff val="0"/>
                    <a:lumOff val="0"/>
                    <a:alphaOff val="0"/>
                  </a:schemeClr>
                </a:solidFill>
                <a:latin typeface="+mn-lt"/>
                <a:ea typeface="+mn-ea"/>
                <a:cs typeface="+mn-cs"/>
              </a:defRPr>
            </a:lvl9pPr>
          </a:lstStyle>
          <a:p>
            <a:pPr marL="0" marR="0" lvl="0" indent="0" algn="ctr" defTabSz="666780" rtl="0" eaLnBrk="1" fontAlgn="auto" latinLnBrk="0" hangingPunct="1">
              <a:lnSpc>
                <a:spcPct val="100000"/>
              </a:lnSpc>
              <a:spcBef>
                <a:spcPts val="0"/>
              </a:spcBef>
              <a:spcAft>
                <a:spcPts val="0"/>
              </a:spcAft>
              <a:buClrTx/>
              <a:buSzTx/>
              <a:buFontTx/>
              <a:buNone/>
              <a:tabLst/>
              <a:defRPr/>
            </a:pPr>
            <a:endParaRPr kumimoji="0" lang="en-GB" sz="1458" b="1" i="0" u="none" strike="noStrike" kern="1200" cap="none" spc="0" normalizeH="0" baseline="0" noProof="0">
              <a:ln>
                <a:noFill/>
              </a:ln>
              <a:solidFill>
                <a:srgbClr val="FFFFFF"/>
              </a:solidFill>
              <a:effectLst/>
              <a:uLnTx/>
              <a:uFillTx/>
              <a:latin typeface="Segoe Sans Display Semibold"/>
              <a:ea typeface="+mn-ea"/>
              <a:cs typeface="+mn-cs"/>
            </a:endParaRPr>
          </a:p>
        </p:txBody>
      </p:sp>
      <p:sp>
        <p:nvSpPr>
          <p:cNvPr id="1101" name="Graphic 147" descr="Icon of an AI robot">
            <a:extLst>
              <a:ext uri="{FF2B5EF4-FFF2-40B4-BE49-F238E27FC236}">
                <a16:creationId xmlns:a16="http://schemas.microsoft.com/office/drawing/2014/main" id="{3A5D7665-C133-9D6E-24E3-839953966045}"/>
              </a:ext>
            </a:extLst>
          </p:cNvPr>
          <p:cNvSpPr>
            <a:spLocks/>
          </p:cNvSpPr>
          <p:nvPr/>
        </p:nvSpPr>
        <p:spPr>
          <a:xfrm>
            <a:off x="480632" y="2809299"/>
            <a:ext cx="37990" cy="47490"/>
          </a:xfrm>
          <a:custGeom>
            <a:avLst/>
            <a:gdLst>
              <a:gd name="connsiteX0" fmla="*/ 130969 w 152400"/>
              <a:gd name="connsiteY0" fmla="*/ 114300 h 190500"/>
              <a:gd name="connsiteX1" fmla="*/ 152400 w 152400"/>
              <a:gd name="connsiteY1" fmla="*/ 135731 h 190500"/>
              <a:gd name="connsiteX2" fmla="*/ 152400 w 152400"/>
              <a:gd name="connsiteY2" fmla="*/ 144351 h 190500"/>
              <a:gd name="connsiteX3" fmla="*/ 139951 w 152400"/>
              <a:gd name="connsiteY3" fmla="*/ 171460 h 190500"/>
              <a:gd name="connsiteX4" fmla="*/ 76171 w 152400"/>
              <a:gd name="connsiteY4" fmla="*/ 190500 h 190500"/>
              <a:gd name="connsiteX5" fmla="*/ 12440 w 152400"/>
              <a:gd name="connsiteY5" fmla="*/ 171450 h 190500"/>
              <a:gd name="connsiteX6" fmla="*/ 0 w 152400"/>
              <a:gd name="connsiteY6" fmla="*/ 144370 h 190500"/>
              <a:gd name="connsiteX7" fmla="*/ 0 w 152400"/>
              <a:gd name="connsiteY7" fmla="*/ 135722 h 190500"/>
              <a:gd name="connsiteX8" fmla="*/ 21431 w 152400"/>
              <a:gd name="connsiteY8" fmla="*/ 114300 h 190500"/>
              <a:gd name="connsiteX9" fmla="*/ 130969 w 152400"/>
              <a:gd name="connsiteY9" fmla="*/ 114300 h 190500"/>
              <a:gd name="connsiteX10" fmla="*/ 75200 w 152400"/>
              <a:gd name="connsiteY10" fmla="*/ 76 h 190500"/>
              <a:gd name="connsiteX11" fmla="*/ 76171 w 152400"/>
              <a:gd name="connsiteY11" fmla="*/ 0 h 190500"/>
              <a:gd name="connsiteX12" fmla="*/ 83249 w 152400"/>
              <a:gd name="connsiteY12" fmla="*/ 6172 h 190500"/>
              <a:gd name="connsiteX13" fmla="*/ 83315 w 152400"/>
              <a:gd name="connsiteY13" fmla="*/ 7144 h 190500"/>
              <a:gd name="connsiteX14" fmla="*/ 83315 w 152400"/>
              <a:gd name="connsiteY14" fmla="*/ 14288 h 190500"/>
              <a:gd name="connsiteX15" fmla="*/ 116653 w 152400"/>
              <a:gd name="connsiteY15" fmla="*/ 14288 h 190500"/>
              <a:gd name="connsiteX16" fmla="*/ 138084 w 152400"/>
              <a:gd name="connsiteY16" fmla="*/ 35719 h 190500"/>
              <a:gd name="connsiteX17" fmla="*/ 138084 w 152400"/>
              <a:gd name="connsiteY17" fmla="*/ 78629 h 190500"/>
              <a:gd name="connsiteX18" fmla="*/ 116653 w 152400"/>
              <a:gd name="connsiteY18" fmla="*/ 100060 h 190500"/>
              <a:gd name="connsiteX19" fmla="*/ 35690 w 152400"/>
              <a:gd name="connsiteY19" fmla="*/ 100060 h 190500"/>
              <a:gd name="connsiteX20" fmla="*/ 14259 w 152400"/>
              <a:gd name="connsiteY20" fmla="*/ 78629 h 190500"/>
              <a:gd name="connsiteX21" fmla="*/ 14259 w 152400"/>
              <a:gd name="connsiteY21" fmla="*/ 35719 h 190500"/>
              <a:gd name="connsiteX22" fmla="*/ 35690 w 152400"/>
              <a:gd name="connsiteY22" fmla="*/ 14288 h 190500"/>
              <a:gd name="connsiteX23" fmla="*/ 69028 w 152400"/>
              <a:gd name="connsiteY23" fmla="*/ 14288 h 190500"/>
              <a:gd name="connsiteX24" fmla="*/ 69028 w 152400"/>
              <a:gd name="connsiteY24" fmla="*/ 7153 h 190500"/>
              <a:gd name="connsiteX25" fmla="*/ 75200 w 152400"/>
              <a:gd name="connsiteY25" fmla="*/ 76 h 190500"/>
              <a:gd name="connsiteX26" fmla="*/ 76171 w 152400"/>
              <a:gd name="connsiteY26" fmla="*/ 0 h 190500"/>
              <a:gd name="connsiteX27" fmla="*/ 75200 w 152400"/>
              <a:gd name="connsiteY27" fmla="*/ 67 h 190500"/>
              <a:gd name="connsiteX28" fmla="*/ 54740 w 152400"/>
              <a:gd name="connsiteY28" fmla="*/ 42863 h 190500"/>
              <a:gd name="connsiteX29" fmla="*/ 42834 w 152400"/>
              <a:gd name="connsiteY29" fmla="*/ 54769 h 190500"/>
              <a:gd name="connsiteX30" fmla="*/ 54740 w 152400"/>
              <a:gd name="connsiteY30" fmla="*/ 66675 h 190500"/>
              <a:gd name="connsiteX31" fmla="*/ 66646 w 152400"/>
              <a:gd name="connsiteY31" fmla="*/ 54769 h 190500"/>
              <a:gd name="connsiteX32" fmla="*/ 54740 w 152400"/>
              <a:gd name="connsiteY32" fmla="*/ 42863 h 190500"/>
              <a:gd name="connsiteX33" fmla="*/ 97536 w 152400"/>
              <a:gd name="connsiteY33" fmla="*/ 42863 h 190500"/>
              <a:gd name="connsiteX34" fmla="*/ 85297 w 152400"/>
              <a:gd name="connsiteY34" fmla="*/ 54427 h 190500"/>
              <a:gd name="connsiteX35" fmla="*/ 96863 w 152400"/>
              <a:gd name="connsiteY35" fmla="*/ 66665 h 190500"/>
              <a:gd name="connsiteX36" fmla="*/ 97536 w 152400"/>
              <a:gd name="connsiteY36" fmla="*/ 66665 h 190500"/>
              <a:gd name="connsiteX37" fmla="*/ 109100 w 152400"/>
              <a:gd name="connsiteY37" fmla="*/ 54427 h 190500"/>
              <a:gd name="connsiteX38" fmla="*/ 97536 w 152400"/>
              <a:gd name="connsiteY38" fmla="*/ 42863 h 190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Lst>
            <a:rect l="l" t="t" r="r" b="b"/>
            <a:pathLst>
              <a:path w="152400" h="190500">
                <a:moveTo>
                  <a:pt x="130969" y="114300"/>
                </a:moveTo>
                <a:cubicBezTo>
                  <a:pt x="142805" y="114300"/>
                  <a:pt x="152400" y="123895"/>
                  <a:pt x="152400" y="135731"/>
                </a:cubicBezTo>
                <a:lnTo>
                  <a:pt x="152400" y="144351"/>
                </a:lnTo>
                <a:cubicBezTo>
                  <a:pt x="152403" y="154771"/>
                  <a:pt x="147856" y="164672"/>
                  <a:pt x="139951" y="171460"/>
                </a:cubicBezTo>
                <a:cubicBezTo>
                  <a:pt x="125035" y="184261"/>
                  <a:pt x="103699" y="190500"/>
                  <a:pt x="76171" y="190500"/>
                </a:cubicBezTo>
                <a:cubicBezTo>
                  <a:pt x="48644" y="190500"/>
                  <a:pt x="27327" y="184252"/>
                  <a:pt x="12440" y="171450"/>
                </a:cubicBezTo>
                <a:cubicBezTo>
                  <a:pt x="4546" y="164667"/>
                  <a:pt x="3" y="154778"/>
                  <a:pt x="0" y="144370"/>
                </a:cubicBezTo>
                <a:lnTo>
                  <a:pt x="0" y="135722"/>
                </a:lnTo>
                <a:cubicBezTo>
                  <a:pt x="5" y="123890"/>
                  <a:pt x="9599" y="114300"/>
                  <a:pt x="21431" y="114300"/>
                </a:cubicBezTo>
                <a:lnTo>
                  <a:pt x="130969" y="114300"/>
                </a:lnTo>
                <a:close/>
                <a:moveTo>
                  <a:pt x="75200" y="76"/>
                </a:moveTo>
                <a:lnTo>
                  <a:pt x="76171" y="0"/>
                </a:lnTo>
                <a:cubicBezTo>
                  <a:pt x="79741" y="0"/>
                  <a:pt x="82763" y="2636"/>
                  <a:pt x="83249" y="6172"/>
                </a:cubicBezTo>
                <a:lnTo>
                  <a:pt x="83315" y="7144"/>
                </a:lnTo>
                <a:lnTo>
                  <a:pt x="83315" y="14288"/>
                </a:lnTo>
                <a:lnTo>
                  <a:pt x="116653" y="14288"/>
                </a:lnTo>
                <a:cubicBezTo>
                  <a:pt x="128488" y="14288"/>
                  <a:pt x="138084" y="23883"/>
                  <a:pt x="138084" y="35719"/>
                </a:cubicBezTo>
                <a:lnTo>
                  <a:pt x="138084" y="78629"/>
                </a:lnTo>
                <a:cubicBezTo>
                  <a:pt x="138084" y="90465"/>
                  <a:pt x="128488" y="100060"/>
                  <a:pt x="116653" y="100060"/>
                </a:cubicBezTo>
                <a:lnTo>
                  <a:pt x="35690" y="100060"/>
                </a:lnTo>
                <a:cubicBezTo>
                  <a:pt x="23854" y="100060"/>
                  <a:pt x="14259" y="90465"/>
                  <a:pt x="14259" y="78629"/>
                </a:cubicBezTo>
                <a:lnTo>
                  <a:pt x="14259" y="35719"/>
                </a:lnTo>
                <a:cubicBezTo>
                  <a:pt x="14259" y="23883"/>
                  <a:pt x="23854" y="14288"/>
                  <a:pt x="35690" y="14288"/>
                </a:cubicBezTo>
                <a:lnTo>
                  <a:pt x="69028" y="14288"/>
                </a:lnTo>
                <a:lnTo>
                  <a:pt x="69028" y="7153"/>
                </a:lnTo>
                <a:cubicBezTo>
                  <a:pt x="69028" y="3583"/>
                  <a:pt x="71663" y="562"/>
                  <a:pt x="75200" y="76"/>
                </a:cubicBezTo>
                <a:lnTo>
                  <a:pt x="76171" y="0"/>
                </a:lnTo>
                <a:lnTo>
                  <a:pt x="75200" y="67"/>
                </a:lnTo>
                <a:close/>
                <a:moveTo>
                  <a:pt x="54740" y="42863"/>
                </a:moveTo>
                <a:cubicBezTo>
                  <a:pt x="48164" y="42863"/>
                  <a:pt x="42834" y="48193"/>
                  <a:pt x="42834" y="54769"/>
                </a:cubicBezTo>
                <a:cubicBezTo>
                  <a:pt x="42834" y="61344"/>
                  <a:pt x="48164" y="66675"/>
                  <a:pt x="54740" y="66675"/>
                </a:cubicBezTo>
                <a:cubicBezTo>
                  <a:pt x="61316" y="66675"/>
                  <a:pt x="66646" y="61344"/>
                  <a:pt x="66646" y="54769"/>
                </a:cubicBezTo>
                <a:cubicBezTo>
                  <a:pt x="66646" y="48193"/>
                  <a:pt x="61316" y="42863"/>
                  <a:pt x="54740" y="42863"/>
                </a:cubicBezTo>
                <a:close/>
                <a:moveTo>
                  <a:pt x="97536" y="42863"/>
                </a:moveTo>
                <a:cubicBezTo>
                  <a:pt x="90963" y="42677"/>
                  <a:pt x="85484" y="47854"/>
                  <a:pt x="85297" y="54427"/>
                </a:cubicBezTo>
                <a:cubicBezTo>
                  <a:pt x="85112" y="61000"/>
                  <a:pt x="90289" y="66480"/>
                  <a:pt x="96863" y="66665"/>
                </a:cubicBezTo>
                <a:cubicBezTo>
                  <a:pt x="97087" y="66672"/>
                  <a:pt x="97311" y="66672"/>
                  <a:pt x="97536" y="66665"/>
                </a:cubicBezTo>
                <a:cubicBezTo>
                  <a:pt x="104109" y="66480"/>
                  <a:pt x="109287" y="61000"/>
                  <a:pt x="109100" y="54427"/>
                </a:cubicBezTo>
                <a:cubicBezTo>
                  <a:pt x="108922" y="48116"/>
                  <a:pt x="103847" y="43041"/>
                  <a:pt x="97536" y="42863"/>
                </a:cubicBezTo>
                <a:close/>
              </a:path>
            </a:pathLst>
          </a:custGeom>
          <a:gradFill flip="none" rotWithShape="1">
            <a:gsLst>
              <a:gs pos="0">
                <a:srgbClr val="0078D4"/>
              </a:gs>
              <a:gs pos="53000">
                <a:srgbClr val="8661C5"/>
              </a:gs>
              <a:gs pos="100000">
                <a:srgbClr val="C03BC4"/>
              </a:gs>
            </a:gsLst>
            <a:path path="circle">
              <a:fillToRect r="100000" b="100000"/>
            </a:path>
            <a:tileRect l="-100000" t="-100000"/>
          </a:gradFill>
          <a:ln w="9525" cap="flat" cmpd="sng" algn="ctr">
            <a:noFill/>
            <a:prstDash val="solid"/>
            <a:headEnd type="none" w="med" len="med"/>
            <a:tailEnd type="none" w="med" len="med"/>
          </a:ln>
          <a:effectLst/>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666780" rtl="0" eaLnBrk="1" fontAlgn="auto" latinLnBrk="0" hangingPunct="1">
              <a:lnSpc>
                <a:spcPct val="100000"/>
              </a:lnSpc>
              <a:spcBef>
                <a:spcPts val="0"/>
              </a:spcBef>
              <a:spcAft>
                <a:spcPts val="0"/>
              </a:spcAft>
              <a:buClrTx/>
              <a:buSzTx/>
              <a:buFontTx/>
              <a:buNone/>
              <a:tabLst/>
              <a:defRPr/>
            </a:pPr>
            <a:endParaRPr kumimoji="0" lang="en-GB" sz="1313" b="0" i="0" u="none" strike="noStrike" kern="0" cap="none" spc="0" normalizeH="0" baseline="0" noProof="0">
              <a:ln>
                <a:noFill/>
              </a:ln>
              <a:solidFill>
                <a:srgbClr val="F4F3F5"/>
              </a:solidFill>
              <a:effectLst/>
              <a:uLnTx/>
              <a:uFillTx/>
              <a:latin typeface="Segoe UI"/>
              <a:ea typeface="+mn-ea"/>
              <a:cs typeface="+mn-cs"/>
            </a:endParaRPr>
          </a:p>
        </p:txBody>
      </p:sp>
      <p:sp>
        <p:nvSpPr>
          <p:cNvPr id="1105" name="Graphic 147" descr="Icon of an AI robot">
            <a:extLst>
              <a:ext uri="{FF2B5EF4-FFF2-40B4-BE49-F238E27FC236}">
                <a16:creationId xmlns:a16="http://schemas.microsoft.com/office/drawing/2014/main" id="{F8DC1932-20D8-427D-3460-D8CD5AF93D7E}"/>
              </a:ext>
            </a:extLst>
          </p:cNvPr>
          <p:cNvSpPr>
            <a:spLocks/>
          </p:cNvSpPr>
          <p:nvPr/>
        </p:nvSpPr>
        <p:spPr>
          <a:xfrm>
            <a:off x="485140" y="3204504"/>
            <a:ext cx="37990" cy="47490"/>
          </a:xfrm>
          <a:custGeom>
            <a:avLst/>
            <a:gdLst>
              <a:gd name="connsiteX0" fmla="*/ 130969 w 152400"/>
              <a:gd name="connsiteY0" fmla="*/ 114300 h 190500"/>
              <a:gd name="connsiteX1" fmla="*/ 152400 w 152400"/>
              <a:gd name="connsiteY1" fmla="*/ 135731 h 190500"/>
              <a:gd name="connsiteX2" fmla="*/ 152400 w 152400"/>
              <a:gd name="connsiteY2" fmla="*/ 144351 h 190500"/>
              <a:gd name="connsiteX3" fmla="*/ 139951 w 152400"/>
              <a:gd name="connsiteY3" fmla="*/ 171460 h 190500"/>
              <a:gd name="connsiteX4" fmla="*/ 76171 w 152400"/>
              <a:gd name="connsiteY4" fmla="*/ 190500 h 190500"/>
              <a:gd name="connsiteX5" fmla="*/ 12440 w 152400"/>
              <a:gd name="connsiteY5" fmla="*/ 171450 h 190500"/>
              <a:gd name="connsiteX6" fmla="*/ 0 w 152400"/>
              <a:gd name="connsiteY6" fmla="*/ 144370 h 190500"/>
              <a:gd name="connsiteX7" fmla="*/ 0 w 152400"/>
              <a:gd name="connsiteY7" fmla="*/ 135722 h 190500"/>
              <a:gd name="connsiteX8" fmla="*/ 21431 w 152400"/>
              <a:gd name="connsiteY8" fmla="*/ 114300 h 190500"/>
              <a:gd name="connsiteX9" fmla="*/ 130969 w 152400"/>
              <a:gd name="connsiteY9" fmla="*/ 114300 h 190500"/>
              <a:gd name="connsiteX10" fmla="*/ 75200 w 152400"/>
              <a:gd name="connsiteY10" fmla="*/ 76 h 190500"/>
              <a:gd name="connsiteX11" fmla="*/ 76171 w 152400"/>
              <a:gd name="connsiteY11" fmla="*/ 0 h 190500"/>
              <a:gd name="connsiteX12" fmla="*/ 83249 w 152400"/>
              <a:gd name="connsiteY12" fmla="*/ 6172 h 190500"/>
              <a:gd name="connsiteX13" fmla="*/ 83315 w 152400"/>
              <a:gd name="connsiteY13" fmla="*/ 7144 h 190500"/>
              <a:gd name="connsiteX14" fmla="*/ 83315 w 152400"/>
              <a:gd name="connsiteY14" fmla="*/ 14288 h 190500"/>
              <a:gd name="connsiteX15" fmla="*/ 116653 w 152400"/>
              <a:gd name="connsiteY15" fmla="*/ 14288 h 190500"/>
              <a:gd name="connsiteX16" fmla="*/ 138084 w 152400"/>
              <a:gd name="connsiteY16" fmla="*/ 35719 h 190500"/>
              <a:gd name="connsiteX17" fmla="*/ 138084 w 152400"/>
              <a:gd name="connsiteY17" fmla="*/ 78629 h 190500"/>
              <a:gd name="connsiteX18" fmla="*/ 116653 w 152400"/>
              <a:gd name="connsiteY18" fmla="*/ 100060 h 190500"/>
              <a:gd name="connsiteX19" fmla="*/ 35690 w 152400"/>
              <a:gd name="connsiteY19" fmla="*/ 100060 h 190500"/>
              <a:gd name="connsiteX20" fmla="*/ 14259 w 152400"/>
              <a:gd name="connsiteY20" fmla="*/ 78629 h 190500"/>
              <a:gd name="connsiteX21" fmla="*/ 14259 w 152400"/>
              <a:gd name="connsiteY21" fmla="*/ 35719 h 190500"/>
              <a:gd name="connsiteX22" fmla="*/ 35690 w 152400"/>
              <a:gd name="connsiteY22" fmla="*/ 14288 h 190500"/>
              <a:gd name="connsiteX23" fmla="*/ 69028 w 152400"/>
              <a:gd name="connsiteY23" fmla="*/ 14288 h 190500"/>
              <a:gd name="connsiteX24" fmla="*/ 69028 w 152400"/>
              <a:gd name="connsiteY24" fmla="*/ 7153 h 190500"/>
              <a:gd name="connsiteX25" fmla="*/ 75200 w 152400"/>
              <a:gd name="connsiteY25" fmla="*/ 76 h 190500"/>
              <a:gd name="connsiteX26" fmla="*/ 76171 w 152400"/>
              <a:gd name="connsiteY26" fmla="*/ 0 h 190500"/>
              <a:gd name="connsiteX27" fmla="*/ 75200 w 152400"/>
              <a:gd name="connsiteY27" fmla="*/ 67 h 190500"/>
              <a:gd name="connsiteX28" fmla="*/ 54740 w 152400"/>
              <a:gd name="connsiteY28" fmla="*/ 42863 h 190500"/>
              <a:gd name="connsiteX29" fmla="*/ 42834 w 152400"/>
              <a:gd name="connsiteY29" fmla="*/ 54769 h 190500"/>
              <a:gd name="connsiteX30" fmla="*/ 54740 w 152400"/>
              <a:gd name="connsiteY30" fmla="*/ 66675 h 190500"/>
              <a:gd name="connsiteX31" fmla="*/ 66646 w 152400"/>
              <a:gd name="connsiteY31" fmla="*/ 54769 h 190500"/>
              <a:gd name="connsiteX32" fmla="*/ 54740 w 152400"/>
              <a:gd name="connsiteY32" fmla="*/ 42863 h 190500"/>
              <a:gd name="connsiteX33" fmla="*/ 97536 w 152400"/>
              <a:gd name="connsiteY33" fmla="*/ 42863 h 190500"/>
              <a:gd name="connsiteX34" fmla="*/ 85297 w 152400"/>
              <a:gd name="connsiteY34" fmla="*/ 54427 h 190500"/>
              <a:gd name="connsiteX35" fmla="*/ 96863 w 152400"/>
              <a:gd name="connsiteY35" fmla="*/ 66665 h 190500"/>
              <a:gd name="connsiteX36" fmla="*/ 97536 w 152400"/>
              <a:gd name="connsiteY36" fmla="*/ 66665 h 190500"/>
              <a:gd name="connsiteX37" fmla="*/ 109100 w 152400"/>
              <a:gd name="connsiteY37" fmla="*/ 54427 h 190500"/>
              <a:gd name="connsiteX38" fmla="*/ 97536 w 152400"/>
              <a:gd name="connsiteY38" fmla="*/ 42863 h 190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Lst>
            <a:rect l="l" t="t" r="r" b="b"/>
            <a:pathLst>
              <a:path w="152400" h="190500">
                <a:moveTo>
                  <a:pt x="130969" y="114300"/>
                </a:moveTo>
                <a:cubicBezTo>
                  <a:pt x="142805" y="114300"/>
                  <a:pt x="152400" y="123895"/>
                  <a:pt x="152400" y="135731"/>
                </a:cubicBezTo>
                <a:lnTo>
                  <a:pt x="152400" y="144351"/>
                </a:lnTo>
                <a:cubicBezTo>
                  <a:pt x="152403" y="154771"/>
                  <a:pt x="147856" y="164672"/>
                  <a:pt x="139951" y="171460"/>
                </a:cubicBezTo>
                <a:cubicBezTo>
                  <a:pt x="125035" y="184261"/>
                  <a:pt x="103699" y="190500"/>
                  <a:pt x="76171" y="190500"/>
                </a:cubicBezTo>
                <a:cubicBezTo>
                  <a:pt x="48644" y="190500"/>
                  <a:pt x="27327" y="184252"/>
                  <a:pt x="12440" y="171450"/>
                </a:cubicBezTo>
                <a:cubicBezTo>
                  <a:pt x="4546" y="164667"/>
                  <a:pt x="3" y="154778"/>
                  <a:pt x="0" y="144370"/>
                </a:cubicBezTo>
                <a:lnTo>
                  <a:pt x="0" y="135722"/>
                </a:lnTo>
                <a:cubicBezTo>
                  <a:pt x="5" y="123890"/>
                  <a:pt x="9599" y="114300"/>
                  <a:pt x="21431" y="114300"/>
                </a:cubicBezTo>
                <a:lnTo>
                  <a:pt x="130969" y="114300"/>
                </a:lnTo>
                <a:close/>
                <a:moveTo>
                  <a:pt x="75200" y="76"/>
                </a:moveTo>
                <a:lnTo>
                  <a:pt x="76171" y="0"/>
                </a:lnTo>
                <a:cubicBezTo>
                  <a:pt x="79741" y="0"/>
                  <a:pt x="82763" y="2636"/>
                  <a:pt x="83249" y="6172"/>
                </a:cubicBezTo>
                <a:lnTo>
                  <a:pt x="83315" y="7144"/>
                </a:lnTo>
                <a:lnTo>
                  <a:pt x="83315" y="14288"/>
                </a:lnTo>
                <a:lnTo>
                  <a:pt x="116653" y="14288"/>
                </a:lnTo>
                <a:cubicBezTo>
                  <a:pt x="128488" y="14288"/>
                  <a:pt x="138084" y="23883"/>
                  <a:pt x="138084" y="35719"/>
                </a:cubicBezTo>
                <a:lnTo>
                  <a:pt x="138084" y="78629"/>
                </a:lnTo>
                <a:cubicBezTo>
                  <a:pt x="138084" y="90465"/>
                  <a:pt x="128488" y="100060"/>
                  <a:pt x="116653" y="100060"/>
                </a:cubicBezTo>
                <a:lnTo>
                  <a:pt x="35690" y="100060"/>
                </a:lnTo>
                <a:cubicBezTo>
                  <a:pt x="23854" y="100060"/>
                  <a:pt x="14259" y="90465"/>
                  <a:pt x="14259" y="78629"/>
                </a:cubicBezTo>
                <a:lnTo>
                  <a:pt x="14259" y="35719"/>
                </a:lnTo>
                <a:cubicBezTo>
                  <a:pt x="14259" y="23883"/>
                  <a:pt x="23854" y="14288"/>
                  <a:pt x="35690" y="14288"/>
                </a:cubicBezTo>
                <a:lnTo>
                  <a:pt x="69028" y="14288"/>
                </a:lnTo>
                <a:lnTo>
                  <a:pt x="69028" y="7153"/>
                </a:lnTo>
                <a:cubicBezTo>
                  <a:pt x="69028" y="3583"/>
                  <a:pt x="71663" y="562"/>
                  <a:pt x="75200" y="76"/>
                </a:cubicBezTo>
                <a:lnTo>
                  <a:pt x="76171" y="0"/>
                </a:lnTo>
                <a:lnTo>
                  <a:pt x="75200" y="67"/>
                </a:lnTo>
                <a:close/>
                <a:moveTo>
                  <a:pt x="54740" y="42863"/>
                </a:moveTo>
                <a:cubicBezTo>
                  <a:pt x="48164" y="42863"/>
                  <a:pt x="42834" y="48193"/>
                  <a:pt x="42834" y="54769"/>
                </a:cubicBezTo>
                <a:cubicBezTo>
                  <a:pt x="42834" y="61344"/>
                  <a:pt x="48164" y="66675"/>
                  <a:pt x="54740" y="66675"/>
                </a:cubicBezTo>
                <a:cubicBezTo>
                  <a:pt x="61316" y="66675"/>
                  <a:pt x="66646" y="61344"/>
                  <a:pt x="66646" y="54769"/>
                </a:cubicBezTo>
                <a:cubicBezTo>
                  <a:pt x="66646" y="48193"/>
                  <a:pt x="61316" y="42863"/>
                  <a:pt x="54740" y="42863"/>
                </a:cubicBezTo>
                <a:close/>
                <a:moveTo>
                  <a:pt x="97536" y="42863"/>
                </a:moveTo>
                <a:cubicBezTo>
                  <a:pt x="90963" y="42677"/>
                  <a:pt x="85484" y="47854"/>
                  <a:pt x="85297" y="54427"/>
                </a:cubicBezTo>
                <a:cubicBezTo>
                  <a:pt x="85112" y="61000"/>
                  <a:pt x="90289" y="66480"/>
                  <a:pt x="96863" y="66665"/>
                </a:cubicBezTo>
                <a:cubicBezTo>
                  <a:pt x="97087" y="66672"/>
                  <a:pt x="97311" y="66672"/>
                  <a:pt x="97536" y="66665"/>
                </a:cubicBezTo>
                <a:cubicBezTo>
                  <a:pt x="104109" y="66480"/>
                  <a:pt x="109287" y="61000"/>
                  <a:pt x="109100" y="54427"/>
                </a:cubicBezTo>
                <a:cubicBezTo>
                  <a:pt x="108922" y="48116"/>
                  <a:pt x="103847" y="43041"/>
                  <a:pt x="97536" y="42863"/>
                </a:cubicBezTo>
                <a:close/>
              </a:path>
            </a:pathLst>
          </a:custGeom>
          <a:gradFill flip="none" rotWithShape="1">
            <a:gsLst>
              <a:gs pos="0">
                <a:srgbClr val="0078D4"/>
              </a:gs>
              <a:gs pos="53000">
                <a:srgbClr val="8661C5"/>
              </a:gs>
              <a:gs pos="100000">
                <a:srgbClr val="C03BC4"/>
              </a:gs>
            </a:gsLst>
            <a:path path="circle">
              <a:fillToRect r="100000" b="100000"/>
            </a:path>
            <a:tileRect l="-100000" t="-100000"/>
          </a:gradFill>
          <a:ln w="9525" cap="flat" cmpd="sng" algn="ctr">
            <a:noFill/>
            <a:prstDash val="solid"/>
            <a:headEnd type="none" w="med" len="med"/>
            <a:tailEnd type="none" w="med" len="med"/>
          </a:ln>
          <a:effectLst/>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666780" rtl="0" eaLnBrk="1" fontAlgn="auto" latinLnBrk="0" hangingPunct="1">
              <a:lnSpc>
                <a:spcPct val="100000"/>
              </a:lnSpc>
              <a:spcBef>
                <a:spcPts val="0"/>
              </a:spcBef>
              <a:spcAft>
                <a:spcPts val="0"/>
              </a:spcAft>
              <a:buClrTx/>
              <a:buSzTx/>
              <a:buFontTx/>
              <a:buNone/>
              <a:tabLst/>
              <a:defRPr/>
            </a:pPr>
            <a:endParaRPr kumimoji="0" lang="en-GB" sz="1313" b="0" i="0" u="none" strike="noStrike" kern="0" cap="none" spc="0" normalizeH="0" baseline="0" noProof="0">
              <a:ln>
                <a:noFill/>
              </a:ln>
              <a:solidFill>
                <a:srgbClr val="F4F3F5"/>
              </a:solidFill>
              <a:effectLst/>
              <a:uLnTx/>
              <a:uFillTx/>
              <a:latin typeface="Segoe UI"/>
              <a:ea typeface="+mn-ea"/>
              <a:cs typeface="+mn-cs"/>
            </a:endParaRPr>
          </a:p>
        </p:txBody>
      </p:sp>
    </p:spTree>
    <p:extLst>
      <p:ext uri="{BB962C8B-B14F-4D97-AF65-F5344CB8AC3E}">
        <p14:creationId xmlns:p14="http://schemas.microsoft.com/office/powerpoint/2010/main" val="329806985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pic>
        <p:nvPicPr>
          <p:cNvPr id="2" name="Rectangle 3468742" descr="preencoded.png"/>
          <p:cNvPicPr>
            <a:picLocks noChangeAspect="1"/>
          </p:cNvPicPr>
          <p:nvPr/>
        </p:nvPicPr>
        <p:blipFill>
          <a:blip r:embed="rId3"/>
          <a:srcRect/>
          <a:stretch/>
        </p:blipFill>
        <p:spPr>
          <a:xfrm>
            <a:off x="0" y="0"/>
            <a:ext cx="5667375" cy="8020050"/>
          </a:xfrm>
          <a:prstGeom prst="rect">
            <a:avLst/>
          </a:prstGeom>
        </p:spPr>
      </p:pic>
      <p:pic>
        <p:nvPicPr>
          <p:cNvPr id="3" name="Rectangle 34658328" descr="preencoded.png"/>
          <p:cNvPicPr>
            <a:picLocks noChangeAspect="1"/>
          </p:cNvPicPr>
          <p:nvPr/>
        </p:nvPicPr>
        <p:blipFill>
          <a:blip r:embed="rId4"/>
          <a:srcRect/>
          <a:stretch/>
        </p:blipFill>
        <p:spPr>
          <a:xfrm>
            <a:off x="152418" y="866361"/>
            <a:ext cx="2481086" cy="3959493"/>
          </a:xfrm>
          <a:prstGeom prst="rect">
            <a:avLst/>
          </a:prstGeom>
        </p:spPr>
      </p:pic>
      <p:pic>
        <p:nvPicPr>
          <p:cNvPr id="4" name="Vector 1" descr="preencoded.png"/>
          <p:cNvPicPr>
            <a:picLocks noChangeAspect="1"/>
          </p:cNvPicPr>
          <p:nvPr/>
        </p:nvPicPr>
        <p:blipFill>
          <a:blip r:embed="rId5"/>
          <a:srcRect/>
          <a:stretch/>
        </p:blipFill>
        <p:spPr>
          <a:xfrm>
            <a:off x="437503" y="1509642"/>
            <a:ext cx="1836000" cy="4692"/>
          </a:xfrm>
          <a:prstGeom prst="rect">
            <a:avLst/>
          </a:prstGeom>
        </p:spPr>
      </p:pic>
      <p:pic>
        <p:nvPicPr>
          <p:cNvPr id="5" name="Rectangle 34658328" descr="preencoded.png"/>
          <p:cNvPicPr>
            <a:picLocks noChangeAspect="1"/>
          </p:cNvPicPr>
          <p:nvPr/>
        </p:nvPicPr>
        <p:blipFill>
          <a:blip r:embed="rId6"/>
          <a:srcRect/>
          <a:stretch/>
        </p:blipFill>
        <p:spPr>
          <a:xfrm>
            <a:off x="2392686" y="866361"/>
            <a:ext cx="3205119" cy="3959493"/>
          </a:xfrm>
          <a:prstGeom prst="rect">
            <a:avLst/>
          </a:prstGeom>
        </p:spPr>
      </p:pic>
      <p:pic>
        <p:nvPicPr>
          <p:cNvPr id="6" name="Vector 1" descr="preencoded.png"/>
          <p:cNvPicPr>
            <a:picLocks noChangeAspect="1"/>
          </p:cNvPicPr>
          <p:nvPr/>
        </p:nvPicPr>
        <p:blipFill>
          <a:blip r:embed="rId5"/>
          <a:srcRect/>
          <a:stretch/>
        </p:blipFill>
        <p:spPr>
          <a:xfrm>
            <a:off x="2743422" y="1509642"/>
            <a:ext cx="2196000" cy="5612"/>
          </a:xfrm>
          <a:prstGeom prst="rect">
            <a:avLst/>
          </a:prstGeom>
        </p:spPr>
      </p:pic>
      <p:sp>
        <p:nvSpPr>
          <p:cNvPr id="10" name="Incremental capabilities from Current SKU to Target SKU"/>
          <p:cNvSpPr/>
          <p:nvPr/>
        </p:nvSpPr>
        <p:spPr>
          <a:xfrm>
            <a:off x="304800" y="401479"/>
            <a:ext cx="4237939" cy="492443"/>
          </a:xfrm>
          <a:prstGeom prst="rect">
            <a:avLst/>
          </a:prstGeom>
          <a:noFill/>
          <a:ln/>
        </p:spPr>
        <p:txBody>
          <a:bodyPr wrap="square" lIns="0" tIns="0" rIns="0" bIns="0" rtlCol="0" anchor="t" anchorCtr="0">
            <a:spAutoFit/>
          </a:bodyPr>
          <a:lstStyle/>
          <a:p>
            <a:r>
              <a:rPr lang="en-US" sz="1600" dirty="0">
                <a:solidFill>
                  <a:srgbClr val="000000"/>
                </a:solidFill>
                <a:latin typeface="Segoe UI Semibold" pitchFamily="34" charset="0"/>
                <a:ea typeface="Segoe UI Semibold" pitchFamily="34" charset="-122"/>
                <a:cs typeface="Segoe UI Semibold" pitchFamily="34" charset="-120"/>
              </a:rPr>
              <a:t>Incremental capabilities from Business Basic to Business Standard and Copilot Business</a:t>
            </a:r>
            <a:endParaRPr lang="en-US" sz="1600" dirty="0"/>
          </a:p>
        </p:txBody>
      </p:sp>
      <p:sp>
        <p:nvSpPr>
          <p:cNvPr id="11" name="Current SKU"/>
          <p:cNvSpPr/>
          <p:nvPr/>
        </p:nvSpPr>
        <p:spPr>
          <a:xfrm>
            <a:off x="437503" y="1108986"/>
            <a:ext cx="981075" cy="166712"/>
          </a:xfrm>
          <a:prstGeom prst="rect">
            <a:avLst/>
          </a:prstGeom>
          <a:noFill/>
          <a:ln/>
        </p:spPr>
        <p:txBody>
          <a:bodyPr wrap="square" lIns="0" tIns="0" rIns="0" bIns="0" rtlCol="0" anchor="t" anchorCtr="0">
            <a:spAutoFit/>
          </a:bodyPr>
          <a:lstStyle/>
          <a:p>
            <a:pPr marL="0" indent="0" algn="l">
              <a:lnSpc>
                <a:spcPts val="1275"/>
              </a:lnSpc>
              <a:buNone/>
            </a:pPr>
            <a:r>
              <a:rPr lang="en-US" sz="1200">
                <a:solidFill>
                  <a:srgbClr val="8A226F"/>
                </a:solidFill>
                <a:latin typeface="Segoe UI Semibold" pitchFamily="34" charset="0"/>
                <a:ea typeface="Segoe UI Semibold" pitchFamily="34" charset="-122"/>
                <a:cs typeface="Segoe UI Semibold" pitchFamily="34" charset="-120"/>
              </a:rPr>
              <a:t>Business Basic</a:t>
            </a:r>
            <a:endParaRPr lang="en-US" sz="1200"/>
          </a:p>
        </p:txBody>
      </p:sp>
      <p:sp>
        <p:nvSpPr>
          <p:cNvPr id="12" name="Identity and access management Single sign-on for apps and devices and multifactor authentication for work accounts Data compliance Ability to log and search for audited activities with Microsoft Purview Audit Threat protection Automatic spam and malware"/>
          <p:cNvSpPr/>
          <p:nvPr/>
        </p:nvSpPr>
        <p:spPr>
          <a:xfrm>
            <a:off x="438150" y="1567798"/>
            <a:ext cx="1750368" cy="2294539"/>
          </a:xfrm>
          <a:prstGeom prst="rect">
            <a:avLst/>
          </a:prstGeom>
          <a:noFill/>
          <a:ln/>
        </p:spPr>
        <p:txBody>
          <a:bodyPr wrap="square" lIns="0" tIns="0" rIns="0" bIns="0" rtlCol="0" anchor="t" anchorCtr="0">
            <a:spAutoFit/>
          </a:bodyPr>
          <a:lstStyle/>
          <a:p>
            <a:pPr marL="114300" indent="-114300">
              <a:lnSpc>
                <a:spcPts val="1200"/>
              </a:lnSpc>
              <a:spcBef>
                <a:spcPts val="600"/>
              </a:spcBef>
              <a:buSzPct val="100000"/>
              <a:buFont typeface="Arial" panose="020B0604020202020204" pitchFamily="34" charset="0"/>
              <a:buChar char="•"/>
            </a:pPr>
            <a:r>
              <a:rPr lang="en-US" sz="850">
                <a:solidFill>
                  <a:srgbClr val="000000"/>
                </a:solidFill>
                <a:latin typeface="Segoe UI Regular" pitchFamily="34" charset="0"/>
                <a:ea typeface="Segoe UI Regular" pitchFamily="34" charset="-122"/>
                <a:cs typeface="Segoe UI Regular" pitchFamily="34" charset="-120"/>
              </a:rPr>
              <a:t>Web and mobile versions of Word, Excel, PowerPoint, and Outlook​</a:t>
            </a:r>
          </a:p>
          <a:p>
            <a:pPr marL="114300" indent="-114300">
              <a:lnSpc>
                <a:spcPts val="1200"/>
              </a:lnSpc>
              <a:spcBef>
                <a:spcPts val="600"/>
              </a:spcBef>
              <a:buSzPct val="100000"/>
              <a:buFont typeface="Arial" panose="020B0604020202020204" pitchFamily="34" charset="0"/>
              <a:buChar char="•"/>
            </a:pPr>
            <a:r>
              <a:rPr lang="en-US" sz="850">
                <a:solidFill>
                  <a:srgbClr val="000000"/>
                </a:solidFill>
                <a:latin typeface="Segoe UI Regular" pitchFamily="34" charset="0"/>
                <a:ea typeface="Segoe UI Regular" pitchFamily="34" charset="-122"/>
                <a:cs typeface="Segoe UI Regular" pitchFamily="34" charset="-120"/>
              </a:rPr>
              <a:t>AI grounded in web data and accessible across apps you use every day with additional content awareness of your open file</a:t>
            </a:r>
          </a:p>
          <a:p>
            <a:pPr marL="114300" indent="-114300">
              <a:lnSpc>
                <a:spcPts val="1200"/>
              </a:lnSpc>
              <a:spcBef>
                <a:spcPts val="600"/>
              </a:spcBef>
              <a:buSzPct val="100000"/>
              <a:buFont typeface="Arial" panose="020B0604020202020204" pitchFamily="34" charset="0"/>
              <a:buChar char="•"/>
            </a:pPr>
            <a:r>
              <a:rPr lang="en-US" sz="850">
                <a:solidFill>
                  <a:srgbClr val="000000"/>
                </a:solidFill>
                <a:latin typeface="Segoe UI Regular" pitchFamily="34" charset="0"/>
                <a:ea typeface="Segoe UI Regular" pitchFamily="34" charset="-122"/>
                <a:cs typeface="Segoe UI Regular" pitchFamily="34" charset="-120"/>
              </a:rPr>
              <a:t>Custom agents with pricing on a metered basis</a:t>
            </a:r>
          </a:p>
          <a:p>
            <a:pPr marL="114300" indent="-114300">
              <a:lnSpc>
                <a:spcPts val="1200"/>
              </a:lnSpc>
              <a:spcBef>
                <a:spcPts val="600"/>
              </a:spcBef>
              <a:buSzPct val="100000"/>
              <a:buFont typeface="Arial" panose="020B0604020202020204" pitchFamily="34" charset="0"/>
              <a:buChar char="•"/>
            </a:pPr>
            <a:r>
              <a:rPr lang="en-US" sz="850">
                <a:solidFill>
                  <a:srgbClr val="000000"/>
                </a:solidFill>
                <a:latin typeface="Segoe UI Regular" pitchFamily="34" charset="0"/>
                <a:ea typeface="Segoe UI Regular" pitchFamily="34" charset="-122"/>
                <a:cs typeface="Segoe UI Regular" pitchFamily="34" charset="-120"/>
              </a:rPr>
              <a:t>Foundational identity and access management</a:t>
            </a:r>
          </a:p>
          <a:p>
            <a:pPr marL="114300" indent="-114300">
              <a:lnSpc>
                <a:spcPts val="1200"/>
              </a:lnSpc>
              <a:spcBef>
                <a:spcPts val="600"/>
              </a:spcBef>
              <a:buSzPct val="100000"/>
              <a:buFont typeface="Arial" panose="020B0604020202020204" pitchFamily="34" charset="0"/>
              <a:buChar char="•"/>
            </a:pPr>
            <a:r>
              <a:rPr lang="en-US" sz="850">
                <a:solidFill>
                  <a:srgbClr val="000000"/>
                </a:solidFill>
                <a:latin typeface="Segoe UI Regular" pitchFamily="34" charset="0"/>
                <a:ea typeface="Segoe UI Regular" pitchFamily="34" charset="-122"/>
                <a:cs typeface="Segoe UI Regular" pitchFamily="34" charset="-120"/>
              </a:rPr>
              <a:t>Automatic spam and malware filtering​ </a:t>
            </a:r>
          </a:p>
        </p:txBody>
      </p:sp>
      <p:sp>
        <p:nvSpPr>
          <p:cNvPr id="13" name="Target SKU"/>
          <p:cNvSpPr/>
          <p:nvPr/>
        </p:nvSpPr>
        <p:spPr>
          <a:xfrm>
            <a:off x="2743423" y="1108986"/>
            <a:ext cx="1977968" cy="333425"/>
          </a:xfrm>
          <a:prstGeom prst="rect">
            <a:avLst/>
          </a:prstGeom>
          <a:noFill/>
          <a:ln/>
        </p:spPr>
        <p:txBody>
          <a:bodyPr wrap="square" lIns="0" tIns="0" rIns="0" bIns="0" rtlCol="0" anchor="t" anchorCtr="0">
            <a:spAutoFit/>
          </a:bodyPr>
          <a:lstStyle/>
          <a:p>
            <a:pPr>
              <a:lnSpc>
                <a:spcPts val="1275"/>
              </a:lnSpc>
            </a:pPr>
            <a:r>
              <a:rPr lang="en-US" sz="1200">
                <a:solidFill>
                  <a:srgbClr val="8A226F"/>
                </a:solidFill>
                <a:latin typeface="Segoe UI Semibold" pitchFamily="34" charset="0"/>
                <a:ea typeface="Segoe UI Semibold" pitchFamily="34" charset="-122"/>
                <a:cs typeface="Segoe UI Semibold" pitchFamily="34" charset="-120"/>
              </a:rPr>
              <a:t>Business Standard and Copilot Business</a:t>
            </a:r>
          </a:p>
        </p:txBody>
      </p:sp>
      <p:sp>
        <p:nvSpPr>
          <p:cNvPr id="14" name="Identity and access management Risk-based conditional access visibility into risky sign-ins and user behavior anomalies ID Governance and Privileged Identity Management Identity defense Identify detect and investigateadvanced threats compromised identitie"/>
          <p:cNvSpPr/>
          <p:nvPr/>
        </p:nvSpPr>
        <p:spPr>
          <a:xfrm>
            <a:off x="2743422" y="1567798"/>
            <a:ext cx="2438180" cy="2836354"/>
          </a:xfrm>
          <a:prstGeom prst="rect">
            <a:avLst/>
          </a:prstGeom>
          <a:noFill/>
          <a:ln/>
        </p:spPr>
        <p:txBody>
          <a:bodyPr wrap="square" lIns="0" tIns="0" rIns="0" bIns="0" rtlCol="0" anchor="t" anchorCtr="0">
            <a:spAutoFit/>
          </a:bodyPr>
          <a:lstStyle/>
          <a:p>
            <a:pPr marL="114300" indent="-114300">
              <a:lnSpc>
                <a:spcPts val="1200"/>
              </a:lnSpc>
              <a:spcBef>
                <a:spcPts val="600"/>
              </a:spcBef>
              <a:buSzPct val="100000"/>
              <a:buChar char="•"/>
            </a:pPr>
            <a:r>
              <a:rPr lang="en-US" sz="850">
                <a:solidFill>
                  <a:srgbClr val="000000"/>
                </a:solidFill>
                <a:latin typeface="Segoe UI Regular" pitchFamily="34" charset="0"/>
                <a:ea typeface="Segoe UI Regular" pitchFamily="34" charset="-122"/>
                <a:cs typeface="Segoe UI Regular" pitchFamily="34" charset="-120"/>
              </a:rPr>
              <a:t>Web, mobile, and desktop versions of Word, Excel, PowerPoint, and Outlook​</a:t>
            </a:r>
          </a:p>
          <a:p>
            <a:pPr marL="114300" indent="-114300">
              <a:lnSpc>
                <a:spcPts val="1200"/>
              </a:lnSpc>
              <a:spcBef>
                <a:spcPts val="600"/>
              </a:spcBef>
              <a:buSzPct val="100000"/>
              <a:buChar char="•"/>
            </a:pPr>
            <a:r>
              <a:rPr lang="en-US" sz="850">
                <a:solidFill>
                  <a:srgbClr val="000000"/>
                </a:solidFill>
                <a:latin typeface="Segoe UI Regular" pitchFamily="34" charset="0"/>
                <a:ea typeface="Segoe UI Regular" pitchFamily="34" charset="-122"/>
                <a:cs typeface="Segoe UI Regular" pitchFamily="34" charset="-120"/>
              </a:rPr>
              <a:t>AI that understands your work with access to Microsoft Graph data - files, email, chat, meetings, people, etc. </a:t>
            </a:r>
          </a:p>
          <a:p>
            <a:pPr marL="114300" indent="-114300">
              <a:lnSpc>
                <a:spcPts val="1200"/>
              </a:lnSpc>
              <a:spcBef>
                <a:spcPts val="600"/>
              </a:spcBef>
              <a:buSzPct val="100000"/>
              <a:buChar char="•"/>
            </a:pPr>
            <a:r>
              <a:rPr lang="en-US" sz="850">
                <a:solidFill>
                  <a:srgbClr val="000000"/>
                </a:solidFill>
                <a:latin typeface="Segoe UI Regular" pitchFamily="34" charset="0"/>
                <a:ea typeface="Segoe UI Regular" pitchFamily="34" charset="-122"/>
                <a:cs typeface="Segoe UI Regular" pitchFamily="34" charset="-120"/>
              </a:rPr>
              <a:t>Advanced Chat skills, including functionality like Copilot Search and Copilot Notebooks</a:t>
            </a:r>
          </a:p>
          <a:p>
            <a:pPr marL="114300" indent="-114300">
              <a:lnSpc>
                <a:spcPts val="1200"/>
              </a:lnSpc>
              <a:spcBef>
                <a:spcPts val="600"/>
              </a:spcBef>
              <a:buSzPct val="100000"/>
              <a:buChar char="•"/>
            </a:pPr>
            <a:r>
              <a:rPr lang="en-US" sz="850">
                <a:solidFill>
                  <a:srgbClr val="000000"/>
                </a:solidFill>
                <a:latin typeface="Segoe UI Regular" pitchFamily="34" charset="0"/>
                <a:ea typeface="Segoe UI Regular" pitchFamily="34" charset="-122"/>
                <a:cs typeface="Segoe UI Regular" pitchFamily="34" charset="-120"/>
              </a:rPr>
              <a:t>Advanced Office skills such as Agent mode directly into the apps, helping to analyze data, build models, and refine documents</a:t>
            </a:r>
          </a:p>
          <a:p>
            <a:pPr marL="114300" indent="-114300">
              <a:lnSpc>
                <a:spcPts val="1200"/>
              </a:lnSpc>
              <a:spcBef>
                <a:spcPts val="600"/>
              </a:spcBef>
              <a:buSzPct val="100000"/>
              <a:buChar char="•"/>
            </a:pPr>
            <a:r>
              <a:rPr lang="en-US" sz="850">
                <a:solidFill>
                  <a:srgbClr val="000000"/>
                </a:solidFill>
                <a:latin typeface="Segoe UI Regular" pitchFamily="34" charset="0"/>
                <a:ea typeface="Segoe UI Regular" pitchFamily="34" charset="-122"/>
                <a:cs typeface="Segoe UI Regular" pitchFamily="34" charset="-120"/>
              </a:rPr>
              <a:t>Collaborative agents such as Facilitator, Knowledge agent, Agent in Teams Channels, etc. to power you to build human-AI teams</a:t>
            </a:r>
          </a:p>
          <a:p>
            <a:pPr marL="114300" indent="-114300">
              <a:lnSpc>
                <a:spcPts val="1200"/>
              </a:lnSpc>
              <a:spcBef>
                <a:spcPts val="600"/>
              </a:spcBef>
              <a:buSzPct val="100000"/>
              <a:buChar char="•"/>
            </a:pPr>
            <a:r>
              <a:rPr lang="en-US" sz="850">
                <a:solidFill>
                  <a:srgbClr val="000000"/>
                </a:solidFill>
                <a:latin typeface="Segoe UI Regular" pitchFamily="34" charset="0"/>
                <a:ea typeface="Segoe UI Regular" pitchFamily="34" charset="-122"/>
                <a:cs typeface="Segoe UI Regular" pitchFamily="34" charset="-120"/>
              </a:rPr>
              <a:t>Model Choice with </a:t>
            </a:r>
            <a:r>
              <a:rPr lang="en-US" sz="850" err="1">
                <a:solidFill>
                  <a:srgbClr val="000000"/>
                </a:solidFill>
                <a:latin typeface="Segoe UI Regular" pitchFamily="34" charset="0"/>
                <a:ea typeface="Segoe UI Regular" pitchFamily="34" charset="-122"/>
                <a:cs typeface="Segoe UI Regular" pitchFamily="34" charset="-120"/>
              </a:rPr>
              <a:t>Anthropic’s</a:t>
            </a:r>
            <a:r>
              <a:rPr lang="en-US" sz="850">
                <a:solidFill>
                  <a:srgbClr val="000000"/>
                </a:solidFill>
                <a:latin typeface="Segoe UI Regular" pitchFamily="34" charset="0"/>
                <a:ea typeface="Segoe UI Regular" pitchFamily="34" charset="-122"/>
                <a:cs typeface="Segoe UI Regular" pitchFamily="34" charset="-120"/>
              </a:rPr>
              <a:t> Claude models in both Researcher and Copilot Studio to fit business needs and use cases</a:t>
            </a:r>
            <a:endParaRPr lang="en-US" sz="850"/>
          </a:p>
        </p:txBody>
      </p:sp>
      <p:grpSp>
        <p:nvGrpSpPr>
          <p:cNvPr id="35" name="Group 34">
            <a:extLst>
              <a:ext uri="{FF2B5EF4-FFF2-40B4-BE49-F238E27FC236}">
                <a16:creationId xmlns:a16="http://schemas.microsoft.com/office/drawing/2014/main" id="{608D4319-FCA8-EA10-68F3-296DA3A6D3E7}"/>
              </a:ext>
            </a:extLst>
          </p:cNvPr>
          <p:cNvGrpSpPr/>
          <p:nvPr/>
        </p:nvGrpSpPr>
        <p:grpSpPr>
          <a:xfrm>
            <a:off x="2231759" y="1824449"/>
            <a:ext cx="452071" cy="452070"/>
            <a:chOff x="2604720" y="1824449"/>
            <a:chExt cx="452071" cy="452070"/>
          </a:xfrm>
        </p:grpSpPr>
        <p:grpSp>
          <p:nvGrpSpPr>
            <p:cNvPr id="36" name="Graphic 15">
              <a:extLst>
                <a:ext uri="{FF2B5EF4-FFF2-40B4-BE49-F238E27FC236}">
                  <a16:creationId xmlns:a16="http://schemas.microsoft.com/office/drawing/2014/main" id="{D3D57B20-658A-ADC4-1FD8-CF296F3289B0}"/>
                </a:ext>
              </a:extLst>
            </p:cNvPr>
            <p:cNvGrpSpPr/>
            <p:nvPr/>
          </p:nvGrpSpPr>
          <p:grpSpPr>
            <a:xfrm>
              <a:off x="2604720" y="1824449"/>
              <a:ext cx="452071" cy="452070"/>
              <a:chOff x="2604720" y="3739960"/>
              <a:chExt cx="452071" cy="452070"/>
            </a:xfrm>
          </p:grpSpPr>
          <p:sp>
            <p:nvSpPr>
              <p:cNvPr id="38" name="Freeform: Shape 37">
                <a:extLst>
                  <a:ext uri="{FF2B5EF4-FFF2-40B4-BE49-F238E27FC236}">
                    <a16:creationId xmlns:a16="http://schemas.microsoft.com/office/drawing/2014/main" id="{2A6D5699-7BA3-681B-0CDC-46B3DE8B7A0D}"/>
                  </a:ext>
                </a:extLst>
              </p:cNvPr>
              <p:cNvSpPr/>
              <p:nvPr/>
            </p:nvSpPr>
            <p:spPr>
              <a:xfrm>
                <a:off x="2604720" y="3739960"/>
                <a:ext cx="452071" cy="452070"/>
              </a:xfrm>
              <a:custGeom>
                <a:avLst/>
                <a:gdLst>
                  <a:gd name="csX0" fmla="*/ 15 w 452071"/>
                  <a:gd name="csY0" fmla="*/ 223456 h 452070"/>
                  <a:gd name="csX1" fmla="*/ 228615 w 452071"/>
                  <a:gd name="csY1" fmla="*/ 15 h 452070"/>
                  <a:gd name="csX2" fmla="*/ 452056 w 452071"/>
                  <a:gd name="csY2" fmla="*/ 228615 h 452070"/>
                  <a:gd name="csX3" fmla="*/ 223456 w 452071"/>
                  <a:gd name="csY3" fmla="*/ 452055 h 452070"/>
                  <a:gd name="csX4" fmla="*/ 15 w 452071"/>
                  <a:gd name="csY4" fmla="*/ 223456 h 452070"/>
                </a:gdLst>
                <a:ahLst/>
                <a:cxnLst>
                  <a:cxn ang="0">
                    <a:pos x="csX0" y="csY0"/>
                  </a:cxn>
                  <a:cxn ang="0">
                    <a:pos x="csX1" y="csY1"/>
                  </a:cxn>
                  <a:cxn ang="0">
                    <a:pos x="csX2" y="csY2"/>
                  </a:cxn>
                  <a:cxn ang="0">
                    <a:pos x="csX3" y="csY3"/>
                  </a:cxn>
                  <a:cxn ang="0">
                    <a:pos x="csX4" y="csY4"/>
                  </a:cxn>
                </a:cxnLst>
                <a:rect l="l" t="t" r="r" b="b"/>
                <a:pathLst>
                  <a:path w="452071" h="452070">
                    <a:moveTo>
                      <a:pt x="15" y="223456"/>
                    </a:moveTo>
                    <a:cubicBezTo>
                      <a:pt x="1440" y="98628"/>
                      <a:pt x="103788" y="-1410"/>
                      <a:pt x="228615" y="15"/>
                    </a:cubicBezTo>
                    <a:cubicBezTo>
                      <a:pt x="353443" y="1439"/>
                      <a:pt x="453481" y="103787"/>
                      <a:pt x="452056" y="228615"/>
                    </a:cubicBezTo>
                    <a:cubicBezTo>
                      <a:pt x="450632" y="353442"/>
                      <a:pt x="348284" y="453480"/>
                      <a:pt x="223456" y="452055"/>
                    </a:cubicBezTo>
                    <a:cubicBezTo>
                      <a:pt x="98629" y="450631"/>
                      <a:pt x="-1409" y="348283"/>
                      <a:pt x="15" y="223456"/>
                    </a:cubicBezTo>
                    <a:close/>
                  </a:path>
                </a:pathLst>
              </a:custGeom>
              <a:gradFill>
                <a:gsLst>
                  <a:gs pos="0">
                    <a:srgbClr val="0B79D5"/>
                  </a:gs>
                  <a:gs pos="50000">
                    <a:srgbClr val="615CCD"/>
                  </a:gs>
                  <a:gs pos="100000">
                    <a:srgbClr val="B740C5"/>
                  </a:gs>
                </a:gsLst>
                <a:lin ang="5439230" scaled="1"/>
              </a:gradFill>
              <a:ln w="9525" cap="flat">
                <a:noFill/>
                <a:prstDash val="solid"/>
                <a:miter/>
              </a:ln>
            </p:spPr>
            <p:txBody>
              <a:bodyPr/>
              <a:lstStyle/>
              <a:p>
                <a:endParaRPr lang="en-IN"/>
              </a:p>
            </p:txBody>
          </p:sp>
          <p:sp>
            <p:nvSpPr>
              <p:cNvPr id="39" name="Freeform: Shape 38">
                <a:extLst>
                  <a:ext uri="{FF2B5EF4-FFF2-40B4-BE49-F238E27FC236}">
                    <a16:creationId xmlns:a16="http://schemas.microsoft.com/office/drawing/2014/main" id="{2AD68706-FC25-1308-2E64-816F728FCE1E}"/>
                  </a:ext>
                </a:extLst>
              </p:cNvPr>
              <p:cNvSpPr/>
              <p:nvPr/>
            </p:nvSpPr>
            <p:spPr>
              <a:xfrm>
                <a:off x="2608859" y="3744099"/>
                <a:ext cx="443796" cy="443796"/>
              </a:xfrm>
              <a:custGeom>
                <a:avLst/>
                <a:gdLst>
                  <a:gd name="csX0" fmla="*/ 224426 w 443796"/>
                  <a:gd name="csY0" fmla="*/ 15 h 443796"/>
                  <a:gd name="csX1" fmla="*/ 443782 w 443796"/>
                  <a:gd name="csY1" fmla="*/ 224426 h 443796"/>
                  <a:gd name="csX2" fmla="*/ 219361 w 443796"/>
                  <a:gd name="csY2" fmla="*/ 443782 h 443796"/>
                  <a:gd name="csX3" fmla="*/ 15 w 443796"/>
                  <a:gd name="csY3" fmla="*/ 219361 h 443796"/>
                  <a:gd name="csX4" fmla="*/ 224426 w 443796"/>
                  <a:gd name="csY4" fmla="*/ 15 h 443796"/>
                </a:gdLst>
                <a:ahLst/>
                <a:cxnLst>
                  <a:cxn ang="0">
                    <a:pos x="csX0" y="csY0"/>
                  </a:cxn>
                  <a:cxn ang="0">
                    <a:pos x="csX1" y="csY1"/>
                  </a:cxn>
                  <a:cxn ang="0">
                    <a:pos x="csX2" y="csY2"/>
                  </a:cxn>
                  <a:cxn ang="0">
                    <a:pos x="csX3" y="csY3"/>
                  </a:cxn>
                  <a:cxn ang="0">
                    <a:pos x="csX4" y="csY4"/>
                  </a:cxn>
                </a:cxnLst>
                <a:rect l="l" t="t" r="r" b="b"/>
                <a:pathLst>
                  <a:path w="443796" h="443796">
                    <a:moveTo>
                      <a:pt x="224426" y="15"/>
                    </a:moveTo>
                    <a:cubicBezTo>
                      <a:pt x="346967" y="1413"/>
                      <a:pt x="445179" y="101886"/>
                      <a:pt x="443782" y="224426"/>
                    </a:cubicBezTo>
                    <a:cubicBezTo>
                      <a:pt x="442383" y="346968"/>
                      <a:pt x="341903" y="445181"/>
                      <a:pt x="219361" y="443782"/>
                    </a:cubicBezTo>
                    <a:cubicBezTo>
                      <a:pt x="96820" y="442382"/>
                      <a:pt x="-1383" y="341903"/>
                      <a:pt x="15" y="219361"/>
                    </a:cubicBezTo>
                    <a:cubicBezTo>
                      <a:pt x="1414" y="96822"/>
                      <a:pt x="101886" y="-1383"/>
                      <a:pt x="224426" y="15"/>
                    </a:cubicBezTo>
                    <a:close/>
                  </a:path>
                </a:pathLst>
              </a:custGeom>
              <a:noFill/>
              <a:ln w="8278" cap="flat">
                <a:solidFill>
                  <a:srgbClr val="FFFFFF">
                    <a:alpha val="30000"/>
                  </a:srgbClr>
                </a:solidFill>
                <a:prstDash val="solid"/>
                <a:miter/>
              </a:ln>
            </p:spPr>
            <p:txBody>
              <a:bodyPr/>
              <a:lstStyle/>
              <a:p>
                <a:endParaRPr lang="en-IN"/>
              </a:p>
            </p:txBody>
          </p:sp>
        </p:grpSp>
        <p:sp>
          <p:nvSpPr>
            <p:cNvPr id="37" name="Freeform: Shape 36">
              <a:extLst>
                <a:ext uri="{FF2B5EF4-FFF2-40B4-BE49-F238E27FC236}">
                  <a16:creationId xmlns:a16="http://schemas.microsoft.com/office/drawing/2014/main" id="{05D63B55-E03A-5CA3-82CA-1D1EC9FD2815}"/>
                </a:ext>
              </a:extLst>
            </p:cNvPr>
            <p:cNvSpPr/>
            <p:nvPr/>
          </p:nvSpPr>
          <p:spPr>
            <a:xfrm>
              <a:off x="2749192" y="1987015"/>
              <a:ext cx="146568" cy="146568"/>
            </a:xfrm>
            <a:custGeom>
              <a:avLst/>
              <a:gdLst>
                <a:gd name="csX0" fmla="*/ 122212 w 146568"/>
                <a:gd name="csY0" fmla="*/ 41599 h 146568"/>
                <a:gd name="csX1" fmla="*/ 17243 w 146568"/>
                <a:gd name="csY1" fmla="*/ 146569 h 146568"/>
                <a:gd name="csX2" fmla="*/ 0 w 146568"/>
                <a:gd name="csY2" fmla="*/ 129325 h 146568"/>
                <a:gd name="csX3" fmla="*/ 104968 w 146568"/>
                <a:gd name="csY3" fmla="*/ 24356 h 146568"/>
                <a:gd name="csX4" fmla="*/ 8406 w 146568"/>
                <a:gd name="csY4" fmla="*/ 24356 h 146568"/>
                <a:gd name="csX5" fmla="*/ 8621 w 146568"/>
                <a:gd name="csY5" fmla="*/ 0 h 146568"/>
                <a:gd name="csX6" fmla="*/ 146569 w 146568"/>
                <a:gd name="csY6" fmla="*/ 0 h 146568"/>
                <a:gd name="csX7" fmla="*/ 146569 w 146568"/>
                <a:gd name="csY7" fmla="*/ 137947 h 146568"/>
                <a:gd name="csX8" fmla="*/ 122212 w 146568"/>
                <a:gd name="csY8" fmla="*/ 138162 h 146568"/>
                <a:gd name="csX9" fmla="*/ 122212 w 146568"/>
                <a:gd name="csY9" fmla="*/ 41599 h 14656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146568" h="146568">
                  <a:moveTo>
                    <a:pt x="122212" y="41599"/>
                  </a:moveTo>
                  <a:lnTo>
                    <a:pt x="17243" y="146569"/>
                  </a:lnTo>
                  <a:lnTo>
                    <a:pt x="0" y="129325"/>
                  </a:lnTo>
                  <a:lnTo>
                    <a:pt x="104968" y="24356"/>
                  </a:lnTo>
                  <a:lnTo>
                    <a:pt x="8406" y="24356"/>
                  </a:lnTo>
                  <a:lnTo>
                    <a:pt x="8621" y="0"/>
                  </a:lnTo>
                  <a:lnTo>
                    <a:pt x="146569" y="0"/>
                  </a:lnTo>
                  <a:lnTo>
                    <a:pt x="146569" y="137947"/>
                  </a:lnTo>
                  <a:lnTo>
                    <a:pt x="122212" y="138162"/>
                  </a:lnTo>
                  <a:lnTo>
                    <a:pt x="122212" y="41599"/>
                  </a:lnTo>
                  <a:close/>
                </a:path>
              </a:pathLst>
            </a:custGeom>
            <a:solidFill>
              <a:srgbClr val="FFFFFF"/>
            </a:solidFill>
            <a:ln w="9525" cap="flat">
              <a:noFill/>
              <a:prstDash val="solid"/>
              <a:miter/>
            </a:ln>
          </p:spPr>
          <p:txBody>
            <a:bodyPr/>
            <a:lstStyle/>
            <a:p>
              <a:endParaRPr lang="en-IN"/>
            </a:p>
          </p:txBody>
        </p:sp>
      </p:grpSp>
      <p:pic>
        <p:nvPicPr>
          <p:cNvPr id="9" name="Picture 8" descr="A screenshot of a computer&#10;&#10;AI-generated content may be incorrect.">
            <a:extLst>
              <a:ext uri="{FF2B5EF4-FFF2-40B4-BE49-F238E27FC236}">
                <a16:creationId xmlns:a16="http://schemas.microsoft.com/office/drawing/2014/main" id="{2037478B-1850-03D2-3D87-8F37694075FE}"/>
              </a:ext>
            </a:extLst>
          </p:cNvPr>
          <p:cNvPicPr>
            <a:picLocks noChangeAspect="1"/>
          </p:cNvPicPr>
          <p:nvPr/>
        </p:nvPicPr>
        <p:blipFill>
          <a:blip r:embed="rId7"/>
          <a:stretch>
            <a:fillRect/>
          </a:stretch>
        </p:blipFill>
        <p:spPr>
          <a:xfrm>
            <a:off x="304800" y="4825854"/>
            <a:ext cx="5057775" cy="2888804"/>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2E5DE">
            <a:alpha val="75000"/>
          </a:srgbClr>
        </a:solidFill>
        <a:effectLst/>
      </p:bgPr>
    </p:bg>
    <p:spTree>
      <p:nvGrpSpPr>
        <p:cNvPr id="1" name=""/>
        <p:cNvGrpSpPr/>
        <p:nvPr/>
      </p:nvGrpSpPr>
      <p:grpSpPr>
        <a:xfrm>
          <a:off x="0" y="0"/>
          <a:ext cx="0" cy="0"/>
          <a:chOff x="0" y="0"/>
          <a:chExt cx="0" cy="0"/>
        </a:xfrm>
      </p:grpSpPr>
      <p:sp>
        <p:nvSpPr>
          <p:cNvPr id="42" name="Rounded Rectangle 56">
            <a:extLst>
              <a:ext uri="{FF2B5EF4-FFF2-40B4-BE49-F238E27FC236}">
                <a16:creationId xmlns:a16="http://schemas.microsoft.com/office/drawing/2014/main" id="{BAAF3DF4-B7B1-2114-93C4-9F225B5D917F}"/>
              </a:ext>
            </a:extLst>
          </p:cNvPr>
          <p:cNvSpPr>
            <a:spLocks/>
          </p:cNvSpPr>
          <p:nvPr/>
        </p:nvSpPr>
        <p:spPr bwMode="auto">
          <a:xfrm>
            <a:off x="390856" y="2192349"/>
            <a:ext cx="2275717" cy="5401236"/>
          </a:xfrm>
          <a:prstGeom prst="roundRect">
            <a:avLst>
              <a:gd name="adj" fmla="val 5669"/>
            </a:avLst>
          </a:prstGeom>
          <a:solidFill>
            <a:srgbClr val="FFFFFF"/>
          </a:solidFill>
          <a:ln w="9525" cap="flat" cmpd="sng" algn="ctr">
            <a:solidFill>
              <a:schemeClr val="bg2"/>
            </a:solidFill>
            <a:prstDash val="solid"/>
            <a:headEnd type="none" w="med" len="med"/>
            <a:tailEnd type="none" w="med" len="med"/>
          </a:ln>
          <a:effectLst>
            <a:outerShdw blurRad="127000" dist="38100" dir="2700000" algn="tl" rotWithShape="0">
              <a:prstClr val="black">
                <a:alpha val="11000"/>
              </a:prstClr>
            </a:outerShdw>
          </a:effectLst>
        </p:spPr>
        <p:txBody>
          <a:bodyPr rot="0" spcFirstLastPara="0" vert="horz" wrap="square" lIns="97234" tIns="77788" rIns="97234" bIns="77788" numCol="1" spcCol="0" rtlCol="0" fromWordArt="0" anchor="t" anchorCtr="0" forceAA="0" compatLnSpc="1">
            <a:prstTxWarp prst="textNoShape">
              <a:avLst/>
            </a:prstTxWarp>
            <a:noAutofit/>
          </a:bodyPr>
          <a:lstStyle/>
          <a:p>
            <a:pPr marL="0" marR="0" lvl="0" indent="0" algn="l" defTabSz="495782" rtl="0" eaLnBrk="1" fontAlgn="base" latinLnBrk="0" hangingPunct="1">
              <a:lnSpc>
                <a:spcPct val="100000"/>
              </a:lnSpc>
              <a:spcBef>
                <a:spcPct val="0"/>
              </a:spcBef>
              <a:spcAft>
                <a:spcPct val="0"/>
              </a:spcAft>
              <a:buClrTx/>
              <a:buSzTx/>
              <a:buFontTx/>
              <a:buNone/>
              <a:tabLst/>
              <a:defRPr/>
            </a:pPr>
            <a:r>
              <a:rPr kumimoji="0" lang="en-US" sz="1063" b="0" i="0" u="none" strike="noStrike" kern="0" cap="none" spc="0" normalizeH="0" baseline="0" noProof="0">
                <a:ln>
                  <a:noFill/>
                </a:ln>
                <a:gradFill>
                  <a:gsLst>
                    <a:gs pos="0">
                      <a:srgbClr val="FFFFFF"/>
                    </a:gs>
                    <a:gs pos="100000">
                      <a:srgbClr val="FFFFFF"/>
                    </a:gs>
                  </a:gsLst>
                  <a:lin ang="5400000" scaled="0"/>
                </a:gradFill>
                <a:effectLst/>
                <a:uLnTx/>
                <a:uFillTx/>
                <a:latin typeface="Segoe UI"/>
                <a:ea typeface="+mn-ea"/>
                <a:cs typeface="Segoe UI" pitchFamily="34" charset="0"/>
              </a:rPr>
              <a:t>zzz</a:t>
            </a:r>
          </a:p>
        </p:txBody>
      </p:sp>
      <p:sp>
        <p:nvSpPr>
          <p:cNvPr id="3" name="Rounded Rectangle 56">
            <a:extLst>
              <a:ext uri="{FF2B5EF4-FFF2-40B4-BE49-F238E27FC236}">
                <a16:creationId xmlns:a16="http://schemas.microsoft.com/office/drawing/2014/main" id="{2494E1E7-4551-4203-F48A-1BBE470D4AA3}"/>
              </a:ext>
            </a:extLst>
          </p:cNvPr>
          <p:cNvSpPr>
            <a:spLocks/>
          </p:cNvSpPr>
          <p:nvPr/>
        </p:nvSpPr>
        <p:spPr bwMode="auto">
          <a:xfrm>
            <a:off x="494644" y="3159131"/>
            <a:ext cx="2068144" cy="1378301"/>
          </a:xfrm>
          <a:prstGeom prst="roundRect">
            <a:avLst>
              <a:gd name="adj" fmla="val 5669"/>
            </a:avLst>
          </a:prstGeom>
          <a:solidFill>
            <a:srgbClr val="F2E5DE"/>
          </a:solidFill>
          <a:ln w="9525" cap="flat" cmpd="sng" algn="ctr">
            <a:solidFill>
              <a:schemeClr val="bg2"/>
            </a:solidFill>
            <a:prstDash val="solid"/>
            <a:headEnd type="none" w="med" len="med"/>
            <a:tailEnd type="none" w="med" len="med"/>
          </a:ln>
          <a:effectLst>
            <a:outerShdw blurRad="127000" dist="38100" dir="2700000" algn="tl" rotWithShape="0">
              <a:prstClr val="black">
                <a:alpha val="11000"/>
              </a:prstClr>
            </a:outerShdw>
          </a:effectLst>
        </p:spPr>
        <p:txBody>
          <a:bodyPr rot="0" spcFirstLastPara="0" vert="horz" wrap="square" lIns="97234" tIns="77788" rIns="97234" bIns="77788" numCol="1" spcCol="0" rtlCol="0" fromWordArt="0" anchor="t" anchorCtr="0" forceAA="0" compatLnSpc="1">
            <a:prstTxWarp prst="textNoShape">
              <a:avLst/>
            </a:prstTxWarp>
            <a:noAutofit/>
          </a:bodyPr>
          <a:lstStyle/>
          <a:p>
            <a:pPr marL="0" marR="0" lvl="0" indent="0" algn="l" defTabSz="495782" rtl="0" eaLnBrk="1" fontAlgn="base" latinLnBrk="0" hangingPunct="1">
              <a:lnSpc>
                <a:spcPct val="100000"/>
              </a:lnSpc>
              <a:spcBef>
                <a:spcPct val="0"/>
              </a:spcBef>
              <a:spcAft>
                <a:spcPct val="0"/>
              </a:spcAft>
              <a:buClrTx/>
              <a:buSzTx/>
              <a:buFontTx/>
              <a:buNone/>
              <a:tabLst/>
              <a:defRPr/>
            </a:pPr>
            <a:endParaRPr kumimoji="0" lang="en-US" sz="1063" b="0" i="0" u="none" strike="noStrike" kern="0" cap="none" spc="0" normalizeH="0" baseline="0" noProof="0">
              <a:ln>
                <a:noFill/>
              </a:ln>
              <a:gradFill>
                <a:gsLst>
                  <a:gs pos="0">
                    <a:srgbClr val="FFFFFF"/>
                  </a:gs>
                  <a:gs pos="100000">
                    <a:srgbClr val="FFFFFF"/>
                  </a:gs>
                </a:gsLst>
                <a:lin ang="5400000" scaled="0"/>
              </a:gradFill>
              <a:effectLst/>
              <a:uLnTx/>
              <a:uFillTx/>
              <a:latin typeface="Segoe UI"/>
              <a:ea typeface="+mn-ea"/>
              <a:cs typeface="Segoe UI" pitchFamily="34" charset="0"/>
            </a:endParaRPr>
          </a:p>
        </p:txBody>
      </p:sp>
      <p:sp>
        <p:nvSpPr>
          <p:cNvPr id="7" name="Rounded Rectangle 56">
            <a:extLst>
              <a:ext uri="{FF2B5EF4-FFF2-40B4-BE49-F238E27FC236}">
                <a16:creationId xmlns:a16="http://schemas.microsoft.com/office/drawing/2014/main" id="{8C42749D-2B96-3F7A-D451-E13DDA49D124}"/>
              </a:ext>
            </a:extLst>
          </p:cNvPr>
          <p:cNvSpPr>
            <a:spLocks/>
          </p:cNvSpPr>
          <p:nvPr/>
        </p:nvSpPr>
        <p:spPr bwMode="auto">
          <a:xfrm>
            <a:off x="494644" y="4637205"/>
            <a:ext cx="2068144" cy="1378301"/>
          </a:xfrm>
          <a:prstGeom prst="roundRect">
            <a:avLst>
              <a:gd name="adj" fmla="val 5669"/>
            </a:avLst>
          </a:prstGeom>
          <a:solidFill>
            <a:srgbClr val="F2E5DE"/>
          </a:solidFill>
          <a:ln w="9525" cap="flat" cmpd="sng" algn="ctr">
            <a:solidFill>
              <a:schemeClr val="bg2"/>
            </a:solidFill>
            <a:prstDash val="solid"/>
            <a:headEnd type="none" w="med" len="med"/>
            <a:tailEnd type="none" w="med" len="med"/>
          </a:ln>
          <a:effectLst>
            <a:outerShdw blurRad="127000" dist="38100" dir="2700000" algn="tl" rotWithShape="0">
              <a:prstClr val="black">
                <a:alpha val="11000"/>
              </a:prstClr>
            </a:outerShdw>
          </a:effectLst>
        </p:spPr>
        <p:txBody>
          <a:bodyPr rot="0" spcFirstLastPara="0" vert="horz" wrap="square" lIns="97234" tIns="77788" rIns="97234" bIns="77788" numCol="1" spcCol="0" rtlCol="0" fromWordArt="0" anchor="t" anchorCtr="0" forceAA="0" compatLnSpc="1">
            <a:prstTxWarp prst="textNoShape">
              <a:avLst/>
            </a:prstTxWarp>
            <a:noAutofit/>
          </a:bodyPr>
          <a:lstStyle/>
          <a:p>
            <a:pPr marL="0" marR="0" lvl="0" indent="0" algn="l" defTabSz="495782" rtl="0" eaLnBrk="1" fontAlgn="base" latinLnBrk="0" hangingPunct="1">
              <a:lnSpc>
                <a:spcPct val="100000"/>
              </a:lnSpc>
              <a:spcBef>
                <a:spcPct val="0"/>
              </a:spcBef>
              <a:spcAft>
                <a:spcPct val="0"/>
              </a:spcAft>
              <a:buClrTx/>
              <a:buSzTx/>
              <a:buFontTx/>
              <a:buNone/>
              <a:tabLst/>
              <a:defRPr/>
            </a:pPr>
            <a:endParaRPr kumimoji="0" lang="en-US" sz="1063" b="0" i="0" u="none" strike="noStrike" kern="0" cap="none" spc="0" normalizeH="0" baseline="0" noProof="0">
              <a:ln>
                <a:noFill/>
              </a:ln>
              <a:gradFill>
                <a:gsLst>
                  <a:gs pos="0">
                    <a:srgbClr val="FFFFFF"/>
                  </a:gs>
                  <a:gs pos="100000">
                    <a:srgbClr val="FFFFFF"/>
                  </a:gs>
                </a:gsLst>
                <a:lin ang="5400000" scaled="0"/>
              </a:gradFill>
              <a:effectLst/>
              <a:uLnTx/>
              <a:uFillTx/>
              <a:latin typeface="Segoe UI"/>
              <a:ea typeface="+mn-ea"/>
              <a:cs typeface="Segoe UI" pitchFamily="34" charset="0"/>
            </a:endParaRPr>
          </a:p>
        </p:txBody>
      </p:sp>
      <p:sp>
        <p:nvSpPr>
          <p:cNvPr id="8" name="Rounded Rectangle 56">
            <a:extLst>
              <a:ext uri="{FF2B5EF4-FFF2-40B4-BE49-F238E27FC236}">
                <a16:creationId xmlns:a16="http://schemas.microsoft.com/office/drawing/2014/main" id="{6254C82E-8A4F-A6EF-76D2-14EDACE1E71E}"/>
              </a:ext>
            </a:extLst>
          </p:cNvPr>
          <p:cNvSpPr>
            <a:spLocks/>
          </p:cNvSpPr>
          <p:nvPr/>
        </p:nvSpPr>
        <p:spPr bwMode="auto">
          <a:xfrm>
            <a:off x="494644" y="6115278"/>
            <a:ext cx="2068144" cy="1378301"/>
          </a:xfrm>
          <a:prstGeom prst="roundRect">
            <a:avLst>
              <a:gd name="adj" fmla="val 5669"/>
            </a:avLst>
          </a:prstGeom>
          <a:solidFill>
            <a:srgbClr val="F2E5DE"/>
          </a:solidFill>
          <a:ln w="9525" cap="flat" cmpd="sng" algn="ctr">
            <a:solidFill>
              <a:schemeClr val="bg2"/>
            </a:solidFill>
            <a:prstDash val="solid"/>
            <a:headEnd type="none" w="med" len="med"/>
            <a:tailEnd type="none" w="med" len="med"/>
          </a:ln>
          <a:effectLst>
            <a:outerShdw blurRad="127000" dist="38100" dir="2700000" algn="tl" rotWithShape="0">
              <a:prstClr val="black">
                <a:alpha val="11000"/>
              </a:prstClr>
            </a:outerShdw>
          </a:effectLst>
        </p:spPr>
        <p:txBody>
          <a:bodyPr rot="0" spcFirstLastPara="0" vert="horz" wrap="square" lIns="97234" tIns="77788" rIns="97234" bIns="77788" numCol="1" spcCol="0" rtlCol="0" fromWordArt="0" anchor="t" anchorCtr="0" forceAA="0" compatLnSpc="1">
            <a:prstTxWarp prst="textNoShape">
              <a:avLst/>
            </a:prstTxWarp>
            <a:noAutofit/>
          </a:bodyPr>
          <a:lstStyle/>
          <a:p>
            <a:pPr marL="0" marR="0" lvl="0" indent="0" algn="l" defTabSz="495782" rtl="0" eaLnBrk="1" fontAlgn="base" latinLnBrk="0" hangingPunct="1">
              <a:lnSpc>
                <a:spcPct val="100000"/>
              </a:lnSpc>
              <a:spcBef>
                <a:spcPct val="0"/>
              </a:spcBef>
              <a:spcAft>
                <a:spcPct val="0"/>
              </a:spcAft>
              <a:buClrTx/>
              <a:buSzTx/>
              <a:buFontTx/>
              <a:buNone/>
              <a:tabLst/>
              <a:defRPr/>
            </a:pPr>
            <a:endParaRPr kumimoji="0" lang="en-US" sz="1063" b="0" i="0" u="none" strike="noStrike" kern="0" cap="none" spc="0" normalizeH="0" baseline="0" noProof="0">
              <a:ln>
                <a:noFill/>
              </a:ln>
              <a:gradFill>
                <a:gsLst>
                  <a:gs pos="0">
                    <a:srgbClr val="FFFFFF"/>
                  </a:gs>
                  <a:gs pos="100000">
                    <a:srgbClr val="FFFFFF"/>
                  </a:gs>
                </a:gsLst>
                <a:lin ang="5400000" scaled="0"/>
              </a:gradFill>
              <a:effectLst/>
              <a:uLnTx/>
              <a:uFillTx/>
              <a:latin typeface="Segoe UI"/>
              <a:ea typeface="+mn-ea"/>
              <a:cs typeface="Segoe UI" pitchFamily="34" charset="0"/>
            </a:endParaRPr>
          </a:p>
        </p:txBody>
      </p:sp>
      <p:sp>
        <p:nvSpPr>
          <p:cNvPr id="18" name="Rectangle 17">
            <a:extLst>
              <a:ext uri="{FF2B5EF4-FFF2-40B4-BE49-F238E27FC236}">
                <a16:creationId xmlns:a16="http://schemas.microsoft.com/office/drawing/2014/main" id="{6A037C20-C2D3-B2CA-A8AC-3C4CDE040D73}"/>
              </a:ext>
            </a:extLst>
          </p:cNvPr>
          <p:cNvSpPr>
            <a:spLocks/>
          </p:cNvSpPr>
          <p:nvPr/>
        </p:nvSpPr>
        <p:spPr bwMode="auto">
          <a:xfrm>
            <a:off x="-1" y="3065"/>
            <a:ext cx="5667375" cy="1778206"/>
          </a:xfrm>
          <a:prstGeom prst="rect">
            <a:avLst/>
          </a:prstGeom>
          <a:solidFill>
            <a:srgbClr val="8A226F"/>
          </a:solidFill>
          <a:ln w="9525" cap="flat" cmpd="sng" algn="ctr">
            <a:noFill/>
            <a:prstDash val="solid"/>
            <a:headEnd type="none" w="med" len="med"/>
            <a:tailEnd type="none" w="med" len="med"/>
          </a:ln>
          <a:effectLst/>
        </p:spPr>
        <p:txBody>
          <a:bodyPr rot="0" spcFirstLastPara="0" vert="horz" wrap="square" lIns="97234" tIns="77788" rIns="97234" bIns="77788" numCol="1" spcCol="0" rtlCol="0" fromWordArt="0" anchor="t" anchorCtr="0" forceAA="0" compatLnSpc="1">
            <a:prstTxWarp prst="textNoShape">
              <a:avLst/>
            </a:prstTxWarp>
            <a:noAutofit/>
          </a:bodyPr>
          <a:lstStyle/>
          <a:p>
            <a:pPr marL="0" marR="0" lvl="0" indent="0" algn="l" defTabSz="495782" rtl="0" eaLnBrk="1" fontAlgn="base" latinLnBrk="0" hangingPunct="1">
              <a:lnSpc>
                <a:spcPct val="100000"/>
              </a:lnSpc>
              <a:spcBef>
                <a:spcPct val="0"/>
              </a:spcBef>
              <a:spcAft>
                <a:spcPct val="0"/>
              </a:spcAft>
              <a:buClrTx/>
              <a:buSzTx/>
              <a:buFontTx/>
              <a:buNone/>
              <a:tabLst/>
              <a:defRPr/>
            </a:pPr>
            <a:endParaRPr kumimoji="0" lang="en-IN" sz="1063" b="0" i="0" u="none" strike="noStrike" kern="0" cap="none" spc="0" normalizeH="0" baseline="0" noProof="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pic>
        <p:nvPicPr>
          <p:cNvPr id="20" name="Picture 19">
            <a:extLst>
              <a:ext uri="{FF2B5EF4-FFF2-40B4-BE49-F238E27FC236}">
                <a16:creationId xmlns:a16="http://schemas.microsoft.com/office/drawing/2014/main" id="{3370F60D-179A-42D7-C07F-4B91F424C465}"/>
              </a:ext>
            </a:extLst>
          </p:cNvPr>
          <p:cNvPicPr>
            <a:picLocks noChangeAspect="1"/>
          </p:cNvPicPr>
          <p:nvPr/>
        </p:nvPicPr>
        <p:blipFill rotWithShape="1">
          <a:blip r:embed="rId2"/>
          <a:srcRect l="148" t="61001" r="52344" b="-7060"/>
          <a:stretch>
            <a:fillRect/>
          </a:stretch>
        </p:blipFill>
        <p:spPr>
          <a:xfrm>
            <a:off x="2577700" y="3064"/>
            <a:ext cx="3089675" cy="1203192"/>
          </a:xfrm>
          <a:prstGeom prst="rect">
            <a:avLst/>
          </a:prstGeom>
        </p:spPr>
      </p:pic>
      <p:grpSp>
        <p:nvGrpSpPr>
          <p:cNvPr id="10" name="Group 9">
            <a:extLst>
              <a:ext uri="{FF2B5EF4-FFF2-40B4-BE49-F238E27FC236}">
                <a16:creationId xmlns:a16="http://schemas.microsoft.com/office/drawing/2014/main" id="{7B56E214-6A52-033C-E797-C50B3CD36B35}"/>
              </a:ext>
            </a:extLst>
          </p:cNvPr>
          <p:cNvGrpSpPr/>
          <p:nvPr/>
        </p:nvGrpSpPr>
        <p:grpSpPr>
          <a:xfrm>
            <a:off x="396012" y="309110"/>
            <a:ext cx="904451" cy="192862"/>
            <a:chOff x="393700" y="384175"/>
            <a:chExt cx="662846" cy="141343"/>
          </a:xfrm>
        </p:grpSpPr>
        <p:sp>
          <p:nvSpPr>
            <p:cNvPr id="13" name="Freeform: Shape 12">
              <a:extLst>
                <a:ext uri="{FF2B5EF4-FFF2-40B4-BE49-F238E27FC236}">
                  <a16:creationId xmlns:a16="http://schemas.microsoft.com/office/drawing/2014/main" id="{E3FA898D-FD7E-78B3-D4F6-D990BA7E82EA}"/>
                </a:ext>
              </a:extLst>
            </p:cNvPr>
            <p:cNvSpPr/>
            <p:nvPr/>
          </p:nvSpPr>
          <p:spPr>
            <a:xfrm>
              <a:off x="577428" y="406181"/>
              <a:ext cx="479118" cy="92599"/>
            </a:xfrm>
            <a:custGeom>
              <a:avLst/>
              <a:gdLst>
                <a:gd name="csX0" fmla="*/ 91795 w 479118"/>
                <a:gd name="csY0" fmla="*/ 6262 h 92599"/>
                <a:gd name="csX1" fmla="*/ 91795 w 479118"/>
                <a:gd name="csY1" fmla="*/ 91069 h 92599"/>
                <a:gd name="csX2" fmla="*/ 77072 w 479118"/>
                <a:gd name="csY2" fmla="*/ 91069 h 92599"/>
                <a:gd name="csX3" fmla="*/ 77072 w 479118"/>
                <a:gd name="csY3" fmla="*/ 24598 h 92599"/>
                <a:gd name="csX4" fmla="*/ 76836 w 479118"/>
                <a:gd name="csY4" fmla="*/ 24598 h 92599"/>
                <a:gd name="csX5" fmla="*/ 50511 w 479118"/>
                <a:gd name="csY5" fmla="*/ 91069 h 92599"/>
                <a:gd name="csX6" fmla="*/ 40754 w 479118"/>
                <a:gd name="csY6" fmla="*/ 91069 h 92599"/>
                <a:gd name="csX7" fmla="*/ 13781 w 479118"/>
                <a:gd name="csY7" fmla="*/ 24598 h 92599"/>
                <a:gd name="csX8" fmla="*/ 13604 w 479118"/>
                <a:gd name="csY8" fmla="*/ 24598 h 92599"/>
                <a:gd name="csX9" fmla="*/ 13604 w 479118"/>
                <a:gd name="csY9" fmla="*/ 91069 h 92599"/>
                <a:gd name="csX10" fmla="*/ 0 w 479118"/>
                <a:gd name="csY10" fmla="*/ 91069 h 92599"/>
                <a:gd name="csX11" fmla="*/ 0 w 479118"/>
                <a:gd name="csY11" fmla="*/ 6262 h 92599"/>
                <a:gd name="csX12" fmla="*/ 21104 w 479118"/>
                <a:gd name="csY12" fmla="*/ 6262 h 92599"/>
                <a:gd name="csX13" fmla="*/ 45466 w 479118"/>
                <a:gd name="csY13" fmla="*/ 69121 h 92599"/>
                <a:gd name="csX14" fmla="*/ 45819 w 479118"/>
                <a:gd name="csY14" fmla="*/ 69121 h 92599"/>
                <a:gd name="csX15" fmla="*/ 71536 w 479118"/>
                <a:gd name="csY15" fmla="*/ 6262 h 92599"/>
                <a:gd name="csX16" fmla="*/ 91756 w 479118"/>
                <a:gd name="csY16" fmla="*/ 6262 h 92599"/>
                <a:gd name="csX17" fmla="*/ 104104 w 479118"/>
                <a:gd name="csY17" fmla="*/ 12701 h 92599"/>
                <a:gd name="csX18" fmla="*/ 106676 w 479118"/>
                <a:gd name="csY18" fmla="*/ 6753 h 92599"/>
                <a:gd name="csX19" fmla="*/ 112801 w 479118"/>
                <a:gd name="csY19" fmla="*/ 4358 h 92599"/>
                <a:gd name="csX20" fmla="*/ 119063 w 479118"/>
                <a:gd name="csY20" fmla="*/ 6812 h 92599"/>
                <a:gd name="csX21" fmla="*/ 121556 w 479118"/>
                <a:gd name="csY21" fmla="*/ 12701 h 92599"/>
                <a:gd name="csX22" fmla="*/ 119004 w 479118"/>
                <a:gd name="csY22" fmla="*/ 18551 h 92599"/>
                <a:gd name="csX23" fmla="*/ 112801 w 479118"/>
                <a:gd name="csY23" fmla="*/ 20927 h 92599"/>
                <a:gd name="csX24" fmla="*/ 106617 w 479118"/>
                <a:gd name="csY24" fmla="*/ 18532 h 92599"/>
                <a:gd name="csX25" fmla="*/ 104104 w 479118"/>
                <a:gd name="csY25" fmla="*/ 12701 h 92599"/>
                <a:gd name="csX26" fmla="*/ 119888 w 479118"/>
                <a:gd name="csY26" fmla="*/ 30271 h 92599"/>
                <a:gd name="csX27" fmla="*/ 119888 w 479118"/>
                <a:gd name="csY27" fmla="*/ 91069 h 92599"/>
                <a:gd name="csX28" fmla="*/ 105576 w 479118"/>
                <a:gd name="csY28" fmla="*/ 91069 h 92599"/>
                <a:gd name="csX29" fmla="*/ 105576 w 479118"/>
                <a:gd name="csY29" fmla="*/ 30271 h 92599"/>
                <a:gd name="csX30" fmla="*/ 119888 w 479118"/>
                <a:gd name="csY30" fmla="*/ 30271 h 92599"/>
                <a:gd name="csX31" fmla="*/ 163292 w 479118"/>
                <a:gd name="csY31" fmla="*/ 80664 h 92599"/>
                <a:gd name="csX32" fmla="*/ 170320 w 479118"/>
                <a:gd name="csY32" fmla="*/ 79192 h 92599"/>
                <a:gd name="csX33" fmla="*/ 177426 w 479118"/>
                <a:gd name="csY33" fmla="*/ 75285 h 92599"/>
                <a:gd name="csX34" fmla="*/ 177426 w 479118"/>
                <a:gd name="csY34" fmla="*/ 88595 h 92599"/>
                <a:gd name="csX35" fmla="*/ 169653 w 479118"/>
                <a:gd name="csY35" fmla="*/ 91560 h 92599"/>
                <a:gd name="csX36" fmla="*/ 160092 w 479118"/>
                <a:gd name="csY36" fmla="*/ 92561 h 92599"/>
                <a:gd name="csX37" fmla="*/ 138262 w 479118"/>
                <a:gd name="csY37" fmla="*/ 84080 h 92599"/>
                <a:gd name="csX38" fmla="*/ 129860 w 479118"/>
                <a:gd name="csY38" fmla="*/ 62407 h 92599"/>
                <a:gd name="csX39" fmla="*/ 138439 w 479118"/>
                <a:gd name="csY39" fmla="*/ 38241 h 92599"/>
                <a:gd name="csX40" fmla="*/ 162742 w 479118"/>
                <a:gd name="csY40" fmla="*/ 28760 h 92599"/>
                <a:gd name="csX41" fmla="*/ 170870 w 479118"/>
                <a:gd name="csY41" fmla="*/ 29800 h 92599"/>
                <a:gd name="csX42" fmla="*/ 177407 w 479118"/>
                <a:gd name="csY42" fmla="*/ 32195 h 92599"/>
                <a:gd name="csX43" fmla="*/ 177407 w 479118"/>
                <a:gd name="csY43" fmla="*/ 45917 h 92599"/>
                <a:gd name="csX44" fmla="*/ 170634 w 479118"/>
                <a:gd name="csY44" fmla="*/ 42168 h 92599"/>
                <a:gd name="csX45" fmla="*/ 163567 w 479118"/>
                <a:gd name="csY45" fmla="*/ 40833 h 92599"/>
                <a:gd name="csX46" fmla="*/ 149904 w 479118"/>
                <a:gd name="csY46" fmla="*/ 46329 h 92599"/>
                <a:gd name="csX47" fmla="*/ 144701 w 479118"/>
                <a:gd name="csY47" fmla="*/ 61171 h 92599"/>
                <a:gd name="csX48" fmla="*/ 149707 w 479118"/>
                <a:gd name="csY48" fmla="*/ 75541 h 92599"/>
                <a:gd name="csX49" fmla="*/ 163272 w 479118"/>
                <a:gd name="csY49" fmla="*/ 80684 h 92599"/>
                <a:gd name="csX50" fmla="*/ 218181 w 479118"/>
                <a:gd name="csY50" fmla="*/ 29270 h 92599"/>
                <a:gd name="csX51" fmla="*/ 221263 w 479118"/>
                <a:gd name="csY51" fmla="*/ 29506 h 92599"/>
                <a:gd name="csX52" fmla="*/ 223579 w 479118"/>
                <a:gd name="csY52" fmla="*/ 30094 h 92599"/>
                <a:gd name="csX53" fmla="*/ 223579 w 479118"/>
                <a:gd name="csY53" fmla="*/ 44582 h 92599"/>
                <a:gd name="csX54" fmla="*/ 220301 w 479118"/>
                <a:gd name="csY54" fmla="*/ 43012 h 92599"/>
                <a:gd name="csX55" fmla="*/ 215059 w 479118"/>
                <a:gd name="csY55" fmla="*/ 42266 h 92599"/>
                <a:gd name="csX56" fmla="*/ 206166 w 479118"/>
                <a:gd name="csY56" fmla="*/ 46702 h 92599"/>
                <a:gd name="csX57" fmla="*/ 202535 w 479118"/>
                <a:gd name="csY57" fmla="*/ 60366 h 92599"/>
                <a:gd name="csX58" fmla="*/ 202535 w 479118"/>
                <a:gd name="csY58" fmla="*/ 91069 h 92599"/>
                <a:gd name="csX59" fmla="*/ 188224 w 479118"/>
                <a:gd name="csY59" fmla="*/ 91069 h 92599"/>
                <a:gd name="csX60" fmla="*/ 188224 w 479118"/>
                <a:gd name="csY60" fmla="*/ 30271 h 92599"/>
                <a:gd name="csX61" fmla="*/ 202535 w 479118"/>
                <a:gd name="csY61" fmla="*/ 30271 h 92599"/>
                <a:gd name="csX62" fmla="*/ 202535 w 479118"/>
                <a:gd name="csY62" fmla="*/ 39851 h 92599"/>
                <a:gd name="csX63" fmla="*/ 202770 w 479118"/>
                <a:gd name="csY63" fmla="*/ 39851 h 92599"/>
                <a:gd name="csX64" fmla="*/ 208679 w 479118"/>
                <a:gd name="csY64" fmla="*/ 32077 h 92599"/>
                <a:gd name="csX65" fmla="*/ 218200 w 479118"/>
                <a:gd name="csY65" fmla="*/ 29270 h 92599"/>
                <a:gd name="csX66" fmla="*/ 224345 w 479118"/>
                <a:gd name="csY66" fmla="*/ 61563 h 92599"/>
                <a:gd name="csX67" fmla="*/ 232865 w 479118"/>
                <a:gd name="csY67" fmla="*/ 37672 h 92599"/>
                <a:gd name="csX68" fmla="*/ 256520 w 479118"/>
                <a:gd name="csY68" fmla="*/ 28858 h 92599"/>
                <a:gd name="csX69" fmla="*/ 278782 w 479118"/>
                <a:gd name="csY69" fmla="*/ 37338 h 92599"/>
                <a:gd name="csX70" fmla="*/ 286792 w 479118"/>
                <a:gd name="csY70" fmla="*/ 60248 h 92599"/>
                <a:gd name="csX71" fmla="*/ 278272 w 479118"/>
                <a:gd name="csY71" fmla="*/ 83786 h 92599"/>
                <a:gd name="csX72" fmla="*/ 255087 w 479118"/>
                <a:gd name="csY72" fmla="*/ 92541 h 92599"/>
                <a:gd name="csX73" fmla="*/ 232649 w 479118"/>
                <a:gd name="csY73" fmla="*/ 84237 h 92599"/>
                <a:gd name="csX74" fmla="*/ 224345 w 479118"/>
                <a:gd name="csY74" fmla="*/ 61563 h 92599"/>
                <a:gd name="csX75" fmla="*/ 239245 w 479118"/>
                <a:gd name="csY75" fmla="*/ 61092 h 92599"/>
                <a:gd name="csX76" fmla="*/ 243564 w 479118"/>
                <a:gd name="csY76" fmla="*/ 75639 h 92599"/>
                <a:gd name="csX77" fmla="*/ 255932 w 479118"/>
                <a:gd name="csY77" fmla="*/ 80664 h 92599"/>
                <a:gd name="csX78" fmla="*/ 267828 w 479118"/>
                <a:gd name="csY78" fmla="*/ 75639 h 92599"/>
                <a:gd name="csX79" fmla="*/ 271911 w 479118"/>
                <a:gd name="csY79" fmla="*/ 60739 h 92599"/>
                <a:gd name="csX80" fmla="*/ 267691 w 479118"/>
                <a:gd name="csY80" fmla="*/ 45917 h 92599"/>
                <a:gd name="csX81" fmla="*/ 255833 w 479118"/>
                <a:gd name="csY81" fmla="*/ 40911 h 92599"/>
                <a:gd name="csX82" fmla="*/ 243623 w 479118"/>
                <a:gd name="csY82" fmla="*/ 46153 h 92599"/>
                <a:gd name="csX83" fmla="*/ 239284 w 479118"/>
                <a:gd name="csY83" fmla="*/ 61092 h 92599"/>
                <a:gd name="csX84" fmla="*/ 308092 w 479118"/>
                <a:gd name="csY84" fmla="*/ 46251 h 92599"/>
                <a:gd name="csX85" fmla="*/ 310035 w 479118"/>
                <a:gd name="csY85" fmla="*/ 51080 h 92599"/>
                <a:gd name="csX86" fmla="*/ 318673 w 479118"/>
                <a:gd name="csY86" fmla="*/ 55478 h 92599"/>
                <a:gd name="csX87" fmla="*/ 330707 w 479118"/>
                <a:gd name="csY87" fmla="*/ 63193 h 92599"/>
                <a:gd name="csX88" fmla="*/ 334162 w 479118"/>
                <a:gd name="csY88" fmla="*/ 73577 h 92599"/>
                <a:gd name="csX89" fmla="*/ 327566 w 479118"/>
                <a:gd name="csY89" fmla="*/ 87358 h 92599"/>
                <a:gd name="csX90" fmla="*/ 309741 w 479118"/>
                <a:gd name="csY90" fmla="*/ 92561 h 92599"/>
                <a:gd name="csX91" fmla="*/ 301378 w 479118"/>
                <a:gd name="csY91" fmla="*/ 91638 h 92599"/>
                <a:gd name="csX92" fmla="*/ 293604 w 479118"/>
                <a:gd name="csY92" fmla="*/ 89302 h 92599"/>
                <a:gd name="csX93" fmla="*/ 293604 w 479118"/>
                <a:gd name="csY93" fmla="*/ 75226 h 92599"/>
                <a:gd name="csX94" fmla="*/ 302006 w 479118"/>
                <a:gd name="csY94" fmla="*/ 79545 h 92599"/>
                <a:gd name="csX95" fmla="*/ 310172 w 479118"/>
                <a:gd name="csY95" fmla="*/ 81135 h 92599"/>
                <a:gd name="csX96" fmla="*/ 317338 w 479118"/>
                <a:gd name="csY96" fmla="*/ 79781 h 92599"/>
                <a:gd name="csX97" fmla="*/ 319635 w 479118"/>
                <a:gd name="csY97" fmla="*/ 75226 h 92599"/>
                <a:gd name="csX98" fmla="*/ 317240 w 479118"/>
                <a:gd name="csY98" fmla="*/ 70220 h 92599"/>
                <a:gd name="csX99" fmla="*/ 308170 w 479118"/>
                <a:gd name="csY99" fmla="*/ 65509 h 92599"/>
                <a:gd name="csX100" fmla="*/ 296941 w 479118"/>
                <a:gd name="csY100" fmla="*/ 58049 h 92599"/>
                <a:gd name="csX101" fmla="*/ 293623 w 479118"/>
                <a:gd name="csY101" fmla="*/ 47527 h 92599"/>
                <a:gd name="csX102" fmla="*/ 300161 w 479118"/>
                <a:gd name="csY102" fmla="*/ 34021 h 92599"/>
                <a:gd name="csX103" fmla="*/ 317102 w 479118"/>
                <a:gd name="csY103" fmla="*/ 28720 h 92599"/>
                <a:gd name="csX104" fmla="*/ 324248 w 479118"/>
                <a:gd name="csY104" fmla="*/ 29427 h 92599"/>
                <a:gd name="csX105" fmla="*/ 330864 w 479118"/>
                <a:gd name="csY105" fmla="*/ 31253 h 92599"/>
                <a:gd name="csX106" fmla="*/ 330864 w 479118"/>
                <a:gd name="csY106" fmla="*/ 44857 h 92599"/>
                <a:gd name="csX107" fmla="*/ 324248 w 479118"/>
                <a:gd name="csY107" fmla="*/ 41598 h 92599"/>
                <a:gd name="csX108" fmla="*/ 316729 w 479118"/>
                <a:gd name="csY108" fmla="*/ 40244 h 92599"/>
                <a:gd name="csX109" fmla="*/ 310369 w 479118"/>
                <a:gd name="csY109" fmla="*/ 41834 h 92599"/>
                <a:gd name="csX110" fmla="*/ 308092 w 479118"/>
                <a:gd name="csY110" fmla="*/ 46212 h 92599"/>
                <a:gd name="csX111" fmla="*/ 340326 w 479118"/>
                <a:gd name="csY111" fmla="*/ 61563 h 92599"/>
                <a:gd name="csX112" fmla="*/ 348846 w 479118"/>
                <a:gd name="csY112" fmla="*/ 37672 h 92599"/>
                <a:gd name="csX113" fmla="*/ 372501 w 479118"/>
                <a:gd name="csY113" fmla="*/ 28858 h 92599"/>
                <a:gd name="csX114" fmla="*/ 394763 w 479118"/>
                <a:gd name="csY114" fmla="*/ 37338 h 92599"/>
                <a:gd name="csX115" fmla="*/ 402773 w 479118"/>
                <a:gd name="csY115" fmla="*/ 60248 h 92599"/>
                <a:gd name="csX116" fmla="*/ 394253 w 479118"/>
                <a:gd name="csY116" fmla="*/ 83786 h 92599"/>
                <a:gd name="csX117" fmla="*/ 371068 w 479118"/>
                <a:gd name="csY117" fmla="*/ 92541 h 92599"/>
                <a:gd name="csX118" fmla="*/ 348630 w 479118"/>
                <a:gd name="csY118" fmla="*/ 84237 h 92599"/>
                <a:gd name="csX119" fmla="*/ 340326 w 479118"/>
                <a:gd name="csY119" fmla="*/ 61563 h 92599"/>
                <a:gd name="csX120" fmla="*/ 355226 w 479118"/>
                <a:gd name="csY120" fmla="*/ 61092 h 92599"/>
                <a:gd name="csX121" fmla="*/ 359545 w 479118"/>
                <a:gd name="csY121" fmla="*/ 75639 h 92599"/>
                <a:gd name="csX122" fmla="*/ 371912 w 479118"/>
                <a:gd name="csY122" fmla="*/ 80664 h 92599"/>
                <a:gd name="csX123" fmla="*/ 383809 w 479118"/>
                <a:gd name="csY123" fmla="*/ 75639 h 92599"/>
                <a:gd name="csX124" fmla="*/ 387892 w 479118"/>
                <a:gd name="csY124" fmla="*/ 60739 h 92599"/>
                <a:gd name="csX125" fmla="*/ 383671 w 479118"/>
                <a:gd name="csY125" fmla="*/ 45917 h 92599"/>
                <a:gd name="csX126" fmla="*/ 371814 w 479118"/>
                <a:gd name="csY126" fmla="*/ 40911 h 92599"/>
                <a:gd name="csX127" fmla="*/ 359604 w 479118"/>
                <a:gd name="csY127" fmla="*/ 46153 h 92599"/>
                <a:gd name="csX128" fmla="*/ 355265 w 479118"/>
                <a:gd name="csY128" fmla="*/ 61092 h 92599"/>
                <a:gd name="csX129" fmla="*/ 450260 w 479118"/>
                <a:gd name="csY129" fmla="*/ 41991 h 92599"/>
                <a:gd name="csX130" fmla="*/ 428941 w 479118"/>
                <a:gd name="csY130" fmla="*/ 41991 h 92599"/>
                <a:gd name="csX131" fmla="*/ 428941 w 479118"/>
                <a:gd name="csY131" fmla="*/ 91069 h 92599"/>
                <a:gd name="csX132" fmla="*/ 414453 w 479118"/>
                <a:gd name="csY132" fmla="*/ 91069 h 92599"/>
                <a:gd name="csX133" fmla="*/ 414453 w 479118"/>
                <a:gd name="csY133" fmla="*/ 41991 h 92599"/>
                <a:gd name="csX134" fmla="*/ 404284 w 479118"/>
                <a:gd name="csY134" fmla="*/ 41991 h 92599"/>
                <a:gd name="csX135" fmla="*/ 404284 w 479118"/>
                <a:gd name="csY135" fmla="*/ 30291 h 92599"/>
                <a:gd name="csX136" fmla="*/ 414453 w 479118"/>
                <a:gd name="csY136" fmla="*/ 30291 h 92599"/>
                <a:gd name="csX137" fmla="*/ 414453 w 479118"/>
                <a:gd name="csY137" fmla="*/ 21830 h 92599"/>
                <a:gd name="csX138" fmla="*/ 420696 w 479118"/>
                <a:gd name="csY138" fmla="*/ 6125 h 92599"/>
                <a:gd name="csX139" fmla="*/ 436695 w 479118"/>
                <a:gd name="csY139" fmla="*/ 0 h 92599"/>
                <a:gd name="csX140" fmla="*/ 441309 w 479118"/>
                <a:gd name="csY140" fmla="*/ 275 h 92599"/>
                <a:gd name="csX141" fmla="*/ 444862 w 479118"/>
                <a:gd name="csY141" fmla="*/ 1080 h 92599"/>
                <a:gd name="csX142" fmla="*/ 444862 w 479118"/>
                <a:gd name="csY142" fmla="*/ 13447 h 92599"/>
                <a:gd name="csX143" fmla="*/ 442369 w 479118"/>
                <a:gd name="csY143" fmla="*/ 12446 h 92599"/>
                <a:gd name="csX144" fmla="*/ 438285 w 479118"/>
                <a:gd name="csY144" fmla="*/ 11857 h 92599"/>
                <a:gd name="csX145" fmla="*/ 431356 w 479118"/>
                <a:gd name="csY145" fmla="*/ 14664 h 92599"/>
                <a:gd name="csX146" fmla="*/ 428941 w 479118"/>
                <a:gd name="csY146" fmla="*/ 22968 h 92599"/>
                <a:gd name="csX147" fmla="*/ 428941 w 479118"/>
                <a:gd name="csY147" fmla="*/ 30310 h 92599"/>
                <a:gd name="csX148" fmla="*/ 450260 w 479118"/>
                <a:gd name="csY148" fmla="*/ 30310 h 92599"/>
                <a:gd name="csX149" fmla="*/ 450260 w 479118"/>
                <a:gd name="csY149" fmla="*/ 16647 h 92599"/>
                <a:gd name="csX150" fmla="*/ 464630 w 479118"/>
                <a:gd name="csY150" fmla="*/ 12269 h 92599"/>
                <a:gd name="csX151" fmla="*/ 464630 w 479118"/>
                <a:gd name="csY151" fmla="*/ 30310 h 92599"/>
                <a:gd name="csX152" fmla="*/ 479118 w 479118"/>
                <a:gd name="csY152" fmla="*/ 30310 h 92599"/>
                <a:gd name="csX153" fmla="*/ 479118 w 479118"/>
                <a:gd name="csY153" fmla="*/ 42011 h 92599"/>
                <a:gd name="csX154" fmla="*/ 464630 w 479118"/>
                <a:gd name="csY154" fmla="*/ 42011 h 92599"/>
                <a:gd name="csX155" fmla="*/ 464630 w 479118"/>
                <a:gd name="csY155" fmla="*/ 70456 h 92599"/>
                <a:gd name="csX156" fmla="*/ 466672 w 479118"/>
                <a:gd name="csY156" fmla="*/ 78387 h 92599"/>
                <a:gd name="csX157" fmla="*/ 473091 w 479118"/>
                <a:gd name="csY157" fmla="*/ 80704 h 92599"/>
                <a:gd name="csX158" fmla="*/ 476075 w 479118"/>
                <a:gd name="csY158" fmla="*/ 80115 h 92599"/>
                <a:gd name="csX159" fmla="*/ 479118 w 479118"/>
                <a:gd name="csY159" fmla="*/ 78701 h 92599"/>
                <a:gd name="csX160" fmla="*/ 479118 w 479118"/>
                <a:gd name="csY160" fmla="*/ 90539 h 92599"/>
                <a:gd name="csX161" fmla="*/ 474603 w 479118"/>
                <a:gd name="csY161" fmla="*/ 91952 h 92599"/>
                <a:gd name="csX162" fmla="*/ 468360 w 479118"/>
                <a:gd name="csY162" fmla="*/ 92600 h 92599"/>
                <a:gd name="csX163" fmla="*/ 454795 w 479118"/>
                <a:gd name="csY163" fmla="*/ 87790 h 92599"/>
                <a:gd name="csX164" fmla="*/ 450280 w 479118"/>
                <a:gd name="csY164" fmla="*/ 73263 h 92599"/>
                <a:gd name="csX165" fmla="*/ 450280 w 479118"/>
                <a:gd name="csY165" fmla="*/ 42030 h 9259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 ang="0">
                  <a:pos x="csX156" y="csY156"/>
                </a:cxn>
                <a:cxn ang="0">
                  <a:pos x="csX157" y="csY157"/>
                </a:cxn>
                <a:cxn ang="0">
                  <a:pos x="csX158" y="csY158"/>
                </a:cxn>
                <a:cxn ang="0">
                  <a:pos x="csX159" y="csY159"/>
                </a:cxn>
                <a:cxn ang="0">
                  <a:pos x="csX160" y="csY160"/>
                </a:cxn>
                <a:cxn ang="0">
                  <a:pos x="csX161" y="csY161"/>
                </a:cxn>
                <a:cxn ang="0">
                  <a:pos x="csX162" y="csY162"/>
                </a:cxn>
                <a:cxn ang="0">
                  <a:pos x="csX163" y="csY163"/>
                </a:cxn>
                <a:cxn ang="0">
                  <a:pos x="csX164" y="csY164"/>
                </a:cxn>
                <a:cxn ang="0">
                  <a:pos x="csX165" y="csY165"/>
                </a:cxn>
              </a:cxnLst>
              <a:rect l="l" t="t" r="r" b="b"/>
              <a:pathLst>
                <a:path w="479118" h="92599">
                  <a:moveTo>
                    <a:pt x="91795" y="6262"/>
                  </a:moveTo>
                  <a:lnTo>
                    <a:pt x="91795" y="91069"/>
                  </a:lnTo>
                  <a:lnTo>
                    <a:pt x="77072" y="91069"/>
                  </a:lnTo>
                  <a:lnTo>
                    <a:pt x="77072" y="24598"/>
                  </a:lnTo>
                  <a:lnTo>
                    <a:pt x="76836" y="24598"/>
                  </a:lnTo>
                  <a:lnTo>
                    <a:pt x="50511" y="91069"/>
                  </a:lnTo>
                  <a:lnTo>
                    <a:pt x="40754" y="91069"/>
                  </a:lnTo>
                  <a:lnTo>
                    <a:pt x="13781" y="24598"/>
                  </a:lnTo>
                  <a:lnTo>
                    <a:pt x="13604" y="24598"/>
                  </a:lnTo>
                  <a:lnTo>
                    <a:pt x="13604" y="91069"/>
                  </a:lnTo>
                  <a:lnTo>
                    <a:pt x="0" y="91069"/>
                  </a:lnTo>
                  <a:lnTo>
                    <a:pt x="0" y="6262"/>
                  </a:lnTo>
                  <a:lnTo>
                    <a:pt x="21104" y="6262"/>
                  </a:lnTo>
                  <a:lnTo>
                    <a:pt x="45466" y="69121"/>
                  </a:lnTo>
                  <a:lnTo>
                    <a:pt x="45819" y="69121"/>
                  </a:lnTo>
                  <a:lnTo>
                    <a:pt x="71536" y="6262"/>
                  </a:lnTo>
                  <a:lnTo>
                    <a:pt x="91756" y="6262"/>
                  </a:lnTo>
                  <a:close/>
                  <a:moveTo>
                    <a:pt x="104104" y="12701"/>
                  </a:moveTo>
                  <a:cubicBezTo>
                    <a:pt x="104104" y="10326"/>
                    <a:pt x="104968" y="8363"/>
                    <a:pt x="106676" y="6753"/>
                  </a:cubicBezTo>
                  <a:cubicBezTo>
                    <a:pt x="108384" y="5143"/>
                    <a:pt x="110425" y="4358"/>
                    <a:pt x="112801" y="4358"/>
                  </a:cubicBezTo>
                  <a:cubicBezTo>
                    <a:pt x="115333" y="4358"/>
                    <a:pt x="117414" y="5183"/>
                    <a:pt x="119063" y="6812"/>
                  </a:cubicBezTo>
                  <a:cubicBezTo>
                    <a:pt x="120712" y="8441"/>
                    <a:pt x="121556" y="10404"/>
                    <a:pt x="121556" y="12701"/>
                  </a:cubicBezTo>
                  <a:cubicBezTo>
                    <a:pt x="121556" y="14998"/>
                    <a:pt x="120712" y="16981"/>
                    <a:pt x="119004" y="18551"/>
                  </a:cubicBezTo>
                  <a:cubicBezTo>
                    <a:pt x="117316" y="20122"/>
                    <a:pt x="115235" y="20927"/>
                    <a:pt x="112801" y="20927"/>
                  </a:cubicBezTo>
                  <a:cubicBezTo>
                    <a:pt x="110366" y="20927"/>
                    <a:pt x="108305" y="20122"/>
                    <a:pt x="106617" y="18532"/>
                  </a:cubicBezTo>
                  <a:cubicBezTo>
                    <a:pt x="104948" y="16942"/>
                    <a:pt x="104104" y="14998"/>
                    <a:pt x="104104" y="12701"/>
                  </a:cubicBezTo>
                  <a:close/>
                  <a:moveTo>
                    <a:pt x="119888" y="30271"/>
                  </a:moveTo>
                  <a:lnTo>
                    <a:pt x="119888" y="91069"/>
                  </a:lnTo>
                  <a:lnTo>
                    <a:pt x="105576" y="91069"/>
                  </a:lnTo>
                  <a:lnTo>
                    <a:pt x="105576" y="30271"/>
                  </a:lnTo>
                  <a:lnTo>
                    <a:pt x="119888" y="30271"/>
                  </a:lnTo>
                  <a:close/>
                  <a:moveTo>
                    <a:pt x="163292" y="80664"/>
                  </a:moveTo>
                  <a:cubicBezTo>
                    <a:pt x="165412" y="80664"/>
                    <a:pt x="167768" y="80173"/>
                    <a:pt x="170320" y="79192"/>
                  </a:cubicBezTo>
                  <a:cubicBezTo>
                    <a:pt x="172892" y="78210"/>
                    <a:pt x="175247" y="76915"/>
                    <a:pt x="177426" y="75285"/>
                  </a:cubicBezTo>
                  <a:lnTo>
                    <a:pt x="177426" y="88595"/>
                  </a:lnTo>
                  <a:cubicBezTo>
                    <a:pt x="175149" y="89891"/>
                    <a:pt x="172538" y="90892"/>
                    <a:pt x="169653" y="91560"/>
                  </a:cubicBezTo>
                  <a:cubicBezTo>
                    <a:pt x="166747" y="92227"/>
                    <a:pt x="163567" y="92561"/>
                    <a:pt x="160092" y="92561"/>
                  </a:cubicBezTo>
                  <a:cubicBezTo>
                    <a:pt x="151140" y="92561"/>
                    <a:pt x="143877" y="89734"/>
                    <a:pt x="138262" y="84080"/>
                  </a:cubicBezTo>
                  <a:cubicBezTo>
                    <a:pt x="132667" y="78426"/>
                    <a:pt x="129860" y="71202"/>
                    <a:pt x="129860" y="62407"/>
                  </a:cubicBezTo>
                  <a:cubicBezTo>
                    <a:pt x="129860" y="52631"/>
                    <a:pt x="132726" y="44582"/>
                    <a:pt x="138439" y="38241"/>
                  </a:cubicBezTo>
                  <a:cubicBezTo>
                    <a:pt x="144152" y="31920"/>
                    <a:pt x="152259" y="28760"/>
                    <a:pt x="162742" y="28760"/>
                  </a:cubicBezTo>
                  <a:cubicBezTo>
                    <a:pt x="165432" y="28760"/>
                    <a:pt x="168141" y="29113"/>
                    <a:pt x="170870" y="29800"/>
                  </a:cubicBezTo>
                  <a:cubicBezTo>
                    <a:pt x="173618" y="30487"/>
                    <a:pt x="175777" y="31292"/>
                    <a:pt x="177407" y="32195"/>
                  </a:cubicBezTo>
                  <a:lnTo>
                    <a:pt x="177407" y="45917"/>
                  </a:lnTo>
                  <a:cubicBezTo>
                    <a:pt x="175189" y="44307"/>
                    <a:pt x="172951" y="43051"/>
                    <a:pt x="170634" y="42168"/>
                  </a:cubicBezTo>
                  <a:cubicBezTo>
                    <a:pt x="168337" y="41284"/>
                    <a:pt x="165962" y="40833"/>
                    <a:pt x="163567" y="40833"/>
                  </a:cubicBezTo>
                  <a:cubicBezTo>
                    <a:pt x="157933" y="40833"/>
                    <a:pt x="153378" y="42658"/>
                    <a:pt x="149904" y="46329"/>
                  </a:cubicBezTo>
                  <a:cubicBezTo>
                    <a:pt x="146429" y="50000"/>
                    <a:pt x="144701" y="54947"/>
                    <a:pt x="144701" y="61171"/>
                  </a:cubicBezTo>
                  <a:cubicBezTo>
                    <a:pt x="144701" y="67394"/>
                    <a:pt x="146370" y="72105"/>
                    <a:pt x="149707" y="75541"/>
                  </a:cubicBezTo>
                  <a:cubicBezTo>
                    <a:pt x="153045" y="78976"/>
                    <a:pt x="157560" y="80684"/>
                    <a:pt x="163272" y="80684"/>
                  </a:cubicBezTo>
                  <a:close/>
                  <a:moveTo>
                    <a:pt x="218181" y="29270"/>
                  </a:moveTo>
                  <a:cubicBezTo>
                    <a:pt x="219319" y="29270"/>
                    <a:pt x="220340" y="29349"/>
                    <a:pt x="221263" y="29506"/>
                  </a:cubicBezTo>
                  <a:cubicBezTo>
                    <a:pt x="222186" y="29663"/>
                    <a:pt x="222932" y="29859"/>
                    <a:pt x="223579" y="30094"/>
                  </a:cubicBezTo>
                  <a:lnTo>
                    <a:pt x="223579" y="44582"/>
                  </a:lnTo>
                  <a:cubicBezTo>
                    <a:pt x="222833" y="44033"/>
                    <a:pt x="221734" y="43503"/>
                    <a:pt x="220301" y="43012"/>
                  </a:cubicBezTo>
                  <a:cubicBezTo>
                    <a:pt x="218868" y="42521"/>
                    <a:pt x="217121" y="42266"/>
                    <a:pt x="215059" y="42266"/>
                  </a:cubicBezTo>
                  <a:cubicBezTo>
                    <a:pt x="211545" y="42266"/>
                    <a:pt x="208581" y="43738"/>
                    <a:pt x="206166" y="46702"/>
                  </a:cubicBezTo>
                  <a:cubicBezTo>
                    <a:pt x="203752" y="49667"/>
                    <a:pt x="202535" y="54221"/>
                    <a:pt x="202535" y="60366"/>
                  </a:cubicBezTo>
                  <a:lnTo>
                    <a:pt x="202535" y="91069"/>
                  </a:lnTo>
                  <a:lnTo>
                    <a:pt x="188224" y="91069"/>
                  </a:lnTo>
                  <a:lnTo>
                    <a:pt x="188224" y="30271"/>
                  </a:lnTo>
                  <a:lnTo>
                    <a:pt x="202535" y="30271"/>
                  </a:lnTo>
                  <a:lnTo>
                    <a:pt x="202535" y="39851"/>
                  </a:lnTo>
                  <a:lnTo>
                    <a:pt x="202770" y="39851"/>
                  </a:lnTo>
                  <a:cubicBezTo>
                    <a:pt x="204066" y="36533"/>
                    <a:pt x="206049" y="33942"/>
                    <a:pt x="208679" y="32077"/>
                  </a:cubicBezTo>
                  <a:cubicBezTo>
                    <a:pt x="211330" y="30212"/>
                    <a:pt x="214490" y="29270"/>
                    <a:pt x="218200" y="29270"/>
                  </a:cubicBezTo>
                  <a:close/>
                  <a:moveTo>
                    <a:pt x="224345" y="61563"/>
                  </a:moveTo>
                  <a:cubicBezTo>
                    <a:pt x="224345" y="51512"/>
                    <a:pt x="227191" y="43542"/>
                    <a:pt x="232865" y="37672"/>
                  </a:cubicBezTo>
                  <a:cubicBezTo>
                    <a:pt x="238538" y="31802"/>
                    <a:pt x="246430" y="28858"/>
                    <a:pt x="256520" y="28858"/>
                  </a:cubicBezTo>
                  <a:cubicBezTo>
                    <a:pt x="266022" y="28858"/>
                    <a:pt x="273443" y="31685"/>
                    <a:pt x="278782" y="37338"/>
                  </a:cubicBezTo>
                  <a:cubicBezTo>
                    <a:pt x="284122" y="42992"/>
                    <a:pt x="286792" y="50629"/>
                    <a:pt x="286792" y="60248"/>
                  </a:cubicBezTo>
                  <a:cubicBezTo>
                    <a:pt x="286792" y="69867"/>
                    <a:pt x="283945" y="77955"/>
                    <a:pt x="278272" y="83786"/>
                  </a:cubicBezTo>
                  <a:cubicBezTo>
                    <a:pt x="272598" y="89616"/>
                    <a:pt x="264864" y="92541"/>
                    <a:pt x="255087" y="92541"/>
                  </a:cubicBezTo>
                  <a:cubicBezTo>
                    <a:pt x="245311" y="92541"/>
                    <a:pt x="238185" y="89773"/>
                    <a:pt x="232649" y="84237"/>
                  </a:cubicBezTo>
                  <a:cubicBezTo>
                    <a:pt x="227113" y="78701"/>
                    <a:pt x="224345" y="71143"/>
                    <a:pt x="224345" y="61563"/>
                  </a:cubicBezTo>
                  <a:close/>
                  <a:moveTo>
                    <a:pt x="239245" y="61092"/>
                  </a:moveTo>
                  <a:cubicBezTo>
                    <a:pt x="239245" y="67433"/>
                    <a:pt x="240678" y="72282"/>
                    <a:pt x="243564" y="75639"/>
                  </a:cubicBezTo>
                  <a:cubicBezTo>
                    <a:pt x="246450" y="78996"/>
                    <a:pt x="250553" y="80664"/>
                    <a:pt x="255932" y="80664"/>
                  </a:cubicBezTo>
                  <a:cubicBezTo>
                    <a:pt x="261310" y="80664"/>
                    <a:pt x="265099" y="78996"/>
                    <a:pt x="267828" y="75639"/>
                  </a:cubicBezTo>
                  <a:cubicBezTo>
                    <a:pt x="270557" y="72282"/>
                    <a:pt x="271911" y="67315"/>
                    <a:pt x="271911" y="60739"/>
                  </a:cubicBezTo>
                  <a:cubicBezTo>
                    <a:pt x="271911" y="54162"/>
                    <a:pt x="270498" y="49254"/>
                    <a:pt x="267691" y="45917"/>
                  </a:cubicBezTo>
                  <a:cubicBezTo>
                    <a:pt x="264864" y="42580"/>
                    <a:pt x="260918" y="40911"/>
                    <a:pt x="255833" y="40911"/>
                  </a:cubicBezTo>
                  <a:cubicBezTo>
                    <a:pt x="250749" y="40911"/>
                    <a:pt x="246528" y="42658"/>
                    <a:pt x="243623" y="46153"/>
                  </a:cubicBezTo>
                  <a:cubicBezTo>
                    <a:pt x="240717" y="49647"/>
                    <a:pt x="239284" y="54614"/>
                    <a:pt x="239284" y="61092"/>
                  </a:cubicBezTo>
                  <a:close/>
                  <a:moveTo>
                    <a:pt x="308092" y="46251"/>
                  </a:moveTo>
                  <a:cubicBezTo>
                    <a:pt x="308092" y="48293"/>
                    <a:pt x="308739" y="49902"/>
                    <a:pt x="310035" y="51080"/>
                  </a:cubicBezTo>
                  <a:cubicBezTo>
                    <a:pt x="311331" y="52238"/>
                    <a:pt x="314216" y="53711"/>
                    <a:pt x="318673" y="55478"/>
                  </a:cubicBezTo>
                  <a:cubicBezTo>
                    <a:pt x="324385" y="57774"/>
                    <a:pt x="328410" y="60346"/>
                    <a:pt x="330707" y="63193"/>
                  </a:cubicBezTo>
                  <a:cubicBezTo>
                    <a:pt x="333023" y="66059"/>
                    <a:pt x="334162" y="69514"/>
                    <a:pt x="334162" y="73577"/>
                  </a:cubicBezTo>
                  <a:cubicBezTo>
                    <a:pt x="334162" y="79290"/>
                    <a:pt x="331963" y="83884"/>
                    <a:pt x="327566" y="87358"/>
                  </a:cubicBezTo>
                  <a:cubicBezTo>
                    <a:pt x="323168" y="90833"/>
                    <a:pt x="317220" y="92561"/>
                    <a:pt x="309741" y="92561"/>
                  </a:cubicBezTo>
                  <a:cubicBezTo>
                    <a:pt x="307208" y="92561"/>
                    <a:pt x="304420" y="92247"/>
                    <a:pt x="301378" y="91638"/>
                  </a:cubicBezTo>
                  <a:cubicBezTo>
                    <a:pt x="298315" y="91029"/>
                    <a:pt x="295724" y="90244"/>
                    <a:pt x="293604" y="89302"/>
                  </a:cubicBezTo>
                  <a:lnTo>
                    <a:pt x="293604" y="75226"/>
                  </a:lnTo>
                  <a:cubicBezTo>
                    <a:pt x="296215" y="77032"/>
                    <a:pt x="299002" y="78485"/>
                    <a:pt x="302006" y="79545"/>
                  </a:cubicBezTo>
                  <a:cubicBezTo>
                    <a:pt x="305009" y="80605"/>
                    <a:pt x="307719" y="81135"/>
                    <a:pt x="310172" y="81135"/>
                  </a:cubicBezTo>
                  <a:cubicBezTo>
                    <a:pt x="313412" y="81135"/>
                    <a:pt x="315787" y="80684"/>
                    <a:pt x="317338" y="79781"/>
                  </a:cubicBezTo>
                  <a:cubicBezTo>
                    <a:pt x="318889" y="78878"/>
                    <a:pt x="319635" y="77347"/>
                    <a:pt x="319635" y="75226"/>
                  </a:cubicBezTo>
                  <a:cubicBezTo>
                    <a:pt x="319635" y="73263"/>
                    <a:pt x="318830" y="71595"/>
                    <a:pt x="317240" y="70220"/>
                  </a:cubicBezTo>
                  <a:cubicBezTo>
                    <a:pt x="315650" y="68846"/>
                    <a:pt x="312607" y="67295"/>
                    <a:pt x="308170" y="65509"/>
                  </a:cubicBezTo>
                  <a:cubicBezTo>
                    <a:pt x="302889" y="63310"/>
                    <a:pt x="299140" y="60817"/>
                    <a:pt x="296941" y="58049"/>
                  </a:cubicBezTo>
                  <a:cubicBezTo>
                    <a:pt x="294723" y="55281"/>
                    <a:pt x="293623" y="51787"/>
                    <a:pt x="293623" y="47527"/>
                  </a:cubicBezTo>
                  <a:cubicBezTo>
                    <a:pt x="293623" y="42050"/>
                    <a:pt x="295802" y="37535"/>
                    <a:pt x="300161" y="34021"/>
                  </a:cubicBezTo>
                  <a:cubicBezTo>
                    <a:pt x="304519" y="30487"/>
                    <a:pt x="310172" y="28720"/>
                    <a:pt x="317102" y="28720"/>
                  </a:cubicBezTo>
                  <a:cubicBezTo>
                    <a:pt x="319222" y="28720"/>
                    <a:pt x="321617" y="28956"/>
                    <a:pt x="324248" y="29427"/>
                  </a:cubicBezTo>
                  <a:cubicBezTo>
                    <a:pt x="326898" y="29898"/>
                    <a:pt x="329097" y="30507"/>
                    <a:pt x="330864" y="31253"/>
                  </a:cubicBezTo>
                  <a:lnTo>
                    <a:pt x="330864" y="44857"/>
                  </a:lnTo>
                  <a:cubicBezTo>
                    <a:pt x="328979" y="43601"/>
                    <a:pt x="326761" y="42521"/>
                    <a:pt x="324248" y="41598"/>
                  </a:cubicBezTo>
                  <a:cubicBezTo>
                    <a:pt x="321716" y="40695"/>
                    <a:pt x="319222" y="40244"/>
                    <a:pt x="316729" y="40244"/>
                  </a:cubicBezTo>
                  <a:cubicBezTo>
                    <a:pt x="314000" y="40244"/>
                    <a:pt x="311880" y="40774"/>
                    <a:pt x="310369" y="41834"/>
                  </a:cubicBezTo>
                  <a:cubicBezTo>
                    <a:pt x="308857" y="42894"/>
                    <a:pt x="308092" y="44366"/>
                    <a:pt x="308092" y="46212"/>
                  </a:cubicBezTo>
                  <a:close/>
                  <a:moveTo>
                    <a:pt x="340326" y="61563"/>
                  </a:moveTo>
                  <a:cubicBezTo>
                    <a:pt x="340326" y="51512"/>
                    <a:pt x="343172" y="43542"/>
                    <a:pt x="348846" y="37672"/>
                  </a:cubicBezTo>
                  <a:cubicBezTo>
                    <a:pt x="354519" y="31802"/>
                    <a:pt x="362411" y="28858"/>
                    <a:pt x="372501" y="28858"/>
                  </a:cubicBezTo>
                  <a:cubicBezTo>
                    <a:pt x="382003" y="28858"/>
                    <a:pt x="389423" y="31685"/>
                    <a:pt x="394763" y="37338"/>
                  </a:cubicBezTo>
                  <a:cubicBezTo>
                    <a:pt x="400103" y="42992"/>
                    <a:pt x="402773" y="50629"/>
                    <a:pt x="402773" y="60248"/>
                  </a:cubicBezTo>
                  <a:cubicBezTo>
                    <a:pt x="402773" y="69867"/>
                    <a:pt x="399926" y="77955"/>
                    <a:pt x="394253" y="83786"/>
                  </a:cubicBezTo>
                  <a:cubicBezTo>
                    <a:pt x="388579" y="89616"/>
                    <a:pt x="380845" y="92541"/>
                    <a:pt x="371068" y="92541"/>
                  </a:cubicBezTo>
                  <a:cubicBezTo>
                    <a:pt x="361292" y="92541"/>
                    <a:pt x="354166" y="89773"/>
                    <a:pt x="348630" y="84237"/>
                  </a:cubicBezTo>
                  <a:cubicBezTo>
                    <a:pt x="343094" y="78701"/>
                    <a:pt x="340326" y="71143"/>
                    <a:pt x="340326" y="61563"/>
                  </a:cubicBezTo>
                  <a:close/>
                  <a:moveTo>
                    <a:pt x="355226" y="61092"/>
                  </a:moveTo>
                  <a:cubicBezTo>
                    <a:pt x="355226" y="67433"/>
                    <a:pt x="356659" y="72282"/>
                    <a:pt x="359545" y="75639"/>
                  </a:cubicBezTo>
                  <a:cubicBezTo>
                    <a:pt x="362431" y="78996"/>
                    <a:pt x="366533" y="80664"/>
                    <a:pt x="371912" y="80664"/>
                  </a:cubicBezTo>
                  <a:cubicBezTo>
                    <a:pt x="377291" y="80664"/>
                    <a:pt x="381080" y="78996"/>
                    <a:pt x="383809" y="75639"/>
                  </a:cubicBezTo>
                  <a:cubicBezTo>
                    <a:pt x="386538" y="72282"/>
                    <a:pt x="387892" y="67315"/>
                    <a:pt x="387892" y="60739"/>
                  </a:cubicBezTo>
                  <a:cubicBezTo>
                    <a:pt x="387892" y="54162"/>
                    <a:pt x="386479" y="49254"/>
                    <a:pt x="383671" y="45917"/>
                  </a:cubicBezTo>
                  <a:cubicBezTo>
                    <a:pt x="380845" y="42580"/>
                    <a:pt x="376899" y="40911"/>
                    <a:pt x="371814" y="40911"/>
                  </a:cubicBezTo>
                  <a:cubicBezTo>
                    <a:pt x="366730" y="40911"/>
                    <a:pt x="362509" y="42658"/>
                    <a:pt x="359604" y="46153"/>
                  </a:cubicBezTo>
                  <a:cubicBezTo>
                    <a:pt x="356698" y="49647"/>
                    <a:pt x="355265" y="54614"/>
                    <a:pt x="355265" y="61092"/>
                  </a:cubicBezTo>
                  <a:close/>
                  <a:moveTo>
                    <a:pt x="450260" y="41991"/>
                  </a:moveTo>
                  <a:lnTo>
                    <a:pt x="428941" y="41991"/>
                  </a:lnTo>
                  <a:lnTo>
                    <a:pt x="428941" y="91069"/>
                  </a:lnTo>
                  <a:lnTo>
                    <a:pt x="414453" y="91069"/>
                  </a:lnTo>
                  <a:lnTo>
                    <a:pt x="414453" y="41991"/>
                  </a:lnTo>
                  <a:lnTo>
                    <a:pt x="404284" y="41991"/>
                  </a:lnTo>
                  <a:lnTo>
                    <a:pt x="404284" y="30291"/>
                  </a:lnTo>
                  <a:lnTo>
                    <a:pt x="414453" y="30291"/>
                  </a:lnTo>
                  <a:lnTo>
                    <a:pt x="414453" y="21830"/>
                  </a:lnTo>
                  <a:cubicBezTo>
                    <a:pt x="414453" y="15450"/>
                    <a:pt x="416534" y="10208"/>
                    <a:pt x="420696" y="6125"/>
                  </a:cubicBezTo>
                  <a:cubicBezTo>
                    <a:pt x="424858" y="2042"/>
                    <a:pt x="430178" y="0"/>
                    <a:pt x="436695" y="0"/>
                  </a:cubicBezTo>
                  <a:cubicBezTo>
                    <a:pt x="438423" y="0"/>
                    <a:pt x="439974" y="98"/>
                    <a:pt x="441309" y="275"/>
                  </a:cubicBezTo>
                  <a:cubicBezTo>
                    <a:pt x="442644" y="452"/>
                    <a:pt x="443841" y="726"/>
                    <a:pt x="444862" y="1080"/>
                  </a:cubicBezTo>
                  <a:lnTo>
                    <a:pt x="444862" y="13447"/>
                  </a:lnTo>
                  <a:cubicBezTo>
                    <a:pt x="444391" y="13172"/>
                    <a:pt x="443566" y="12839"/>
                    <a:pt x="442369" y="12446"/>
                  </a:cubicBezTo>
                  <a:cubicBezTo>
                    <a:pt x="441191" y="12054"/>
                    <a:pt x="439817" y="11857"/>
                    <a:pt x="438285" y="11857"/>
                  </a:cubicBezTo>
                  <a:cubicBezTo>
                    <a:pt x="435282" y="11857"/>
                    <a:pt x="432985" y="12799"/>
                    <a:pt x="431356" y="14664"/>
                  </a:cubicBezTo>
                  <a:cubicBezTo>
                    <a:pt x="429746" y="16529"/>
                    <a:pt x="428941" y="19297"/>
                    <a:pt x="428941" y="22968"/>
                  </a:cubicBezTo>
                  <a:lnTo>
                    <a:pt x="428941" y="30310"/>
                  </a:lnTo>
                  <a:lnTo>
                    <a:pt x="450260" y="30310"/>
                  </a:lnTo>
                  <a:lnTo>
                    <a:pt x="450260" y="16647"/>
                  </a:lnTo>
                  <a:lnTo>
                    <a:pt x="464630" y="12269"/>
                  </a:lnTo>
                  <a:lnTo>
                    <a:pt x="464630" y="30310"/>
                  </a:lnTo>
                  <a:lnTo>
                    <a:pt x="479118" y="30310"/>
                  </a:lnTo>
                  <a:lnTo>
                    <a:pt x="479118" y="42011"/>
                  </a:lnTo>
                  <a:lnTo>
                    <a:pt x="464630" y="42011"/>
                  </a:lnTo>
                  <a:lnTo>
                    <a:pt x="464630" y="70456"/>
                  </a:lnTo>
                  <a:cubicBezTo>
                    <a:pt x="464630" y="74206"/>
                    <a:pt x="465317" y="76836"/>
                    <a:pt x="466672" y="78387"/>
                  </a:cubicBezTo>
                  <a:cubicBezTo>
                    <a:pt x="468027" y="79918"/>
                    <a:pt x="470166" y="80704"/>
                    <a:pt x="473091" y="80704"/>
                  </a:cubicBezTo>
                  <a:cubicBezTo>
                    <a:pt x="473916" y="80704"/>
                    <a:pt x="474917" y="80507"/>
                    <a:pt x="476075" y="80115"/>
                  </a:cubicBezTo>
                  <a:cubicBezTo>
                    <a:pt x="477234" y="79722"/>
                    <a:pt x="478254" y="79251"/>
                    <a:pt x="479118" y="78701"/>
                  </a:cubicBezTo>
                  <a:lnTo>
                    <a:pt x="479118" y="90539"/>
                  </a:lnTo>
                  <a:cubicBezTo>
                    <a:pt x="478215" y="91049"/>
                    <a:pt x="476704" y="91520"/>
                    <a:pt x="474603" y="91952"/>
                  </a:cubicBezTo>
                  <a:cubicBezTo>
                    <a:pt x="472503" y="92384"/>
                    <a:pt x="470422" y="92600"/>
                    <a:pt x="468360" y="92600"/>
                  </a:cubicBezTo>
                  <a:cubicBezTo>
                    <a:pt x="462334" y="92600"/>
                    <a:pt x="457799" y="90990"/>
                    <a:pt x="454795" y="87790"/>
                  </a:cubicBezTo>
                  <a:cubicBezTo>
                    <a:pt x="451772" y="84571"/>
                    <a:pt x="450280" y="79742"/>
                    <a:pt x="450280" y="73263"/>
                  </a:cubicBezTo>
                  <a:lnTo>
                    <a:pt x="450280" y="42030"/>
                  </a:lnTo>
                  <a:close/>
                </a:path>
              </a:pathLst>
            </a:custGeom>
            <a:solidFill>
              <a:schemeClr val="bg1"/>
            </a:solidFill>
            <a:ln w="1174" cap="flat">
              <a:noFill/>
              <a:prstDash val="solid"/>
              <a:miter/>
            </a:ln>
          </p:spPr>
          <p:txBody>
            <a:bodyPr/>
            <a:lstStyle/>
            <a:p>
              <a:pPr marL="0" marR="0" lvl="0" indent="0" algn="l" defTabSz="333361" rtl="0" eaLnBrk="1" fontAlgn="auto" latinLnBrk="0" hangingPunct="1">
                <a:lnSpc>
                  <a:spcPct val="100000"/>
                </a:lnSpc>
                <a:spcBef>
                  <a:spcPts val="0"/>
                </a:spcBef>
                <a:spcAft>
                  <a:spcPts val="0"/>
                </a:spcAft>
                <a:buClrTx/>
                <a:buSzTx/>
                <a:buFontTx/>
                <a:buNone/>
                <a:tabLst/>
                <a:defRPr/>
              </a:pPr>
              <a:endParaRPr kumimoji="0" lang="en-IN" sz="1313"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14" name="Rectangle 13">
              <a:extLst>
                <a:ext uri="{FF2B5EF4-FFF2-40B4-BE49-F238E27FC236}">
                  <a16:creationId xmlns:a16="http://schemas.microsoft.com/office/drawing/2014/main" id="{DD77C934-27F8-4BDC-9D6E-30EBCB597E23}"/>
                </a:ext>
              </a:extLst>
            </p:cNvPr>
            <p:cNvSpPr/>
            <p:nvPr/>
          </p:nvSpPr>
          <p:spPr>
            <a:xfrm>
              <a:off x="393700" y="384175"/>
              <a:ext cx="67177" cy="67177"/>
            </a:xfrm>
            <a:prstGeom prst="rect">
              <a:avLst/>
            </a:prstGeom>
            <a:solidFill>
              <a:srgbClr val="F25022"/>
            </a:solidFill>
            <a:ln w="1174" cap="flat">
              <a:noFill/>
              <a:prstDash val="solid"/>
              <a:miter/>
            </a:ln>
          </p:spPr>
          <p:txBody>
            <a:bodyPr/>
            <a:lstStyle/>
            <a:p>
              <a:pPr marL="0" marR="0" lvl="0" indent="0" algn="l" defTabSz="333361" rtl="0" eaLnBrk="1" fontAlgn="auto" latinLnBrk="0" hangingPunct="1">
                <a:lnSpc>
                  <a:spcPct val="100000"/>
                </a:lnSpc>
                <a:spcBef>
                  <a:spcPts val="0"/>
                </a:spcBef>
                <a:spcAft>
                  <a:spcPts val="0"/>
                </a:spcAft>
                <a:buClrTx/>
                <a:buSzTx/>
                <a:buFontTx/>
                <a:buNone/>
                <a:tabLst/>
                <a:defRPr/>
              </a:pPr>
              <a:endParaRPr kumimoji="0" lang="en-IN" sz="1313"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15" name="Rectangle 14">
              <a:extLst>
                <a:ext uri="{FF2B5EF4-FFF2-40B4-BE49-F238E27FC236}">
                  <a16:creationId xmlns:a16="http://schemas.microsoft.com/office/drawing/2014/main" id="{CC9A6811-D7D6-9FCD-9324-42C97441F39B}"/>
                </a:ext>
              </a:extLst>
            </p:cNvPr>
            <p:cNvSpPr/>
            <p:nvPr/>
          </p:nvSpPr>
          <p:spPr>
            <a:xfrm>
              <a:off x="467866" y="384175"/>
              <a:ext cx="67177" cy="67177"/>
            </a:xfrm>
            <a:prstGeom prst="rect">
              <a:avLst/>
            </a:prstGeom>
            <a:solidFill>
              <a:srgbClr val="7FBA00"/>
            </a:solidFill>
            <a:ln w="1174" cap="flat">
              <a:noFill/>
              <a:prstDash val="solid"/>
              <a:miter/>
            </a:ln>
          </p:spPr>
          <p:txBody>
            <a:bodyPr/>
            <a:lstStyle/>
            <a:p>
              <a:pPr marL="0" marR="0" lvl="0" indent="0" algn="l" defTabSz="333361" rtl="0" eaLnBrk="1" fontAlgn="auto" latinLnBrk="0" hangingPunct="1">
                <a:lnSpc>
                  <a:spcPct val="100000"/>
                </a:lnSpc>
                <a:spcBef>
                  <a:spcPts val="0"/>
                </a:spcBef>
                <a:spcAft>
                  <a:spcPts val="0"/>
                </a:spcAft>
                <a:buClrTx/>
                <a:buSzTx/>
                <a:buFontTx/>
                <a:buNone/>
                <a:tabLst/>
                <a:defRPr/>
              </a:pPr>
              <a:endParaRPr kumimoji="0" lang="en-IN" sz="1313"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16" name="Rectangle 15">
              <a:extLst>
                <a:ext uri="{FF2B5EF4-FFF2-40B4-BE49-F238E27FC236}">
                  <a16:creationId xmlns:a16="http://schemas.microsoft.com/office/drawing/2014/main" id="{85173167-B301-1E63-6474-829B711B1BDC}"/>
                </a:ext>
              </a:extLst>
            </p:cNvPr>
            <p:cNvSpPr/>
            <p:nvPr/>
          </p:nvSpPr>
          <p:spPr>
            <a:xfrm>
              <a:off x="393700" y="458341"/>
              <a:ext cx="67177" cy="67177"/>
            </a:xfrm>
            <a:prstGeom prst="rect">
              <a:avLst/>
            </a:prstGeom>
            <a:solidFill>
              <a:srgbClr val="00A4EF"/>
            </a:solidFill>
            <a:ln w="1174" cap="flat">
              <a:noFill/>
              <a:prstDash val="solid"/>
              <a:miter/>
            </a:ln>
          </p:spPr>
          <p:txBody>
            <a:bodyPr/>
            <a:lstStyle/>
            <a:p>
              <a:pPr marL="0" marR="0" lvl="0" indent="0" algn="l" defTabSz="333361" rtl="0" eaLnBrk="1" fontAlgn="auto" latinLnBrk="0" hangingPunct="1">
                <a:lnSpc>
                  <a:spcPct val="100000"/>
                </a:lnSpc>
                <a:spcBef>
                  <a:spcPts val="0"/>
                </a:spcBef>
                <a:spcAft>
                  <a:spcPts val="0"/>
                </a:spcAft>
                <a:buClrTx/>
                <a:buSzTx/>
                <a:buFontTx/>
                <a:buNone/>
                <a:tabLst/>
                <a:defRPr/>
              </a:pPr>
              <a:endParaRPr kumimoji="0" lang="en-IN" sz="1313"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17" name="Rectangle 16">
              <a:extLst>
                <a:ext uri="{FF2B5EF4-FFF2-40B4-BE49-F238E27FC236}">
                  <a16:creationId xmlns:a16="http://schemas.microsoft.com/office/drawing/2014/main" id="{181ED58A-26BE-463B-9864-EEDC8370D475}"/>
                </a:ext>
              </a:extLst>
            </p:cNvPr>
            <p:cNvSpPr/>
            <p:nvPr/>
          </p:nvSpPr>
          <p:spPr>
            <a:xfrm>
              <a:off x="467866" y="458341"/>
              <a:ext cx="67177" cy="67177"/>
            </a:xfrm>
            <a:prstGeom prst="rect">
              <a:avLst/>
            </a:prstGeom>
            <a:solidFill>
              <a:srgbClr val="FFB900"/>
            </a:solidFill>
            <a:ln w="1174" cap="flat">
              <a:noFill/>
              <a:prstDash val="solid"/>
              <a:miter/>
            </a:ln>
          </p:spPr>
          <p:txBody>
            <a:bodyPr/>
            <a:lstStyle/>
            <a:p>
              <a:pPr marL="0" marR="0" lvl="0" indent="0" algn="l" defTabSz="333361" rtl="0" eaLnBrk="1" fontAlgn="auto" latinLnBrk="0" hangingPunct="1">
                <a:lnSpc>
                  <a:spcPct val="100000"/>
                </a:lnSpc>
                <a:spcBef>
                  <a:spcPts val="0"/>
                </a:spcBef>
                <a:spcAft>
                  <a:spcPts val="0"/>
                </a:spcAft>
                <a:buClrTx/>
                <a:buSzTx/>
                <a:buFontTx/>
                <a:buNone/>
                <a:tabLst/>
                <a:defRPr/>
              </a:pPr>
              <a:endParaRPr kumimoji="0" lang="en-IN" sz="1313" b="0" i="0" u="none" strike="noStrike" kern="1200" cap="none" spc="0" normalizeH="0" baseline="0" noProof="0">
                <a:ln>
                  <a:noFill/>
                </a:ln>
                <a:solidFill>
                  <a:prstClr val="black"/>
                </a:solidFill>
                <a:effectLst/>
                <a:uLnTx/>
                <a:uFillTx/>
                <a:latin typeface="Aptos" panose="02110004020202020204"/>
                <a:ea typeface="+mn-ea"/>
                <a:cs typeface="+mn-cs"/>
              </a:endParaRPr>
            </a:p>
          </p:txBody>
        </p:sp>
      </p:grpSp>
      <p:sp>
        <p:nvSpPr>
          <p:cNvPr id="43" name="Rounded Rectangle 56">
            <a:extLst>
              <a:ext uri="{FF2B5EF4-FFF2-40B4-BE49-F238E27FC236}">
                <a16:creationId xmlns:a16="http://schemas.microsoft.com/office/drawing/2014/main" id="{939841D7-6253-AEF6-0026-D03C6A4A13D9}"/>
              </a:ext>
            </a:extLst>
          </p:cNvPr>
          <p:cNvSpPr>
            <a:spLocks/>
          </p:cNvSpPr>
          <p:nvPr/>
        </p:nvSpPr>
        <p:spPr bwMode="auto">
          <a:xfrm>
            <a:off x="3012771" y="2192349"/>
            <a:ext cx="2275717" cy="5401236"/>
          </a:xfrm>
          <a:prstGeom prst="roundRect">
            <a:avLst>
              <a:gd name="adj" fmla="val 5669"/>
            </a:avLst>
          </a:prstGeom>
          <a:solidFill>
            <a:srgbClr val="FFFFFF"/>
          </a:solidFill>
          <a:ln w="9525" cap="flat" cmpd="sng" algn="ctr">
            <a:solidFill>
              <a:schemeClr val="bg2"/>
            </a:solidFill>
            <a:prstDash val="solid"/>
            <a:headEnd type="none" w="med" len="med"/>
            <a:tailEnd type="none" w="med" len="med"/>
          </a:ln>
          <a:effectLst>
            <a:outerShdw blurRad="127000" dist="38100" dir="2700000" algn="tl" rotWithShape="0">
              <a:prstClr val="black">
                <a:alpha val="11000"/>
              </a:prstClr>
            </a:outerShdw>
          </a:effectLst>
        </p:spPr>
        <p:txBody>
          <a:bodyPr rot="0" spcFirstLastPara="0" vert="horz" wrap="square" lIns="97234" tIns="77788" rIns="97234" bIns="77788" numCol="1" spcCol="0" rtlCol="0" fromWordArt="0" anchor="t" anchorCtr="0" forceAA="0" compatLnSpc="1">
            <a:prstTxWarp prst="textNoShape">
              <a:avLst/>
            </a:prstTxWarp>
            <a:noAutofit/>
          </a:bodyPr>
          <a:lstStyle/>
          <a:p>
            <a:pPr marL="0" marR="0" lvl="0" indent="0" algn="l" defTabSz="495782" rtl="0" eaLnBrk="1" fontAlgn="base" latinLnBrk="0" hangingPunct="1">
              <a:lnSpc>
                <a:spcPct val="100000"/>
              </a:lnSpc>
              <a:spcBef>
                <a:spcPct val="0"/>
              </a:spcBef>
              <a:spcAft>
                <a:spcPct val="0"/>
              </a:spcAft>
              <a:buClrTx/>
              <a:buSzTx/>
              <a:buFontTx/>
              <a:buNone/>
              <a:tabLst/>
              <a:defRPr/>
            </a:pPr>
            <a:endParaRPr kumimoji="0" lang="en-US" sz="1063" b="0" i="0" u="none" strike="noStrike" kern="0" cap="none" spc="0" normalizeH="0" baseline="0" noProof="0">
              <a:ln>
                <a:noFill/>
              </a:ln>
              <a:gradFill>
                <a:gsLst>
                  <a:gs pos="0">
                    <a:srgbClr val="FFFFFF"/>
                  </a:gs>
                  <a:gs pos="100000">
                    <a:srgbClr val="FFFFFF"/>
                  </a:gs>
                </a:gsLst>
                <a:lin ang="5400000" scaled="0"/>
              </a:gradFill>
              <a:effectLst/>
              <a:uLnTx/>
              <a:uFillTx/>
              <a:latin typeface="Segoe UI"/>
              <a:ea typeface="+mn-ea"/>
              <a:cs typeface="Segoe UI" pitchFamily="34" charset="0"/>
            </a:endParaRPr>
          </a:p>
        </p:txBody>
      </p:sp>
      <p:sp>
        <p:nvSpPr>
          <p:cNvPr id="44" name="Rectangle: Rounded Corners 26">
            <a:extLst>
              <a:ext uri="{FF2B5EF4-FFF2-40B4-BE49-F238E27FC236}">
                <a16:creationId xmlns:a16="http://schemas.microsoft.com/office/drawing/2014/main" id="{550C921C-D764-C8AF-B3A7-E07C5D358767}"/>
              </a:ext>
            </a:extLst>
          </p:cNvPr>
          <p:cNvSpPr/>
          <p:nvPr/>
        </p:nvSpPr>
        <p:spPr bwMode="auto">
          <a:xfrm>
            <a:off x="779405" y="2324377"/>
            <a:ext cx="1498621" cy="486424"/>
          </a:xfrm>
          <a:prstGeom prst="roundRect">
            <a:avLst>
              <a:gd name="adj" fmla="val 19935"/>
            </a:avLst>
          </a:prstGeom>
          <a:noFill/>
          <a:ln>
            <a:noFill/>
            <a:headEnd type="none" w="med" len="med"/>
            <a:tailEnd type="none" w="med" len="med"/>
          </a:ln>
          <a:effectLst>
            <a:outerShdw blurRad="190500" algn="ctr" rotWithShape="0">
              <a:prstClr val="black">
                <a:alpha val="1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spAutoFit/>
          </a:bodyPr>
          <a:lstStyle/>
          <a:p>
            <a:pPr marL="0" marR="0" lvl="0" indent="0" algn="ctr" defTabSz="679898" rtl="0" eaLnBrk="1" fontAlgn="base" latinLnBrk="0" hangingPunct="1">
              <a:lnSpc>
                <a:spcPct val="100000"/>
              </a:lnSpc>
              <a:spcBef>
                <a:spcPct val="0"/>
              </a:spcBef>
              <a:spcAft>
                <a:spcPct val="0"/>
              </a:spcAft>
              <a:buClrTx/>
              <a:buSzTx/>
              <a:buFontTx/>
              <a:buNone/>
              <a:tabLst/>
              <a:defRPr/>
            </a:pPr>
            <a:r>
              <a:rPr kumimoji="0" lang="en-US" sz="1404" b="0" i="0" u="none" strike="noStrike" kern="1200" cap="none" spc="0" normalizeH="0" baseline="0" noProof="0" dirty="0">
                <a:ln>
                  <a:noFill/>
                </a:ln>
                <a:solidFill>
                  <a:srgbClr val="C03BC4"/>
                </a:solidFill>
                <a:effectLst/>
                <a:uLnTx/>
                <a:uFillTx/>
                <a:latin typeface="Segoe UI Semibold"/>
                <a:ea typeface="+mn-ea"/>
                <a:cs typeface="+mn-cs"/>
              </a:rPr>
              <a:t>Copilot Chat (eligible license)</a:t>
            </a:r>
          </a:p>
        </p:txBody>
      </p:sp>
      <p:sp>
        <p:nvSpPr>
          <p:cNvPr id="47" name="Rectangle: Rounded Corners 26">
            <a:extLst>
              <a:ext uri="{FF2B5EF4-FFF2-40B4-BE49-F238E27FC236}">
                <a16:creationId xmlns:a16="http://schemas.microsoft.com/office/drawing/2014/main" id="{CF4EE762-B1C7-9184-3C54-2659B429E551}"/>
              </a:ext>
            </a:extLst>
          </p:cNvPr>
          <p:cNvSpPr/>
          <p:nvPr/>
        </p:nvSpPr>
        <p:spPr bwMode="auto">
          <a:xfrm>
            <a:off x="3181613" y="2324377"/>
            <a:ext cx="1938033" cy="486424"/>
          </a:xfrm>
          <a:prstGeom prst="roundRect">
            <a:avLst>
              <a:gd name="adj" fmla="val 19935"/>
            </a:avLst>
          </a:prstGeom>
          <a:noFill/>
          <a:ln>
            <a:noFill/>
            <a:headEnd type="none" w="med" len="med"/>
            <a:tailEnd type="none" w="med" len="med"/>
          </a:ln>
          <a:effectLst>
            <a:outerShdw blurRad="190500" algn="ctr" rotWithShape="0">
              <a:prstClr val="black">
                <a:alpha val="1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spAutoFit/>
          </a:bodyPr>
          <a:lstStyle/>
          <a:p>
            <a:pPr marL="0" marR="0" lvl="0" indent="0" algn="ctr" defTabSz="679898" rtl="0" eaLnBrk="1" fontAlgn="base" latinLnBrk="0" hangingPunct="1">
              <a:lnSpc>
                <a:spcPct val="100000"/>
              </a:lnSpc>
              <a:spcBef>
                <a:spcPct val="0"/>
              </a:spcBef>
              <a:spcAft>
                <a:spcPct val="0"/>
              </a:spcAft>
              <a:buClrTx/>
              <a:buSzTx/>
              <a:buFontTx/>
              <a:buNone/>
              <a:tabLst/>
              <a:defRPr/>
            </a:pPr>
            <a:r>
              <a:rPr kumimoji="0" lang="en-US" sz="1404" b="0" i="0" u="none" strike="noStrike" kern="1200" cap="none" spc="0" normalizeH="0" baseline="0" noProof="0" dirty="0">
                <a:ln>
                  <a:noFill/>
                </a:ln>
                <a:solidFill>
                  <a:srgbClr val="C03BC4"/>
                </a:solidFill>
                <a:effectLst/>
                <a:uLnTx/>
                <a:uFillTx/>
                <a:latin typeface="Segoe UI Semibold"/>
                <a:ea typeface="+mn-ea"/>
                <a:cs typeface="+mn-cs"/>
              </a:rPr>
              <a:t>Copilot Business </a:t>
            </a:r>
          </a:p>
          <a:p>
            <a:pPr marL="0" marR="0" lvl="0" indent="0" algn="ctr" defTabSz="679898" rtl="0" eaLnBrk="1" fontAlgn="base" latinLnBrk="0" hangingPunct="1">
              <a:lnSpc>
                <a:spcPct val="100000"/>
              </a:lnSpc>
              <a:spcBef>
                <a:spcPct val="0"/>
              </a:spcBef>
              <a:spcAft>
                <a:spcPct val="0"/>
              </a:spcAft>
              <a:buClrTx/>
              <a:buSzTx/>
              <a:buFontTx/>
              <a:buNone/>
              <a:tabLst/>
              <a:defRPr/>
            </a:pPr>
            <a:r>
              <a:rPr kumimoji="0" lang="en-US" sz="1404" b="0" i="0" u="none" strike="noStrike" kern="1200" cap="none" spc="0" normalizeH="0" baseline="0" noProof="0" dirty="0">
                <a:ln>
                  <a:noFill/>
                </a:ln>
                <a:solidFill>
                  <a:srgbClr val="C03BC4"/>
                </a:solidFill>
                <a:effectLst/>
                <a:uLnTx/>
                <a:uFillTx/>
                <a:latin typeface="Segoe UI Semibold"/>
                <a:ea typeface="+mn-ea"/>
                <a:cs typeface="+mn-cs"/>
              </a:rPr>
              <a:t>(add-on license)</a:t>
            </a:r>
          </a:p>
        </p:txBody>
      </p:sp>
      <p:cxnSp>
        <p:nvCxnSpPr>
          <p:cNvPr id="50" name="Straight Connector 49">
            <a:extLst>
              <a:ext uri="{FF2B5EF4-FFF2-40B4-BE49-F238E27FC236}">
                <a16:creationId xmlns:a16="http://schemas.microsoft.com/office/drawing/2014/main" id="{CD2F7213-D65A-9472-9CC5-F02196E3890B}"/>
              </a:ext>
              <a:ext uri="{C183D7F6-B498-43B3-948B-1728B52AA6E4}">
                <adec:decorative xmlns:adec="http://schemas.microsoft.com/office/drawing/2017/decorative" val="1"/>
              </a:ext>
            </a:extLst>
          </p:cNvPr>
          <p:cNvCxnSpPr>
            <a:cxnSpLocks/>
          </p:cNvCxnSpPr>
          <p:nvPr/>
        </p:nvCxnSpPr>
        <p:spPr>
          <a:xfrm>
            <a:off x="495675" y="2936284"/>
            <a:ext cx="2066082" cy="0"/>
          </a:xfrm>
          <a:prstGeom prst="line">
            <a:avLst/>
          </a:prstGeom>
          <a:ln>
            <a:solidFill>
              <a:schemeClr val="tx2">
                <a:alpha val="10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71" name="Title 1">
            <a:extLst>
              <a:ext uri="{FF2B5EF4-FFF2-40B4-BE49-F238E27FC236}">
                <a16:creationId xmlns:a16="http://schemas.microsoft.com/office/drawing/2014/main" id="{DB025AE9-F288-2ACE-F3C8-1A9E25FF1B08}"/>
              </a:ext>
            </a:extLst>
          </p:cNvPr>
          <p:cNvSpPr txBox="1">
            <a:spLocks/>
          </p:cNvSpPr>
          <p:nvPr/>
        </p:nvSpPr>
        <p:spPr>
          <a:xfrm>
            <a:off x="388875" y="822470"/>
            <a:ext cx="4165402" cy="679010"/>
          </a:xfrm>
          <a:prstGeom prst="rect">
            <a:avLst/>
          </a:prstGeom>
          <a:noFill/>
          <a:ln w="9525" cap="flat" cmpd="sng" algn="ctr">
            <a:noFill/>
            <a:prstDash val="solid"/>
            <a:headEnd type="none" w="med" len="med"/>
            <a:tailEnd type="none" w="med" len="med"/>
          </a:ln>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lvl1pPr algn="l" defTabSz="932742" rtl="0" eaLnBrk="1" latinLnBrk="0" hangingPunct="1">
              <a:lnSpc>
                <a:spcPct val="100000"/>
              </a:lnSpc>
              <a:spcBef>
                <a:spcPct val="0"/>
              </a:spcBef>
              <a:buNone/>
              <a:defRPr lang="en-US" sz="3600" b="0" kern="1200" cap="none" spc="-50" baseline="0" dirty="0" smtClean="0">
                <a:ln w="3175">
                  <a:noFill/>
                </a:ln>
                <a:solidFill>
                  <a:schemeClr val="lt1"/>
                </a:solidFill>
                <a:effectLst/>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marL="0" marR="0" lvl="0" indent="0" algn="l" defTabSz="935354" rtl="0" eaLnBrk="1" fontAlgn="auto" latinLnBrk="0" hangingPunct="1">
              <a:lnSpc>
                <a:spcPct val="100000"/>
              </a:lnSpc>
              <a:spcBef>
                <a:spcPct val="0"/>
              </a:spcBef>
              <a:spcAft>
                <a:spcPts val="0"/>
              </a:spcAft>
              <a:buClrTx/>
              <a:buSzTx/>
              <a:buFontTx/>
              <a:buNone/>
              <a:tabLst/>
              <a:defRPr/>
            </a:pPr>
            <a:r>
              <a:rPr kumimoji="0" lang="en-US" sz="2206" b="1" i="0" u="none" strike="noStrike" kern="1200" cap="none" spc="-50" normalizeH="0" baseline="0" noProof="0" dirty="0">
                <a:ln w="3175">
                  <a:noFill/>
                </a:ln>
                <a:solidFill>
                  <a:prstClr val="white"/>
                </a:solidFill>
                <a:effectLst/>
                <a:uLnTx/>
                <a:uFillTx/>
                <a:latin typeface="Segoe UI Semibold" panose="020B0702040204020203" pitchFamily="34" charset="0"/>
                <a:ea typeface="+mn-ea"/>
                <a:cs typeface="Segoe UI Semibold" panose="020B0702040204020203" pitchFamily="34" charset="0"/>
              </a:rPr>
              <a:t>Comparison of key features between Copilot licenses</a:t>
            </a:r>
            <a:endParaRPr kumimoji="0" lang="en-US" sz="2206" b="0" i="0" u="none" strike="noStrike" kern="1200" cap="none" spc="-50" normalizeH="0" baseline="0" noProof="0" dirty="0">
              <a:ln w="3175">
                <a:noFill/>
              </a:ln>
              <a:solidFill>
                <a:prstClr val="white"/>
              </a:solidFill>
              <a:effectLst/>
              <a:uLnTx/>
              <a:uFillTx/>
              <a:latin typeface="Segoe UI Semibold" panose="020B0702040204020203" pitchFamily="34" charset="0"/>
              <a:ea typeface="+mn-ea"/>
              <a:cs typeface="Segoe UI Semibold" panose="020B0702040204020203" pitchFamily="34" charset="0"/>
            </a:endParaRPr>
          </a:p>
        </p:txBody>
      </p:sp>
      <p:grpSp>
        <p:nvGrpSpPr>
          <p:cNvPr id="104" name="Group 103">
            <a:extLst>
              <a:ext uri="{FF2B5EF4-FFF2-40B4-BE49-F238E27FC236}">
                <a16:creationId xmlns:a16="http://schemas.microsoft.com/office/drawing/2014/main" id="{2E3A0C99-00FD-44BE-5E3E-6B4091CC113D}"/>
              </a:ext>
            </a:extLst>
          </p:cNvPr>
          <p:cNvGrpSpPr/>
          <p:nvPr/>
        </p:nvGrpSpPr>
        <p:grpSpPr>
          <a:xfrm>
            <a:off x="668220" y="3400855"/>
            <a:ext cx="1720992" cy="723483"/>
            <a:chOff x="666348" y="3558436"/>
            <a:chExt cx="1716171" cy="721456"/>
          </a:xfrm>
        </p:grpSpPr>
        <p:grpSp>
          <p:nvGrpSpPr>
            <p:cNvPr id="26" name="Group 25">
              <a:extLst>
                <a:ext uri="{FF2B5EF4-FFF2-40B4-BE49-F238E27FC236}">
                  <a16:creationId xmlns:a16="http://schemas.microsoft.com/office/drawing/2014/main" id="{0C863985-7146-C9BA-7C67-70A0A6146404}"/>
                </a:ext>
              </a:extLst>
            </p:cNvPr>
            <p:cNvGrpSpPr/>
            <p:nvPr/>
          </p:nvGrpSpPr>
          <p:grpSpPr>
            <a:xfrm>
              <a:off x="777222" y="3558436"/>
              <a:ext cx="1494423" cy="323165"/>
              <a:chOff x="777222" y="3263610"/>
              <a:chExt cx="1494423" cy="323165"/>
            </a:xfrm>
          </p:grpSpPr>
          <p:sp>
            <p:nvSpPr>
              <p:cNvPr id="24" name="Rectangle: Rounded Corners 23">
                <a:extLst>
                  <a:ext uri="{FF2B5EF4-FFF2-40B4-BE49-F238E27FC236}">
                    <a16:creationId xmlns:a16="http://schemas.microsoft.com/office/drawing/2014/main" id="{28FF3B82-15D0-E553-6186-3C7E18EAB39D}"/>
                  </a:ext>
                </a:extLst>
              </p:cNvPr>
              <p:cNvSpPr/>
              <p:nvPr/>
            </p:nvSpPr>
            <p:spPr>
              <a:xfrm>
                <a:off x="777222" y="3263610"/>
                <a:ext cx="1494423" cy="323165"/>
              </a:xfrm>
              <a:prstGeom prst="roundRect">
                <a:avLst/>
              </a:prstGeom>
              <a:solidFill>
                <a:srgbClr val="8A226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8480" rtl="0" eaLnBrk="1" fontAlgn="auto" latinLnBrk="0" hangingPunct="1">
                  <a:lnSpc>
                    <a:spcPct val="100000"/>
                  </a:lnSpc>
                  <a:spcBef>
                    <a:spcPts val="0"/>
                  </a:spcBef>
                  <a:spcAft>
                    <a:spcPts val="0"/>
                  </a:spcAft>
                  <a:buClrTx/>
                  <a:buSzTx/>
                  <a:buFontTx/>
                  <a:buNone/>
                  <a:tabLst/>
                  <a:defRPr/>
                </a:pPr>
                <a:endParaRPr kumimoji="0" lang="en-IN" sz="1805"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46" name="Text Placeholder 5">
                <a:extLst>
                  <a:ext uri="{FF2B5EF4-FFF2-40B4-BE49-F238E27FC236}">
                    <a16:creationId xmlns:a16="http://schemas.microsoft.com/office/drawing/2014/main" id="{7C1DEB7A-0D93-648E-E244-59006C732157}"/>
                  </a:ext>
                </a:extLst>
              </p:cNvPr>
              <p:cNvSpPr txBox="1">
                <a:spLocks/>
              </p:cNvSpPr>
              <p:nvPr/>
            </p:nvSpPr>
            <p:spPr>
              <a:xfrm>
                <a:off x="942800" y="3329648"/>
                <a:ext cx="1163267" cy="184666"/>
              </a:xfrm>
              <a:prstGeom prst="rect">
                <a:avLst/>
              </a:prstGeom>
            </p:spPr>
            <p:txBody>
              <a:bodyPr vert="horz" wrap="none" lIns="0" tIns="0" rIns="0" bIns="0" rtlCol="0">
                <a:spAutoFit/>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rgbClr val="000000"/>
                    </a:solidFill>
                    <a:latin typeface="+mn-lt"/>
                    <a:ea typeface="+mn-ea"/>
                    <a:cs typeface="Segoe UI Semilight" panose="020B04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rgbClr val="000000"/>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rgbClr val="000000"/>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200" kern="1200" spc="0" baseline="0">
                    <a:solidFill>
                      <a:srgbClr val="000000"/>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000" kern="1200" spc="0" baseline="0">
                    <a:solidFill>
                      <a:srgbClr val="000000"/>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ctr" defTabSz="679990" rtl="0" eaLnBrk="1" fontAlgn="auto" latinLnBrk="0" hangingPunct="1">
                  <a:lnSpc>
                    <a:spcPct val="100000"/>
                  </a:lnSpc>
                  <a:spcBef>
                    <a:spcPts val="0"/>
                  </a:spcBef>
                  <a:spcAft>
                    <a:spcPts val="437"/>
                  </a:spcAft>
                  <a:buClrTx/>
                  <a:buSzTx/>
                  <a:buFont typeface="Wingdings" panose="05000000000000000000" pitchFamily="2" charset="2"/>
                  <a:buNone/>
                  <a:tabLst/>
                  <a:defRPr/>
                </a:pPr>
                <a:r>
                  <a:rPr kumimoji="0" lang="en-IN" sz="1203" b="0" i="0" u="none" strike="noStrike" kern="1200" cap="none" spc="0" normalizeH="0" baseline="0" noProof="0">
                    <a:ln>
                      <a:noFill/>
                    </a:ln>
                    <a:solidFill>
                      <a:prstClr val="white"/>
                    </a:solidFill>
                    <a:effectLst/>
                    <a:uLnTx/>
                    <a:uFillTx/>
                    <a:latin typeface="Segoe UI Semibold" panose="020B0702040204020203" pitchFamily="34" charset="0"/>
                    <a:ea typeface="+mn-ea"/>
                    <a:cs typeface="Segoe UI Semibold" panose="020B0702040204020203" pitchFamily="34" charset="0"/>
                  </a:rPr>
                  <a:t>AI-powered chat</a:t>
                </a:r>
                <a:endParaRPr kumimoji="0" sz="1203" b="0" i="0" u="none" strike="noStrike" kern="1200" cap="none" spc="0" normalizeH="0" baseline="0" noProof="0">
                  <a:ln>
                    <a:noFill/>
                  </a:ln>
                  <a:solidFill>
                    <a:prstClr val="white"/>
                  </a:solidFill>
                  <a:effectLst/>
                  <a:uLnTx/>
                  <a:uFillTx/>
                  <a:latin typeface="Segoe UI Semibold" panose="020B0702040204020203" pitchFamily="34" charset="0"/>
                  <a:ea typeface="+mn-ea"/>
                  <a:cs typeface="Segoe UI Semibold" panose="020B0702040204020203" pitchFamily="34" charset="0"/>
                </a:endParaRPr>
              </a:p>
            </p:txBody>
          </p:sp>
        </p:grpSp>
        <p:sp>
          <p:nvSpPr>
            <p:cNvPr id="22" name="Text Placeholder 5">
              <a:extLst>
                <a:ext uri="{FF2B5EF4-FFF2-40B4-BE49-F238E27FC236}">
                  <a16:creationId xmlns:a16="http://schemas.microsoft.com/office/drawing/2014/main" id="{6AAF5620-8392-5AAF-4365-6275B8B3ADF7}"/>
                </a:ext>
              </a:extLst>
            </p:cNvPr>
            <p:cNvSpPr txBox="1">
              <a:spLocks/>
            </p:cNvSpPr>
            <p:nvPr/>
          </p:nvSpPr>
          <p:spPr>
            <a:xfrm>
              <a:off x="666348" y="3956727"/>
              <a:ext cx="1716171" cy="323165"/>
            </a:xfrm>
            <a:prstGeom prst="rect">
              <a:avLst/>
            </a:prstGeom>
          </p:spPr>
          <p:txBody>
            <a:bodyPr vert="horz" wrap="square" lIns="0" tIns="0" rIns="0" bIns="0" rtlCol="0">
              <a:spAutoFit/>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rgbClr val="000000"/>
                  </a:solidFill>
                  <a:latin typeface="+mn-lt"/>
                  <a:ea typeface="+mn-ea"/>
                  <a:cs typeface="Segoe UI Semilight" panose="020B04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rgbClr val="000000"/>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rgbClr val="000000"/>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200" kern="1200" spc="0" baseline="0">
                  <a:solidFill>
                    <a:srgbClr val="000000"/>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000" kern="1200" spc="0" baseline="0">
                  <a:solidFill>
                    <a:srgbClr val="000000"/>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ctr" defTabSz="679990" rtl="0" eaLnBrk="1" fontAlgn="auto" latinLnBrk="0" hangingPunct="1">
                <a:lnSpc>
                  <a:spcPct val="100000"/>
                </a:lnSpc>
                <a:spcBef>
                  <a:spcPts val="0"/>
                </a:spcBef>
                <a:spcAft>
                  <a:spcPts val="437"/>
                </a:spcAft>
                <a:buClrTx/>
                <a:buSzTx/>
                <a:buFont typeface="Wingdings" panose="05000000000000000000" pitchFamily="2" charset="2"/>
                <a:buNone/>
                <a:tabLst/>
                <a:defRPr/>
              </a:pPr>
              <a:r>
                <a:rPr kumimoji="0" lang="en-US" sz="1053" b="0" i="0" u="none" strike="noStrike" kern="1200" cap="none" spc="0" normalizeH="0" baseline="0" noProof="0">
                  <a:ln>
                    <a:noFill/>
                  </a:ln>
                  <a:solidFill>
                    <a:srgbClr val="000000"/>
                  </a:solidFill>
                  <a:effectLst/>
                  <a:uLnTx/>
                  <a:uFillTx/>
                  <a:latin typeface="Segoe UI" panose="020B0502040204020203" pitchFamily="34" charset="0"/>
                  <a:ea typeface="+mn-ea"/>
                  <a:cs typeface="Segoe UI" panose="020B0502040204020203" pitchFamily="34" charset="0"/>
                </a:rPr>
                <a:t>Securely interact with Chat using web data</a:t>
              </a:r>
              <a:endParaRPr kumimoji="0" sz="1053" b="0" i="0" u="none" strike="noStrike" kern="1200" cap="none" spc="0" normalizeH="0" baseline="0" noProof="0">
                <a:ln>
                  <a:noFill/>
                </a:ln>
                <a:solidFill>
                  <a:srgbClr val="000000"/>
                </a:solidFill>
                <a:effectLst/>
                <a:uLnTx/>
                <a:uFillTx/>
                <a:latin typeface="Segoe UI" panose="020B0502040204020203" pitchFamily="34" charset="0"/>
                <a:ea typeface="+mn-ea"/>
                <a:cs typeface="Segoe UI" panose="020B0502040204020203" pitchFamily="34" charset="0"/>
              </a:endParaRPr>
            </a:p>
          </p:txBody>
        </p:sp>
      </p:grpSp>
      <p:sp>
        <p:nvSpPr>
          <p:cNvPr id="32" name="Rectangle: Rounded Corners 31">
            <a:extLst>
              <a:ext uri="{FF2B5EF4-FFF2-40B4-BE49-F238E27FC236}">
                <a16:creationId xmlns:a16="http://schemas.microsoft.com/office/drawing/2014/main" id="{4BE55295-41C6-347C-953D-346130F1696A}"/>
              </a:ext>
            </a:extLst>
          </p:cNvPr>
          <p:cNvSpPr/>
          <p:nvPr/>
        </p:nvSpPr>
        <p:spPr>
          <a:xfrm>
            <a:off x="779405" y="4883596"/>
            <a:ext cx="1498621" cy="324073"/>
          </a:xfrm>
          <a:prstGeom prst="roundRect">
            <a:avLst/>
          </a:prstGeom>
          <a:solidFill>
            <a:srgbClr val="8A226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8480" rtl="0" eaLnBrk="1" fontAlgn="auto" latinLnBrk="0" hangingPunct="1">
              <a:lnSpc>
                <a:spcPct val="100000"/>
              </a:lnSpc>
              <a:spcBef>
                <a:spcPts val="0"/>
              </a:spcBef>
              <a:spcAft>
                <a:spcPts val="0"/>
              </a:spcAft>
              <a:buClrTx/>
              <a:buSzTx/>
              <a:buFontTx/>
              <a:buNone/>
              <a:tabLst/>
              <a:defRPr/>
            </a:pPr>
            <a:endParaRPr kumimoji="0" lang="en-IN" sz="1805"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33" name="Text Placeholder 5">
            <a:extLst>
              <a:ext uri="{FF2B5EF4-FFF2-40B4-BE49-F238E27FC236}">
                <a16:creationId xmlns:a16="http://schemas.microsoft.com/office/drawing/2014/main" id="{3550B390-B492-7C18-D6DB-22D286AA5081}"/>
              </a:ext>
            </a:extLst>
          </p:cNvPr>
          <p:cNvSpPr txBox="1">
            <a:spLocks/>
          </p:cNvSpPr>
          <p:nvPr/>
        </p:nvSpPr>
        <p:spPr>
          <a:xfrm>
            <a:off x="1283572" y="4949819"/>
            <a:ext cx="490288" cy="185185"/>
          </a:xfrm>
          <a:prstGeom prst="rect">
            <a:avLst/>
          </a:prstGeom>
        </p:spPr>
        <p:txBody>
          <a:bodyPr vert="horz" wrap="none" lIns="0" tIns="0" rIns="0" bIns="0" rtlCol="0">
            <a:spAutoFit/>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rgbClr val="000000"/>
                </a:solidFill>
                <a:latin typeface="+mn-lt"/>
                <a:ea typeface="+mn-ea"/>
                <a:cs typeface="Segoe UI Semilight" panose="020B04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rgbClr val="000000"/>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rgbClr val="000000"/>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200" kern="1200" spc="0" baseline="0">
                <a:solidFill>
                  <a:srgbClr val="000000"/>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000" kern="1200" spc="0" baseline="0">
                <a:solidFill>
                  <a:srgbClr val="000000"/>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ctr" defTabSz="679990" rtl="0" eaLnBrk="1" fontAlgn="auto" latinLnBrk="0" hangingPunct="1">
              <a:lnSpc>
                <a:spcPct val="100000"/>
              </a:lnSpc>
              <a:spcBef>
                <a:spcPts val="0"/>
              </a:spcBef>
              <a:spcAft>
                <a:spcPts val="437"/>
              </a:spcAft>
              <a:buClrTx/>
              <a:buSzTx/>
              <a:buFont typeface="Wingdings" panose="05000000000000000000" pitchFamily="2" charset="2"/>
              <a:buNone/>
              <a:tabLst/>
              <a:defRPr/>
            </a:pPr>
            <a:r>
              <a:rPr kumimoji="0" lang="en-IN" sz="1203" b="0" i="0" u="none" strike="noStrike" kern="1200" cap="none" spc="0" normalizeH="0" baseline="0" noProof="0">
                <a:ln>
                  <a:noFill/>
                </a:ln>
                <a:solidFill>
                  <a:prstClr val="white"/>
                </a:solidFill>
                <a:effectLst/>
                <a:uLnTx/>
                <a:uFillTx/>
                <a:latin typeface="Segoe UI Semibold" panose="020B0702040204020203" pitchFamily="34" charset="0"/>
                <a:ea typeface="+mn-ea"/>
                <a:cs typeface="Segoe UI Semibold" panose="020B0702040204020203" pitchFamily="34" charset="0"/>
              </a:rPr>
              <a:t>Agents</a:t>
            </a:r>
            <a:endParaRPr kumimoji="0" sz="1203" b="0" i="0" u="none" strike="noStrike" kern="1200" cap="none" spc="0" normalizeH="0" baseline="0" noProof="0">
              <a:ln>
                <a:noFill/>
              </a:ln>
              <a:solidFill>
                <a:prstClr val="white"/>
              </a:solidFill>
              <a:effectLst/>
              <a:uLnTx/>
              <a:uFillTx/>
              <a:latin typeface="Segoe UI Semibold" panose="020B0702040204020203" pitchFamily="34" charset="0"/>
              <a:ea typeface="+mn-ea"/>
              <a:cs typeface="Segoe UI Semibold" panose="020B0702040204020203" pitchFamily="34" charset="0"/>
            </a:endParaRPr>
          </a:p>
        </p:txBody>
      </p:sp>
      <p:sp>
        <p:nvSpPr>
          <p:cNvPr id="30" name="Text Placeholder 5">
            <a:extLst>
              <a:ext uri="{FF2B5EF4-FFF2-40B4-BE49-F238E27FC236}">
                <a16:creationId xmlns:a16="http://schemas.microsoft.com/office/drawing/2014/main" id="{C2F7E62D-CB2E-436E-CDA2-0C46F4DD1DB5}"/>
              </a:ext>
            </a:extLst>
          </p:cNvPr>
          <p:cNvSpPr txBox="1">
            <a:spLocks/>
          </p:cNvSpPr>
          <p:nvPr/>
        </p:nvSpPr>
        <p:spPr>
          <a:xfrm>
            <a:off x="668220" y="5294914"/>
            <a:ext cx="1720992" cy="486110"/>
          </a:xfrm>
          <a:prstGeom prst="rect">
            <a:avLst/>
          </a:prstGeom>
        </p:spPr>
        <p:txBody>
          <a:bodyPr vert="horz" wrap="square" lIns="0" tIns="0" rIns="0" bIns="0" rtlCol="0">
            <a:spAutoFit/>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rgbClr val="000000"/>
                </a:solidFill>
                <a:latin typeface="+mn-lt"/>
                <a:ea typeface="+mn-ea"/>
                <a:cs typeface="Segoe UI Semilight" panose="020B04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rgbClr val="000000"/>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rgbClr val="000000"/>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200" kern="1200" spc="0" baseline="0">
                <a:solidFill>
                  <a:srgbClr val="000000"/>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000" kern="1200" spc="0" baseline="0">
                <a:solidFill>
                  <a:srgbClr val="000000"/>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ctr" defTabSz="679990" rtl="0" eaLnBrk="1" fontAlgn="auto" latinLnBrk="0" hangingPunct="1">
              <a:lnSpc>
                <a:spcPct val="100000"/>
              </a:lnSpc>
              <a:spcBef>
                <a:spcPts val="0"/>
              </a:spcBef>
              <a:spcAft>
                <a:spcPts val="437"/>
              </a:spcAft>
              <a:buClrTx/>
              <a:buSzTx/>
              <a:buFont typeface="Wingdings" panose="05000000000000000000" pitchFamily="2" charset="2"/>
              <a:buNone/>
              <a:tabLst/>
              <a:defRPr/>
            </a:pPr>
            <a:r>
              <a:rPr kumimoji="0" lang="en-US" sz="1053" b="0" i="0" u="none" strike="noStrike" kern="1200" cap="none" spc="0" normalizeH="0" baseline="0" noProof="0">
                <a:ln>
                  <a:noFill/>
                </a:ln>
                <a:solidFill>
                  <a:srgbClr val="000000"/>
                </a:solidFill>
                <a:effectLst/>
                <a:uLnTx/>
                <a:uFillTx/>
                <a:latin typeface="Segoe UI" panose="020B0502040204020203" pitchFamily="34" charset="0"/>
                <a:ea typeface="+mn-ea"/>
                <a:cs typeface="Segoe UI" panose="020B0502040204020203" pitchFamily="34" charset="0"/>
              </a:rPr>
              <a:t>Access to agents that use web data, work data agents are pay-as-you-go</a:t>
            </a:r>
            <a:endParaRPr kumimoji="0" sz="1053" b="0" i="0" u="none" strike="noStrike" kern="1200" cap="none" spc="0" normalizeH="0" baseline="0" noProof="0">
              <a:ln>
                <a:noFill/>
              </a:ln>
              <a:solidFill>
                <a:srgbClr val="000000"/>
              </a:solidFill>
              <a:effectLst/>
              <a:uLnTx/>
              <a:uFillTx/>
              <a:latin typeface="Segoe UI" panose="020B0502040204020203" pitchFamily="34" charset="0"/>
              <a:ea typeface="+mn-ea"/>
              <a:cs typeface="Segoe UI" panose="020B0502040204020203" pitchFamily="34" charset="0"/>
            </a:endParaRPr>
          </a:p>
        </p:txBody>
      </p:sp>
      <p:sp>
        <p:nvSpPr>
          <p:cNvPr id="38" name="Rectangle: Rounded Corners 37">
            <a:extLst>
              <a:ext uri="{FF2B5EF4-FFF2-40B4-BE49-F238E27FC236}">
                <a16:creationId xmlns:a16="http://schemas.microsoft.com/office/drawing/2014/main" id="{0A1BD91B-1A5A-186A-0FAF-4698970AC85D}"/>
              </a:ext>
            </a:extLst>
          </p:cNvPr>
          <p:cNvSpPr/>
          <p:nvPr/>
        </p:nvSpPr>
        <p:spPr>
          <a:xfrm>
            <a:off x="779405" y="6361670"/>
            <a:ext cx="1498621" cy="324073"/>
          </a:xfrm>
          <a:prstGeom prst="roundRect">
            <a:avLst/>
          </a:prstGeom>
          <a:solidFill>
            <a:srgbClr val="8A226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8480" rtl="0" eaLnBrk="1" fontAlgn="auto" latinLnBrk="0" hangingPunct="1">
              <a:lnSpc>
                <a:spcPct val="100000"/>
              </a:lnSpc>
              <a:spcBef>
                <a:spcPts val="0"/>
              </a:spcBef>
              <a:spcAft>
                <a:spcPts val="0"/>
              </a:spcAft>
              <a:buClrTx/>
              <a:buSzTx/>
              <a:buFontTx/>
              <a:buNone/>
              <a:tabLst/>
              <a:defRPr/>
            </a:pPr>
            <a:endParaRPr kumimoji="0" lang="en-IN" sz="1805"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39" name="Text Placeholder 5">
            <a:extLst>
              <a:ext uri="{FF2B5EF4-FFF2-40B4-BE49-F238E27FC236}">
                <a16:creationId xmlns:a16="http://schemas.microsoft.com/office/drawing/2014/main" id="{F18560B2-103E-9244-FFFE-2F5775AED53D}"/>
              </a:ext>
            </a:extLst>
          </p:cNvPr>
          <p:cNvSpPr txBox="1">
            <a:spLocks/>
          </p:cNvSpPr>
          <p:nvPr/>
        </p:nvSpPr>
        <p:spPr>
          <a:xfrm>
            <a:off x="1283571" y="6427893"/>
            <a:ext cx="588605" cy="185185"/>
          </a:xfrm>
          <a:prstGeom prst="rect">
            <a:avLst/>
          </a:prstGeom>
        </p:spPr>
        <p:txBody>
          <a:bodyPr vert="horz" wrap="none" lIns="0" tIns="0" rIns="0" bIns="0" rtlCol="0">
            <a:spAutoFit/>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rgbClr val="000000"/>
                </a:solidFill>
                <a:latin typeface="+mn-lt"/>
                <a:ea typeface="+mn-ea"/>
                <a:cs typeface="Segoe UI Semilight" panose="020B04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rgbClr val="000000"/>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rgbClr val="000000"/>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200" kern="1200" spc="0" baseline="0">
                <a:solidFill>
                  <a:srgbClr val="000000"/>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000" kern="1200" spc="0" baseline="0">
                <a:solidFill>
                  <a:srgbClr val="000000"/>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ctr" defTabSz="679990" rtl="0" eaLnBrk="1" fontAlgn="auto" latinLnBrk="0" hangingPunct="1">
              <a:lnSpc>
                <a:spcPct val="100000"/>
              </a:lnSpc>
              <a:spcBef>
                <a:spcPts val="0"/>
              </a:spcBef>
              <a:spcAft>
                <a:spcPts val="437"/>
              </a:spcAft>
              <a:buClrTx/>
              <a:buSzTx/>
              <a:buFont typeface="Wingdings" panose="05000000000000000000" pitchFamily="2" charset="2"/>
              <a:buNone/>
              <a:tabLst/>
              <a:defRPr/>
            </a:pPr>
            <a:r>
              <a:rPr kumimoji="0" lang="en-IN" sz="1203" b="0" i="0" u="none" strike="noStrike" kern="1200" cap="none" spc="0" normalizeH="0" baseline="0" noProof="0">
                <a:ln>
                  <a:noFill/>
                </a:ln>
                <a:solidFill>
                  <a:prstClr val="white"/>
                </a:solidFill>
                <a:effectLst/>
                <a:uLnTx/>
                <a:uFillTx/>
                <a:latin typeface="Segoe UI Semibold" panose="020B0702040204020203" pitchFamily="34" charset="0"/>
                <a:ea typeface="+mn-ea"/>
                <a:cs typeface="Segoe UI Semibold" panose="020B0702040204020203" pitchFamily="34" charset="0"/>
              </a:rPr>
              <a:t>Controls</a:t>
            </a:r>
            <a:endParaRPr kumimoji="0" sz="1203" b="0" i="0" u="none" strike="noStrike" kern="1200" cap="none" spc="0" normalizeH="0" baseline="0" noProof="0">
              <a:ln>
                <a:noFill/>
              </a:ln>
              <a:solidFill>
                <a:prstClr val="white"/>
              </a:solidFill>
              <a:effectLst/>
              <a:uLnTx/>
              <a:uFillTx/>
              <a:latin typeface="Segoe UI Semibold" panose="020B0702040204020203" pitchFamily="34" charset="0"/>
              <a:ea typeface="+mn-ea"/>
              <a:cs typeface="Segoe UI Semibold" panose="020B0702040204020203" pitchFamily="34" charset="0"/>
            </a:endParaRPr>
          </a:p>
        </p:txBody>
      </p:sp>
      <p:sp>
        <p:nvSpPr>
          <p:cNvPr id="37" name="Text Placeholder 5">
            <a:extLst>
              <a:ext uri="{FF2B5EF4-FFF2-40B4-BE49-F238E27FC236}">
                <a16:creationId xmlns:a16="http://schemas.microsoft.com/office/drawing/2014/main" id="{DE71D118-A21E-128E-B4F2-8A76E0D42B02}"/>
              </a:ext>
            </a:extLst>
          </p:cNvPr>
          <p:cNvSpPr txBox="1">
            <a:spLocks/>
          </p:cNvSpPr>
          <p:nvPr/>
        </p:nvSpPr>
        <p:spPr>
          <a:xfrm>
            <a:off x="668220" y="6772987"/>
            <a:ext cx="1720992" cy="486110"/>
          </a:xfrm>
          <a:prstGeom prst="rect">
            <a:avLst/>
          </a:prstGeom>
        </p:spPr>
        <p:txBody>
          <a:bodyPr vert="horz" wrap="square" lIns="0" tIns="0" rIns="0" bIns="0" rtlCol="0">
            <a:spAutoFit/>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rgbClr val="000000"/>
                </a:solidFill>
                <a:latin typeface="+mn-lt"/>
                <a:ea typeface="+mn-ea"/>
                <a:cs typeface="Segoe UI Semilight" panose="020B04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rgbClr val="000000"/>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rgbClr val="000000"/>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200" kern="1200" spc="0" baseline="0">
                <a:solidFill>
                  <a:srgbClr val="000000"/>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000" kern="1200" spc="0" baseline="0">
                <a:solidFill>
                  <a:srgbClr val="000000"/>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ctr" defTabSz="679990" rtl="0" eaLnBrk="1" fontAlgn="auto" latinLnBrk="0" hangingPunct="1">
              <a:lnSpc>
                <a:spcPct val="100000"/>
              </a:lnSpc>
              <a:spcBef>
                <a:spcPts val="0"/>
              </a:spcBef>
              <a:spcAft>
                <a:spcPts val="437"/>
              </a:spcAft>
              <a:buClrTx/>
              <a:buSzTx/>
              <a:buFont typeface="Wingdings" panose="05000000000000000000" pitchFamily="2" charset="2"/>
              <a:buNone/>
              <a:tabLst/>
              <a:defRPr/>
            </a:pPr>
            <a:r>
              <a:rPr kumimoji="0" lang="en-US" sz="1053" b="0" i="0" u="none" strike="noStrike" kern="1200" cap="none" spc="0" normalizeH="0" baseline="0" noProof="0">
                <a:ln>
                  <a:noFill/>
                </a:ln>
                <a:solidFill>
                  <a:srgbClr val="000000"/>
                </a:solidFill>
                <a:effectLst/>
                <a:uLnTx/>
                <a:uFillTx/>
                <a:latin typeface="Segoe UI" panose="020B0502040204020203" pitchFamily="34" charset="0"/>
                <a:ea typeface="+mn-ea"/>
                <a:cs typeface="Segoe UI" panose="020B0502040204020203" pitchFamily="34" charset="0"/>
              </a:rPr>
              <a:t>Basic usage management controls and reporting for admins</a:t>
            </a:r>
            <a:endParaRPr kumimoji="0" sz="1053" b="0" i="0" u="none" strike="noStrike" kern="1200" cap="none" spc="0" normalizeH="0" baseline="0" noProof="0">
              <a:ln>
                <a:noFill/>
              </a:ln>
              <a:solidFill>
                <a:srgbClr val="000000"/>
              </a:solidFill>
              <a:effectLst/>
              <a:uLnTx/>
              <a:uFillTx/>
              <a:latin typeface="Segoe UI" panose="020B0502040204020203" pitchFamily="34" charset="0"/>
              <a:ea typeface="+mn-ea"/>
              <a:cs typeface="Segoe UI" panose="020B0502040204020203" pitchFamily="34" charset="0"/>
            </a:endParaRPr>
          </a:p>
        </p:txBody>
      </p:sp>
      <p:sp>
        <p:nvSpPr>
          <p:cNvPr id="40" name="Rounded Rectangle 56">
            <a:extLst>
              <a:ext uri="{FF2B5EF4-FFF2-40B4-BE49-F238E27FC236}">
                <a16:creationId xmlns:a16="http://schemas.microsoft.com/office/drawing/2014/main" id="{07789302-35C1-021B-E9E7-E87B8A5595E2}"/>
              </a:ext>
            </a:extLst>
          </p:cNvPr>
          <p:cNvSpPr>
            <a:spLocks/>
          </p:cNvSpPr>
          <p:nvPr/>
        </p:nvSpPr>
        <p:spPr bwMode="auto">
          <a:xfrm>
            <a:off x="3116559" y="3159131"/>
            <a:ext cx="2068144" cy="1378301"/>
          </a:xfrm>
          <a:prstGeom prst="roundRect">
            <a:avLst>
              <a:gd name="adj" fmla="val 5669"/>
            </a:avLst>
          </a:prstGeom>
          <a:solidFill>
            <a:srgbClr val="F2E5DE"/>
          </a:solidFill>
          <a:ln w="9525" cap="flat" cmpd="sng" algn="ctr">
            <a:solidFill>
              <a:schemeClr val="bg2"/>
            </a:solidFill>
            <a:prstDash val="solid"/>
            <a:headEnd type="none" w="med" len="med"/>
            <a:tailEnd type="none" w="med" len="med"/>
          </a:ln>
          <a:effectLst>
            <a:outerShdw blurRad="127000" dist="38100" dir="2700000" algn="tl" rotWithShape="0">
              <a:prstClr val="black">
                <a:alpha val="11000"/>
              </a:prstClr>
            </a:outerShdw>
          </a:effectLst>
        </p:spPr>
        <p:txBody>
          <a:bodyPr rot="0" spcFirstLastPara="0" vert="horz" wrap="square" lIns="97234" tIns="77788" rIns="97234" bIns="77788" numCol="1" spcCol="0" rtlCol="0" fromWordArt="0" anchor="t" anchorCtr="0" forceAA="0" compatLnSpc="1">
            <a:prstTxWarp prst="textNoShape">
              <a:avLst/>
            </a:prstTxWarp>
            <a:noAutofit/>
          </a:bodyPr>
          <a:lstStyle/>
          <a:p>
            <a:pPr marL="0" marR="0" lvl="0" indent="0" algn="l" defTabSz="495782" rtl="0" eaLnBrk="1" fontAlgn="base" latinLnBrk="0" hangingPunct="1">
              <a:lnSpc>
                <a:spcPct val="100000"/>
              </a:lnSpc>
              <a:spcBef>
                <a:spcPct val="0"/>
              </a:spcBef>
              <a:spcAft>
                <a:spcPct val="0"/>
              </a:spcAft>
              <a:buClrTx/>
              <a:buSzTx/>
              <a:buFontTx/>
              <a:buNone/>
              <a:tabLst/>
              <a:defRPr/>
            </a:pPr>
            <a:endParaRPr kumimoji="0" lang="en-US" sz="1063" b="0" i="0" u="none" strike="noStrike" kern="0" cap="none" spc="0" normalizeH="0" baseline="0" noProof="0">
              <a:ln>
                <a:noFill/>
              </a:ln>
              <a:gradFill>
                <a:gsLst>
                  <a:gs pos="0">
                    <a:srgbClr val="FFFFFF"/>
                  </a:gs>
                  <a:gs pos="100000">
                    <a:srgbClr val="FFFFFF"/>
                  </a:gs>
                </a:gsLst>
                <a:lin ang="5400000" scaled="0"/>
              </a:gradFill>
              <a:effectLst/>
              <a:uLnTx/>
              <a:uFillTx/>
              <a:latin typeface="Segoe UI"/>
              <a:ea typeface="+mn-ea"/>
              <a:cs typeface="Segoe UI" pitchFamily="34" charset="0"/>
            </a:endParaRPr>
          </a:p>
        </p:txBody>
      </p:sp>
      <p:sp>
        <p:nvSpPr>
          <p:cNvPr id="41" name="Rounded Rectangle 56">
            <a:extLst>
              <a:ext uri="{FF2B5EF4-FFF2-40B4-BE49-F238E27FC236}">
                <a16:creationId xmlns:a16="http://schemas.microsoft.com/office/drawing/2014/main" id="{EE29070A-7AB7-D778-D2D0-FFFA0726609D}"/>
              </a:ext>
            </a:extLst>
          </p:cNvPr>
          <p:cNvSpPr>
            <a:spLocks/>
          </p:cNvSpPr>
          <p:nvPr/>
        </p:nvSpPr>
        <p:spPr bwMode="auto">
          <a:xfrm>
            <a:off x="3116559" y="4637205"/>
            <a:ext cx="2068144" cy="1378301"/>
          </a:xfrm>
          <a:prstGeom prst="roundRect">
            <a:avLst>
              <a:gd name="adj" fmla="val 5669"/>
            </a:avLst>
          </a:prstGeom>
          <a:solidFill>
            <a:srgbClr val="F2E5DE"/>
          </a:solidFill>
          <a:ln w="9525" cap="flat" cmpd="sng" algn="ctr">
            <a:solidFill>
              <a:schemeClr val="bg2"/>
            </a:solidFill>
            <a:prstDash val="solid"/>
            <a:headEnd type="none" w="med" len="med"/>
            <a:tailEnd type="none" w="med" len="med"/>
          </a:ln>
          <a:effectLst>
            <a:outerShdw blurRad="127000" dist="38100" dir="2700000" algn="tl" rotWithShape="0">
              <a:prstClr val="black">
                <a:alpha val="11000"/>
              </a:prstClr>
            </a:outerShdw>
          </a:effectLst>
        </p:spPr>
        <p:txBody>
          <a:bodyPr rot="0" spcFirstLastPara="0" vert="horz" wrap="square" lIns="97234" tIns="77788" rIns="97234" bIns="77788" numCol="1" spcCol="0" rtlCol="0" fromWordArt="0" anchor="t" anchorCtr="0" forceAA="0" compatLnSpc="1">
            <a:prstTxWarp prst="textNoShape">
              <a:avLst/>
            </a:prstTxWarp>
            <a:noAutofit/>
          </a:bodyPr>
          <a:lstStyle/>
          <a:p>
            <a:pPr marL="0" marR="0" lvl="0" indent="0" algn="l" defTabSz="495782" rtl="0" eaLnBrk="1" fontAlgn="base" latinLnBrk="0" hangingPunct="1">
              <a:lnSpc>
                <a:spcPct val="100000"/>
              </a:lnSpc>
              <a:spcBef>
                <a:spcPct val="0"/>
              </a:spcBef>
              <a:spcAft>
                <a:spcPct val="0"/>
              </a:spcAft>
              <a:buClrTx/>
              <a:buSzTx/>
              <a:buFontTx/>
              <a:buNone/>
              <a:tabLst/>
              <a:defRPr/>
            </a:pPr>
            <a:endParaRPr kumimoji="0" lang="en-US" sz="1063" b="0" i="0" u="none" strike="noStrike" kern="0" cap="none" spc="0" normalizeH="0" baseline="0" noProof="0">
              <a:ln>
                <a:noFill/>
              </a:ln>
              <a:gradFill>
                <a:gsLst>
                  <a:gs pos="0">
                    <a:srgbClr val="FFFFFF"/>
                  </a:gs>
                  <a:gs pos="100000">
                    <a:srgbClr val="FFFFFF"/>
                  </a:gs>
                </a:gsLst>
                <a:lin ang="5400000" scaled="0"/>
              </a:gradFill>
              <a:effectLst/>
              <a:uLnTx/>
              <a:uFillTx/>
              <a:latin typeface="Segoe UI"/>
              <a:ea typeface="+mn-ea"/>
              <a:cs typeface="Segoe UI" pitchFamily="34" charset="0"/>
            </a:endParaRPr>
          </a:p>
        </p:txBody>
      </p:sp>
      <p:sp>
        <p:nvSpPr>
          <p:cNvPr id="51" name="Rounded Rectangle 56">
            <a:extLst>
              <a:ext uri="{FF2B5EF4-FFF2-40B4-BE49-F238E27FC236}">
                <a16:creationId xmlns:a16="http://schemas.microsoft.com/office/drawing/2014/main" id="{E2B54135-5A94-F7ED-13AE-78B11A45D67F}"/>
              </a:ext>
            </a:extLst>
          </p:cNvPr>
          <p:cNvSpPr>
            <a:spLocks/>
          </p:cNvSpPr>
          <p:nvPr/>
        </p:nvSpPr>
        <p:spPr bwMode="auto">
          <a:xfrm>
            <a:off x="3116559" y="6115278"/>
            <a:ext cx="2068144" cy="1378301"/>
          </a:xfrm>
          <a:prstGeom prst="roundRect">
            <a:avLst>
              <a:gd name="adj" fmla="val 5669"/>
            </a:avLst>
          </a:prstGeom>
          <a:solidFill>
            <a:srgbClr val="F2E5DE"/>
          </a:solidFill>
          <a:ln w="9525" cap="flat" cmpd="sng" algn="ctr">
            <a:solidFill>
              <a:schemeClr val="bg2"/>
            </a:solidFill>
            <a:prstDash val="solid"/>
            <a:headEnd type="none" w="med" len="med"/>
            <a:tailEnd type="none" w="med" len="med"/>
          </a:ln>
          <a:effectLst>
            <a:outerShdw blurRad="127000" dist="38100" dir="2700000" algn="tl" rotWithShape="0">
              <a:prstClr val="black">
                <a:alpha val="11000"/>
              </a:prstClr>
            </a:outerShdw>
          </a:effectLst>
        </p:spPr>
        <p:txBody>
          <a:bodyPr rot="0" spcFirstLastPara="0" vert="horz" wrap="square" lIns="97234" tIns="77788" rIns="97234" bIns="77788" numCol="1" spcCol="0" rtlCol="0" fromWordArt="0" anchor="t" anchorCtr="0" forceAA="0" compatLnSpc="1">
            <a:prstTxWarp prst="textNoShape">
              <a:avLst/>
            </a:prstTxWarp>
            <a:noAutofit/>
          </a:bodyPr>
          <a:lstStyle/>
          <a:p>
            <a:pPr marL="0" marR="0" lvl="0" indent="0" algn="l" defTabSz="495782" rtl="0" eaLnBrk="1" fontAlgn="base" latinLnBrk="0" hangingPunct="1">
              <a:lnSpc>
                <a:spcPct val="100000"/>
              </a:lnSpc>
              <a:spcBef>
                <a:spcPct val="0"/>
              </a:spcBef>
              <a:spcAft>
                <a:spcPct val="0"/>
              </a:spcAft>
              <a:buClrTx/>
              <a:buSzTx/>
              <a:buFontTx/>
              <a:buNone/>
              <a:tabLst/>
              <a:defRPr/>
            </a:pPr>
            <a:endParaRPr kumimoji="0" lang="en-US" sz="1063" b="0" i="0" u="none" strike="noStrike" kern="0" cap="none" spc="0" normalizeH="0" baseline="0" noProof="0">
              <a:ln>
                <a:noFill/>
              </a:ln>
              <a:gradFill>
                <a:gsLst>
                  <a:gs pos="0">
                    <a:srgbClr val="FFFFFF"/>
                  </a:gs>
                  <a:gs pos="100000">
                    <a:srgbClr val="FFFFFF"/>
                  </a:gs>
                </a:gsLst>
                <a:lin ang="5400000" scaled="0"/>
              </a:gradFill>
              <a:effectLst/>
              <a:uLnTx/>
              <a:uFillTx/>
              <a:latin typeface="Segoe UI"/>
              <a:ea typeface="+mn-ea"/>
              <a:cs typeface="Segoe UI" pitchFamily="34" charset="0"/>
            </a:endParaRPr>
          </a:p>
        </p:txBody>
      </p:sp>
      <p:grpSp>
        <p:nvGrpSpPr>
          <p:cNvPr id="52" name="Group 51">
            <a:extLst>
              <a:ext uri="{FF2B5EF4-FFF2-40B4-BE49-F238E27FC236}">
                <a16:creationId xmlns:a16="http://schemas.microsoft.com/office/drawing/2014/main" id="{9DDBE7E2-3539-5D9E-2503-2553F6D28E60}"/>
              </a:ext>
            </a:extLst>
          </p:cNvPr>
          <p:cNvGrpSpPr/>
          <p:nvPr/>
        </p:nvGrpSpPr>
        <p:grpSpPr>
          <a:xfrm>
            <a:off x="3290135" y="3400855"/>
            <a:ext cx="1720992" cy="723483"/>
            <a:chOff x="666348" y="3391793"/>
            <a:chExt cx="1716171" cy="721456"/>
          </a:xfrm>
        </p:grpSpPr>
        <p:grpSp>
          <p:nvGrpSpPr>
            <p:cNvPr id="53" name="Group 52">
              <a:extLst>
                <a:ext uri="{FF2B5EF4-FFF2-40B4-BE49-F238E27FC236}">
                  <a16:creationId xmlns:a16="http://schemas.microsoft.com/office/drawing/2014/main" id="{7C712E96-8CF0-56F4-8D0E-06597252037F}"/>
                </a:ext>
              </a:extLst>
            </p:cNvPr>
            <p:cNvGrpSpPr/>
            <p:nvPr/>
          </p:nvGrpSpPr>
          <p:grpSpPr>
            <a:xfrm>
              <a:off x="777222" y="3391793"/>
              <a:ext cx="1494423" cy="323165"/>
              <a:chOff x="777222" y="3263610"/>
              <a:chExt cx="1494423" cy="323165"/>
            </a:xfrm>
          </p:grpSpPr>
          <p:sp>
            <p:nvSpPr>
              <p:cNvPr id="55" name="Rectangle: Rounded Corners 54">
                <a:extLst>
                  <a:ext uri="{FF2B5EF4-FFF2-40B4-BE49-F238E27FC236}">
                    <a16:creationId xmlns:a16="http://schemas.microsoft.com/office/drawing/2014/main" id="{6CB2C89F-9E14-BB24-202A-AC5C75976041}"/>
                  </a:ext>
                </a:extLst>
              </p:cNvPr>
              <p:cNvSpPr/>
              <p:nvPr/>
            </p:nvSpPr>
            <p:spPr>
              <a:xfrm>
                <a:off x="777222" y="3263610"/>
                <a:ext cx="1494423" cy="323165"/>
              </a:xfrm>
              <a:prstGeom prst="roundRect">
                <a:avLst/>
              </a:prstGeom>
              <a:solidFill>
                <a:srgbClr val="8A226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8480" rtl="0" eaLnBrk="1" fontAlgn="auto" latinLnBrk="0" hangingPunct="1">
                  <a:lnSpc>
                    <a:spcPct val="100000"/>
                  </a:lnSpc>
                  <a:spcBef>
                    <a:spcPts val="0"/>
                  </a:spcBef>
                  <a:spcAft>
                    <a:spcPts val="0"/>
                  </a:spcAft>
                  <a:buClrTx/>
                  <a:buSzTx/>
                  <a:buFontTx/>
                  <a:buNone/>
                  <a:tabLst/>
                  <a:defRPr/>
                </a:pPr>
                <a:endParaRPr kumimoji="0" lang="en-IN" sz="1805"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56" name="Text Placeholder 5">
                <a:extLst>
                  <a:ext uri="{FF2B5EF4-FFF2-40B4-BE49-F238E27FC236}">
                    <a16:creationId xmlns:a16="http://schemas.microsoft.com/office/drawing/2014/main" id="{1CE67C55-917F-A2FD-3528-2D45C561FC75}"/>
                  </a:ext>
                </a:extLst>
              </p:cNvPr>
              <p:cNvSpPr txBox="1">
                <a:spLocks/>
              </p:cNvSpPr>
              <p:nvPr/>
            </p:nvSpPr>
            <p:spPr>
              <a:xfrm>
                <a:off x="942800" y="3329648"/>
                <a:ext cx="1163267" cy="184666"/>
              </a:xfrm>
              <a:prstGeom prst="rect">
                <a:avLst/>
              </a:prstGeom>
            </p:spPr>
            <p:txBody>
              <a:bodyPr vert="horz" wrap="none" lIns="0" tIns="0" rIns="0" bIns="0" rtlCol="0">
                <a:spAutoFit/>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rgbClr val="000000"/>
                    </a:solidFill>
                    <a:latin typeface="+mn-lt"/>
                    <a:ea typeface="+mn-ea"/>
                    <a:cs typeface="Segoe UI Semilight" panose="020B04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rgbClr val="000000"/>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rgbClr val="000000"/>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200" kern="1200" spc="0" baseline="0">
                    <a:solidFill>
                      <a:srgbClr val="000000"/>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000" kern="1200" spc="0" baseline="0">
                    <a:solidFill>
                      <a:srgbClr val="000000"/>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ctr" defTabSz="679990" rtl="0" eaLnBrk="1" fontAlgn="auto" latinLnBrk="0" hangingPunct="1">
                  <a:lnSpc>
                    <a:spcPct val="100000"/>
                  </a:lnSpc>
                  <a:spcBef>
                    <a:spcPts val="0"/>
                  </a:spcBef>
                  <a:spcAft>
                    <a:spcPts val="437"/>
                  </a:spcAft>
                  <a:buClrTx/>
                  <a:buSzTx/>
                  <a:buFont typeface="Wingdings" panose="05000000000000000000" pitchFamily="2" charset="2"/>
                  <a:buNone/>
                  <a:tabLst/>
                  <a:defRPr/>
                </a:pPr>
                <a:r>
                  <a:rPr kumimoji="0" lang="en-IN" sz="1203" b="0" i="0" u="none" strike="noStrike" kern="1200" cap="none" spc="0" normalizeH="0" baseline="0" noProof="0">
                    <a:ln>
                      <a:noFill/>
                    </a:ln>
                    <a:solidFill>
                      <a:prstClr val="white"/>
                    </a:solidFill>
                    <a:effectLst/>
                    <a:uLnTx/>
                    <a:uFillTx/>
                    <a:latin typeface="Segoe UI Semibold" panose="020B0702040204020203" pitchFamily="34" charset="0"/>
                    <a:ea typeface="+mn-ea"/>
                    <a:cs typeface="Segoe UI Semibold" panose="020B0702040204020203" pitchFamily="34" charset="0"/>
                  </a:rPr>
                  <a:t>AI-powered chat</a:t>
                </a:r>
                <a:endParaRPr kumimoji="0" sz="1203" b="0" i="0" u="none" strike="noStrike" kern="1200" cap="none" spc="0" normalizeH="0" baseline="0" noProof="0">
                  <a:ln>
                    <a:noFill/>
                  </a:ln>
                  <a:solidFill>
                    <a:prstClr val="white"/>
                  </a:solidFill>
                  <a:effectLst/>
                  <a:uLnTx/>
                  <a:uFillTx/>
                  <a:latin typeface="Segoe UI Semibold" panose="020B0702040204020203" pitchFamily="34" charset="0"/>
                  <a:ea typeface="+mn-ea"/>
                  <a:cs typeface="Segoe UI Semibold" panose="020B0702040204020203" pitchFamily="34" charset="0"/>
                </a:endParaRPr>
              </a:p>
            </p:txBody>
          </p:sp>
        </p:grpSp>
        <p:sp>
          <p:nvSpPr>
            <p:cNvPr id="54" name="Text Placeholder 5">
              <a:extLst>
                <a:ext uri="{FF2B5EF4-FFF2-40B4-BE49-F238E27FC236}">
                  <a16:creationId xmlns:a16="http://schemas.microsoft.com/office/drawing/2014/main" id="{52EF9912-C4C7-EF76-D627-442F4A4302CF}"/>
                </a:ext>
              </a:extLst>
            </p:cNvPr>
            <p:cNvSpPr txBox="1">
              <a:spLocks/>
            </p:cNvSpPr>
            <p:nvPr/>
          </p:nvSpPr>
          <p:spPr>
            <a:xfrm>
              <a:off x="666348" y="3790084"/>
              <a:ext cx="1716171" cy="323165"/>
            </a:xfrm>
            <a:prstGeom prst="rect">
              <a:avLst/>
            </a:prstGeom>
          </p:spPr>
          <p:txBody>
            <a:bodyPr vert="horz" wrap="square" lIns="0" tIns="0" rIns="0" bIns="0" rtlCol="0">
              <a:spAutoFit/>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rgbClr val="000000"/>
                  </a:solidFill>
                  <a:latin typeface="+mn-lt"/>
                  <a:ea typeface="+mn-ea"/>
                  <a:cs typeface="Segoe UI Semilight" panose="020B04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rgbClr val="000000"/>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rgbClr val="000000"/>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200" kern="1200" spc="0" baseline="0">
                  <a:solidFill>
                    <a:srgbClr val="000000"/>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000" kern="1200" spc="0" baseline="0">
                  <a:solidFill>
                    <a:srgbClr val="000000"/>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ctr" defTabSz="679990" rtl="0" eaLnBrk="1" fontAlgn="auto" latinLnBrk="0" hangingPunct="1">
                <a:lnSpc>
                  <a:spcPct val="100000"/>
                </a:lnSpc>
                <a:spcBef>
                  <a:spcPts val="0"/>
                </a:spcBef>
                <a:spcAft>
                  <a:spcPts val="437"/>
                </a:spcAft>
                <a:buClrTx/>
                <a:buSzTx/>
                <a:buFont typeface="Wingdings" panose="05000000000000000000" pitchFamily="2" charset="2"/>
                <a:buNone/>
                <a:tabLst/>
                <a:defRPr/>
              </a:pPr>
              <a:r>
                <a:rPr kumimoji="0" lang="en-US" sz="1053" b="0" i="0" u="none" strike="noStrike" kern="1200" cap="none" spc="0" normalizeH="0" baseline="0" noProof="0">
                  <a:ln>
                    <a:noFill/>
                  </a:ln>
                  <a:solidFill>
                    <a:srgbClr val="000000"/>
                  </a:solidFill>
                  <a:effectLst/>
                  <a:uLnTx/>
                  <a:uFillTx/>
                  <a:latin typeface="Segoe UI" panose="020B0502040204020203" pitchFamily="34" charset="0"/>
                  <a:ea typeface="+mn-ea"/>
                  <a:cs typeface="Segoe UI" panose="020B0502040204020203" pitchFamily="34" charset="0"/>
                </a:rPr>
                <a:t>Securely interact with Chat using web and work data</a:t>
              </a:r>
              <a:endParaRPr kumimoji="0" sz="1053" b="0" i="0" u="none" strike="noStrike" kern="1200" cap="none" spc="0" normalizeH="0" baseline="0" noProof="0">
                <a:ln>
                  <a:noFill/>
                </a:ln>
                <a:solidFill>
                  <a:srgbClr val="000000"/>
                </a:solidFill>
                <a:effectLst/>
                <a:uLnTx/>
                <a:uFillTx/>
                <a:latin typeface="Segoe UI" panose="020B0502040204020203" pitchFamily="34" charset="0"/>
                <a:ea typeface="+mn-ea"/>
                <a:cs typeface="Segoe UI" panose="020B0502040204020203" pitchFamily="34" charset="0"/>
              </a:endParaRPr>
            </a:p>
          </p:txBody>
        </p:sp>
      </p:grpSp>
      <p:sp>
        <p:nvSpPr>
          <p:cNvPr id="64" name="Rectangle: Rounded Corners 63">
            <a:extLst>
              <a:ext uri="{FF2B5EF4-FFF2-40B4-BE49-F238E27FC236}">
                <a16:creationId xmlns:a16="http://schemas.microsoft.com/office/drawing/2014/main" id="{251D3EEB-BE81-5D0A-7C3D-1359A36198B2}"/>
              </a:ext>
            </a:extLst>
          </p:cNvPr>
          <p:cNvSpPr/>
          <p:nvPr/>
        </p:nvSpPr>
        <p:spPr>
          <a:xfrm>
            <a:off x="3401320" y="4883596"/>
            <a:ext cx="1498621" cy="324073"/>
          </a:xfrm>
          <a:prstGeom prst="roundRect">
            <a:avLst/>
          </a:prstGeom>
          <a:solidFill>
            <a:srgbClr val="8A226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8480" rtl="0" eaLnBrk="1" fontAlgn="auto" latinLnBrk="0" hangingPunct="1">
              <a:lnSpc>
                <a:spcPct val="100000"/>
              </a:lnSpc>
              <a:spcBef>
                <a:spcPts val="0"/>
              </a:spcBef>
              <a:spcAft>
                <a:spcPts val="0"/>
              </a:spcAft>
              <a:buClrTx/>
              <a:buSzTx/>
              <a:buFontTx/>
              <a:buNone/>
              <a:tabLst/>
              <a:defRPr/>
            </a:pPr>
            <a:endParaRPr kumimoji="0" lang="en-IN" sz="1805"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65" name="Text Placeholder 5">
            <a:extLst>
              <a:ext uri="{FF2B5EF4-FFF2-40B4-BE49-F238E27FC236}">
                <a16:creationId xmlns:a16="http://schemas.microsoft.com/office/drawing/2014/main" id="{EB622079-1E33-9DFE-3F7C-BADE6B636A79}"/>
              </a:ext>
            </a:extLst>
          </p:cNvPr>
          <p:cNvSpPr txBox="1">
            <a:spLocks/>
          </p:cNvSpPr>
          <p:nvPr/>
        </p:nvSpPr>
        <p:spPr>
          <a:xfrm>
            <a:off x="3905487" y="4949819"/>
            <a:ext cx="490288" cy="185185"/>
          </a:xfrm>
          <a:prstGeom prst="rect">
            <a:avLst/>
          </a:prstGeom>
        </p:spPr>
        <p:txBody>
          <a:bodyPr vert="horz" wrap="none" lIns="0" tIns="0" rIns="0" bIns="0" rtlCol="0">
            <a:spAutoFit/>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rgbClr val="000000"/>
                </a:solidFill>
                <a:latin typeface="+mn-lt"/>
                <a:ea typeface="+mn-ea"/>
                <a:cs typeface="Segoe UI Semilight" panose="020B04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rgbClr val="000000"/>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rgbClr val="000000"/>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200" kern="1200" spc="0" baseline="0">
                <a:solidFill>
                  <a:srgbClr val="000000"/>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000" kern="1200" spc="0" baseline="0">
                <a:solidFill>
                  <a:srgbClr val="000000"/>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ctr" defTabSz="679990" rtl="0" eaLnBrk="1" fontAlgn="auto" latinLnBrk="0" hangingPunct="1">
              <a:lnSpc>
                <a:spcPct val="100000"/>
              </a:lnSpc>
              <a:spcBef>
                <a:spcPts val="0"/>
              </a:spcBef>
              <a:spcAft>
                <a:spcPts val="437"/>
              </a:spcAft>
              <a:buClrTx/>
              <a:buSzTx/>
              <a:buFont typeface="Wingdings" panose="05000000000000000000" pitchFamily="2" charset="2"/>
              <a:buNone/>
              <a:tabLst/>
              <a:defRPr/>
            </a:pPr>
            <a:r>
              <a:rPr kumimoji="0" lang="en-IN" sz="1203" b="0" i="0" u="none" strike="noStrike" kern="1200" cap="none" spc="0" normalizeH="0" baseline="0" noProof="0">
                <a:ln>
                  <a:noFill/>
                </a:ln>
                <a:solidFill>
                  <a:prstClr val="white"/>
                </a:solidFill>
                <a:effectLst/>
                <a:uLnTx/>
                <a:uFillTx/>
                <a:latin typeface="Segoe UI Semibold" panose="020B0702040204020203" pitchFamily="34" charset="0"/>
                <a:ea typeface="+mn-ea"/>
                <a:cs typeface="Segoe UI Semibold" panose="020B0702040204020203" pitchFamily="34" charset="0"/>
              </a:rPr>
              <a:t>Agents</a:t>
            </a:r>
            <a:endParaRPr kumimoji="0" sz="1203" b="0" i="0" u="none" strike="noStrike" kern="1200" cap="none" spc="0" normalizeH="0" baseline="0" noProof="0">
              <a:ln>
                <a:noFill/>
              </a:ln>
              <a:solidFill>
                <a:prstClr val="white"/>
              </a:solidFill>
              <a:effectLst/>
              <a:uLnTx/>
              <a:uFillTx/>
              <a:latin typeface="Segoe UI Semibold" panose="020B0702040204020203" pitchFamily="34" charset="0"/>
              <a:ea typeface="+mn-ea"/>
              <a:cs typeface="Segoe UI Semibold" panose="020B0702040204020203" pitchFamily="34" charset="0"/>
            </a:endParaRPr>
          </a:p>
        </p:txBody>
      </p:sp>
      <p:sp>
        <p:nvSpPr>
          <p:cNvPr id="62" name="Text Placeholder 5">
            <a:extLst>
              <a:ext uri="{FF2B5EF4-FFF2-40B4-BE49-F238E27FC236}">
                <a16:creationId xmlns:a16="http://schemas.microsoft.com/office/drawing/2014/main" id="{E4EFB238-0247-5189-C054-4387FC35B5D2}"/>
              </a:ext>
            </a:extLst>
          </p:cNvPr>
          <p:cNvSpPr txBox="1">
            <a:spLocks/>
          </p:cNvSpPr>
          <p:nvPr/>
        </p:nvSpPr>
        <p:spPr>
          <a:xfrm>
            <a:off x="3290135" y="5294915"/>
            <a:ext cx="1720992" cy="324073"/>
          </a:xfrm>
          <a:prstGeom prst="rect">
            <a:avLst/>
          </a:prstGeom>
        </p:spPr>
        <p:txBody>
          <a:bodyPr vert="horz" wrap="square" lIns="0" tIns="0" rIns="0" bIns="0" rtlCol="0">
            <a:spAutoFit/>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rgbClr val="000000"/>
                </a:solidFill>
                <a:latin typeface="+mn-lt"/>
                <a:ea typeface="+mn-ea"/>
                <a:cs typeface="Segoe UI Semilight" panose="020B04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rgbClr val="000000"/>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rgbClr val="000000"/>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200" kern="1200" spc="0" baseline="0">
                <a:solidFill>
                  <a:srgbClr val="000000"/>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000" kern="1200" spc="0" baseline="0">
                <a:solidFill>
                  <a:srgbClr val="000000"/>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ctr" defTabSz="679990" rtl="0" eaLnBrk="1" fontAlgn="auto" latinLnBrk="0" hangingPunct="1">
              <a:lnSpc>
                <a:spcPct val="100000"/>
              </a:lnSpc>
              <a:spcBef>
                <a:spcPts val="0"/>
              </a:spcBef>
              <a:spcAft>
                <a:spcPts val="437"/>
              </a:spcAft>
              <a:buClrTx/>
              <a:buSzTx/>
              <a:buFont typeface="Wingdings" panose="05000000000000000000" pitchFamily="2" charset="2"/>
              <a:buNone/>
              <a:tabLst/>
              <a:defRPr/>
            </a:pPr>
            <a:r>
              <a:rPr kumimoji="0" lang="en-US" sz="1053" b="0" i="0" u="none" strike="noStrike" kern="1200" cap="none" spc="0" normalizeH="0" baseline="0" noProof="0">
                <a:ln>
                  <a:noFill/>
                </a:ln>
                <a:solidFill>
                  <a:srgbClr val="000000"/>
                </a:solidFill>
                <a:effectLst/>
                <a:uLnTx/>
                <a:uFillTx/>
                <a:latin typeface="Segoe UI" panose="020B0502040204020203" pitchFamily="34" charset="0"/>
                <a:ea typeface="+mn-ea"/>
                <a:cs typeface="Segoe UI" panose="020B0502040204020203" pitchFamily="34" charset="0"/>
              </a:rPr>
              <a:t>Includes access to agents that use web and work data</a:t>
            </a:r>
            <a:endParaRPr kumimoji="0" sz="1053" b="0" i="0" u="none" strike="noStrike" kern="1200" cap="none" spc="0" normalizeH="0" baseline="0" noProof="0">
              <a:ln>
                <a:noFill/>
              </a:ln>
              <a:solidFill>
                <a:srgbClr val="000000"/>
              </a:solidFill>
              <a:effectLst/>
              <a:uLnTx/>
              <a:uFillTx/>
              <a:latin typeface="Segoe UI" panose="020B0502040204020203" pitchFamily="34" charset="0"/>
              <a:ea typeface="+mn-ea"/>
              <a:cs typeface="Segoe UI" panose="020B0502040204020203" pitchFamily="34" charset="0"/>
            </a:endParaRPr>
          </a:p>
        </p:txBody>
      </p:sp>
      <p:sp>
        <p:nvSpPr>
          <p:cNvPr id="70" name="Rectangle: Rounded Corners 69">
            <a:extLst>
              <a:ext uri="{FF2B5EF4-FFF2-40B4-BE49-F238E27FC236}">
                <a16:creationId xmlns:a16="http://schemas.microsoft.com/office/drawing/2014/main" id="{D1B6AB42-2089-4755-22B8-11CEBC722900}"/>
              </a:ext>
            </a:extLst>
          </p:cNvPr>
          <p:cNvSpPr/>
          <p:nvPr/>
        </p:nvSpPr>
        <p:spPr>
          <a:xfrm>
            <a:off x="3401320" y="6361670"/>
            <a:ext cx="1498621" cy="324073"/>
          </a:xfrm>
          <a:prstGeom prst="roundRect">
            <a:avLst/>
          </a:prstGeom>
          <a:solidFill>
            <a:srgbClr val="8A226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8480" rtl="0" eaLnBrk="1" fontAlgn="auto" latinLnBrk="0" hangingPunct="1">
              <a:lnSpc>
                <a:spcPct val="100000"/>
              </a:lnSpc>
              <a:spcBef>
                <a:spcPts val="0"/>
              </a:spcBef>
              <a:spcAft>
                <a:spcPts val="0"/>
              </a:spcAft>
              <a:buClrTx/>
              <a:buSzTx/>
              <a:buFontTx/>
              <a:buNone/>
              <a:tabLst/>
              <a:defRPr/>
            </a:pPr>
            <a:endParaRPr kumimoji="0" lang="en-IN" sz="1805"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72" name="Text Placeholder 5">
            <a:extLst>
              <a:ext uri="{FF2B5EF4-FFF2-40B4-BE49-F238E27FC236}">
                <a16:creationId xmlns:a16="http://schemas.microsoft.com/office/drawing/2014/main" id="{89D89A9C-662E-5C7B-D03D-201EA058E46A}"/>
              </a:ext>
            </a:extLst>
          </p:cNvPr>
          <p:cNvSpPr txBox="1">
            <a:spLocks/>
          </p:cNvSpPr>
          <p:nvPr/>
        </p:nvSpPr>
        <p:spPr>
          <a:xfrm>
            <a:off x="3905485" y="6431113"/>
            <a:ext cx="588605" cy="185185"/>
          </a:xfrm>
          <a:prstGeom prst="rect">
            <a:avLst/>
          </a:prstGeom>
        </p:spPr>
        <p:txBody>
          <a:bodyPr vert="horz" wrap="none" lIns="0" tIns="0" rIns="0" bIns="0" rtlCol="0">
            <a:spAutoFit/>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rgbClr val="000000"/>
                </a:solidFill>
                <a:latin typeface="+mn-lt"/>
                <a:ea typeface="+mn-ea"/>
                <a:cs typeface="Segoe UI Semilight" panose="020B04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rgbClr val="000000"/>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rgbClr val="000000"/>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200" kern="1200" spc="0" baseline="0">
                <a:solidFill>
                  <a:srgbClr val="000000"/>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000" kern="1200" spc="0" baseline="0">
                <a:solidFill>
                  <a:srgbClr val="000000"/>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ctr" defTabSz="679990" rtl="0" eaLnBrk="1" fontAlgn="auto" latinLnBrk="0" hangingPunct="1">
              <a:lnSpc>
                <a:spcPct val="100000"/>
              </a:lnSpc>
              <a:spcBef>
                <a:spcPts val="0"/>
              </a:spcBef>
              <a:spcAft>
                <a:spcPts val="437"/>
              </a:spcAft>
              <a:buClrTx/>
              <a:buSzTx/>
              <a:buFont typeface="Wingdings" panose="05000000000000000000" pitchFamily="2" charset="2"/>
              <a:buNone/>
              <a:tabLst/>
              <a:defRPr/>
            </a:pPr>
            <a:r>
              <a:rPr kumimoji="0" lang="en-IN" sz="1203" b="0" i="0" u="none" strike="noStrike" kern="1200" cap="none" spc="0" normalizeH="0" baseline="0" noProof="0">
                <a:ln>
                  <a:noFill/>
                </a:ln>
                <a:solidFill>
                  <a:prstClr val="white"/>
                </a:solidFill>
                <a:effectLst/>
                <a:uLnTx/>
                <a:uFillTx/>
                <a:latin typeface="Segoe UI Semibold" panose="020B0702040204020203" pitchFamily="34" charset="0"/>
                <a:ea typeface="+mn-ea"/>
                <a:cs typeface="Segoe UI Semibold" panose="020B0702040204020203" pitchFamily="34" charset="0"/>
              </a:rPr>
              <a:t>Controls</a:t>
            </a:r>
            <a:endParaRPr kumimoji="0" sz="1203" b="0" i="0" u="none" strike="noStrike" kern="1200" cap="none" spc="0" normalizeH="0" baseline="0" noProof="0">
              <a:ln>
                <a:noFill/>
              </a:ln>
              <a:solidFill>
                <a:prstClr val="white"/>
              </a:solidFill>
              <a:effectLst/>
              <a:uLnTx/>
              <a:uFillTx/>
              <a:latin typeface="Segoe UI Semibold" panose="020B0702040204020203" pitchFamily="34" charset="0"/>
              <a:ea typeface="+mn-ea"/>
              <a:cs typeface="Segoe UI Semibold" panose="020B0702040204020203" pitchFamily="34" charset="0"/>
            </a:endParaRPr>
          </a:p>
        </p:txBody>
      </p:sp>
      <p:sp>
        <p:nvSpPr>
          <p:cNvPr id="69" name="Text Placeholder 5">
            <a:extLst>
              <a:ext uri="{FF2B5EF4-FFF2-40B4-BE49-F238E27FC236}">
                <a16:creationId xmlns:a16="http://schemas.microsoft.com/office/drawing/2014/main" id="{059CD9B6-0539-00EC-BF7F-F49182B6279B}"/>
              </a:ext>
            </a:extLst>
          </p:cNvPr>
          <p:cNvSpPr txBox="1">
            <a:spLocks/>
          </p:cNvSpPr>
          <p:nvPr/>
        </p:nvSpPr>
        <p:spPr>
          <a:xfrm>
            <a:off x="3290135" y="6772987"/>
            <a:ext cx="1720992" cy="486110"/>
          </a:xfrm>
          <a:prstGeom prst="rect">
            <a:avLst/>
          </a:prstGeom>
        </p:spPr>
        <p:txBody>
          <a:bodyPr vert="horz" wrap="square" lIns="0" tIns="0" rIns="0" bIns="0" rtlCol="0">
            <a:spAutoFit/>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rgbClr val="000000"/>
                </a:solidFill>
                <a:latin typeface="+mn-lt"/>
                <a:ea typeface="+mn-ea"/>
                <a:cs typeface="Segoe UI Semilight" panose="020B04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rgbClr val="000000"/>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rgbClr val="000000"/>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200" kern="1200" spc="0" baseline="0">
                <a:solidFill>
                  <a:srgbClr val="000000"/>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000" kern="1200" spc="0" baseline="0">
                <a:solidFill>
                  <a:srgbClr val="000000"/>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ctr" defTabSz="679990" rtl="0" eaLnBrk="1" fontAlgn="auto" latinLnBrk="0" hangingPunct="1">
              <a:lnSpc>
                <a:spcPct val="100000"/>
              </a:lnSpc>
              <a:spcBef>
                <a:spcPts val="0"/>
              </a:spcBef>
              <a:spcAft>
                <a:spcPts val="437"/>
              </a:spcAft>
              <a:buClrTx/>
              <a:buSzTx/>
              <a:buFont typeface="Wingdings" panose="05000000000000000000" pitchFamily="2" charset="2"/>
              <a:buNone/>
              <a:tabLst/>
              <a:defRPr/>
            </a:pPr>
            <a:r>
              <a:rPr kumimoji="0" lang="en-US" sz="1053" b="0" i="0" u="none" strike="noStrike" kern="1200" cap="none" spc="0" normalizeH="0" baseline="0" noProof="0">
                <a:ln>
                  <a:noFill/>
                </a:ln>
                <a:solidFill>
                  <a:srgbClr val="000000"/>
                </a:solidFill>
                <a:effectLst/>
                <a:uLnTx/>
                <a:uFillTx/>
                <a:latin typeface="Segoe UI" panose="020B0502040204020203" pitchFamily="34" charset="0"/>
                <a:ea typeface="+mn-ea"/>
                <a:cs typeface="Segoe UI" panose="020B0502040204020203" pitchFamily="34" charset="0"/>
              </a:rPr>
              <a:t>Adds advanced management controls and analytics for admins</a:t>
            </a:r>
            <a:endParaRPr kumimoji="0" sz="1053" b="0" i="0" u="none" strike="noStrike" kern="1200" cap="none" spc="0" normalizeH="0" baseline="0" noProof="0">
              <a:ln>
                <a:noFill/>
              </a:ln>
              <a:solidFill>
                <a:srgbClr val="000000"/>
              </a:solidFill>
              <a:effectLst/>
              <a:uLnTx/>
              <a:uFillTx/>
              <a:latin typeface="Segoe UI" panose="020B0502040204020203" pitchFamily="34" charset="0"/>
              <a:ea typeface="+mn-ea"/>
              <a:cs typeface="Segoe UI" panose="020B0502040204020203" pitchFamily="34" charset="0"/>
            </a:endParaRPr>
          </a:p>
        </p:txBody>
      </p:sp>
      <p:sp>
        <p:nvSpPr>
          <p:cNvPr id="74" name="Oval 73">
            <a:extLst>
              <a:ext uri="{FF2B5EF4-FFF2-40B4-BE49-F238E27FC236}">
                <a16:creationId xmlns:a16="http://schemas.microsoft.com/office/drawing/2014/main" id="{5A17A4FF-131A-17BA-62E9-79F850F1DAC1}"/>
              </a:ext>
            </a:extLst>
          </p:cNvPr>
          <p:cNvSpPr/>
          <p:nvPr/>
        </p:nvSpPr>
        <p:spPr>
          <a:xfrm>
            <a:off x="2612149" y="2399503"/>
            <a:ext cx="443077" cy="443077"/>
          </a:xfrm>
          <a:prstGeom prst="ellipse">
            <a:avLst/>
          </a:prstGeom>
          <a:solidFill>
            <a:srgbClr val="C03BC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8480" rtl="0" eaLnBrk="1" fontAlgn="auto" latinLnBrk="0" hangingPunct="1">
              <a:lnSpc>
                <a:spcPct val="100000"/>
              </a:lnSpc>
              <a:spcBef>
                <a:spcPts val="0"/>
              </a:spcBef>
              <a:spcAft>
                <a:spcPts val="0"/>
              </a:spcAft>
              <a:buClrTx/>
              <a:buSzTx/>
              <a:buFontTx/>
              <a:buNone/>
              <a:tabLst/>
              <a:defRPr/>
            </a:pPr>
            <a:endParaRPr kumimoji="0" lang="en-IN" sz="1805" b="0" i="0" u="none" strike="noStrike" kern="1200" cap="none" spc="0" normalizeH="0" baseline="0" noProof="0">
              <a:ln>
                <a:noFill/>
              </a:ln>
              <a:solidFill>
                <a:prstClr val="white"/>
              </a:solidFill>
              <a:effectLst/>
              <a:uLnTx/>
              <a:uFillTx/>
              <a:latin typeface="Aptos" panose="02110004020202020204"/>
              <a:ea typeface="+mn-ea"/>
              <a:cs typeface="+mn-cs"/>
            </a:endParaRPr>
          </a:p>
        </p:txBody>
      </p:sp>
      <p:cxnSp>
        <p:nvCxnSpPr>
          <p:cNvPr id="78" name="Straight Connector 77">
            <a:extLst>
              <a:ext uri="{FF2B5EF4-FFF2-40B4-BE49-F238E27FC236}">
                <a16:creationId xmlns:a16="http://schemas.microsoft.com/office/drawing/2014/main" id="{A3FDD2CB-27D7-96BC-E12A-B5240FE8D23D}"/>
              </a:ext>
              <a:ext uri="{C183D7F6-B498-43B3-948B-1728B52AA6E4}">
                <adec:decorative xmlns:adec="http://schemas.microsoft.com/office/drawing/2017/decorative" val="1"/>
              </a:ext>
            </a:extLst>
          </p:cNvPr>
          <p:cNvCxnSpPr>
            <a:cxnSpLocks/>
          </p:cNvCxnSpPr>
          <p:nvPr/>
        </p:nvCxnSpPr>
        <p:spPr>
          <a:xfrm>
            <a:off x="3117589" y="2936284"/>
            <a:ext cx="2066082" cy="0"/>
          </a:xfrm>
          <a:prstGeom prst="line">
            <a:avLst/>
          </a:prstGeom>
          <a:ln>
            <a:solidFill>
              <a:schemeClr val="tx2">
                <a:alpha val="10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pic>
        <p:nvPicPr>
          <p:cNvPr id="82" name="Graphic 81">
            <a:extLst>
              <a:ext uri="{FF2B5EF4-FFF2-40B4-BE49-F238E27FC236}">
                <a16:creationId xmlns:a16="http://schemas.microsoft.com/office/drawing/2014/main" id="{681133F1-A9E6-C101-5059-FA1B720857BA}"/>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391095" y="4176684"/>
            <a:ext cx="275242" cy="275242"/>
          </a:xfrm>
          <a:prstGeom prst="rect">
            <a:avLst/>
          </a:prstGeom>
        </p:spPr>
      </p:pic>
      <p:grpSp>
        <p:nvGrpSpPr>
          <p:cNvPr id="103" name="Group 102">
            <a:extLst>
              <a:ext uri="{FF2B5EF4-FFF2-40B4-BE49-F238E27FC236}">
                <a16:creationId xmlns:a16="http://schemas.microsoft.com/office/drawing/2014/main" id="{5292CF45-BE5C-778B-1FFB-1F972FB0278A}"/>
              </a:ext>
            </a:extLst>
          </p:cNvPr>
          <p:cNvGrpSpPr/>
          <p:nvPr/>
        </p:nvGrpSpPr>
        <p:grpSpPr>
          <a:xfrm>
            <a:off x="3767865" y="4176061"/>
            <a:ext cx="714038" cy="281414"/>
            <a:chOff x="3757311" y="3192823"/>
            <a:chExt cx="712038" cy="280626"/>
          </a:xfrm>
        </p:grpSpPr>
        <p:pic>
          <p:nvPicPr>
            <p:cNvPr id="83" name="Graphic 82">
              <a:extLst>
                <a:ext uri="{FF2B5EF4-FFF2-40B4-BE49-F238E27FC236}">
                  <a16:creationId xmlns:a16="http://schemas.microsoft.com/office/drawing/2014/main" id="{36B3D3CC-6CBA-BEFA-5FB7-1F904E360ED9}"/>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757311" y="3192823"/>
              <a:ext cx="274471" cy="274471"/>
            </a:xfrm>
            <a:prstGeom prst="rect">
              <a:avLst/>
            </a:prstGeom>
          </p:spPr>
        </p:pic>
        <p:pic>
          <p:nvPicPr>
            <p:cNvPr id="84" name="Graphic 83">
              <a:extLst>
                <a:ext uri="{FF2B5EF4-FFF2-40B4-BE49-F238E27FC236}">
                  <a16:creationId xmlns:a16="http://schemas.microsoft.com/office/drawing/2014/main" id="{E6543A4A-917E-6BA3-F224-7191F916C9B1}"/>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4061688" y="3252010"/>
              <a:ext cx="126764" cy="126764"/>
            </a:xfrm>
            <a:prstGeom prst="rect">
              <a:avLst/>
            </a:prstGeom>
          </p:spPr>
        </p:pic>
        <p:pic>
          <p:nvPicPr>
            <p:cNvPr id="86" name="Graphic 85">
              <a:extLst>
                <a:ext uri="{FF2B5EF4-FFF2-40B4-BE49-F238E27FC236}">
                  <a16:creationId xmlns:a16="http://schemas.microsoft.com/office/drawing/2014/main" id="{A628C7A3-ACD7-2494-D9EE-34B9711B228A}"/>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4194878" y="3198978"/>
              <a:ext cx="274471" cy="274471"/>
            </a:xfrm>
            <a:prstGeom prst="rect">
              <a:avLst/>
            </a:prstGeom>
          </p:spPr>
        </p:pic>
      </p:grpSp>
      <p:pic>
        <p:nvPicPr>
          <p:cNvPr id="88" name="Graphic 87">
            <a:extLst>
              <a:ext uri="{FF2B5EF4-FFF2-40B4-BE49-F238E27FC236}">
                <a16:creationId xmlns:a16="http://schemas.microsoft.com/office/drawing/2014/main" id="{B1414944-5CB3-E94B-7EDB-82A1FE31F610}"/>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1019676" y="4939631"/>
            <a:ext cx="212002" cy="212002"/>
          </a:xfrm>
          <a:prstGeom prst="rect">
            <a:avLst/>
          </a:prstGeom>
        </p:spPr>
      </p:pic>
      <p:pic>
        <p:nvPicPr>
          <p:cNvPr id="95" name="Graphic 94">
            <a:extLst>
              <a:ext uri="{FF2B5EF4-FFF2-40B4-BE49-F238E27FC236}">
                <a16:creationId xmlns:a16="http://schemas.microsoft.com/office/drawing/2014/main" id="{D540F8AA-7AD7-5C7A-2959-81AF51FF6D29}"/>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3644326" y="4939631"/>
            <a:ext cx="212002" cy="212002"/>
          </a:xfrm>
          <a:prstGeom prst="rect">
            <a:avLst/>
          </a:prstGeom>
        </p:spPr>
      </p:pic>
      <p:pic>
        <p:nvPicPr>
          <p:cNvPr id="98" name="Graphic 97">
            <a:extLst>
              <a:ext uri="{FF2B5EF4-FFF2-40B4-BE49-F238E27FC236}">
                <a16:creationId xmlns:a16="http://schemas.microsoft.com/office/drawing/2014/main" id="{42CC6AAB-6C0C-A846-8F51-85F316B77CD1}"/>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1019676" y="6409084"/>
            <a:ext cx="229242" cy="229242"/>
          </a:xfrm>
          <a:prstGeom prst="rect">
            <a:avLst/>
          </a:prstGeom>
        </p:spPr>
      </p:pic>
      <p:pic>
        <p:nvPicPr>
          <p:cNvPr id="99" name="Graphic 98">
            <a:extLst>
              <a:ext uri="{FF2B5EF4-FFF2-40B4-BE49-F238E27FC236}">
                <a16:creationId xmlns:a16="http://schemas.microsoft.com/office/drawing/2014/main" id="{FA5B5A07-ABC3-8610-8B0D-6881734EB868}"/>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3644326" y="6409084"/>
            <a:ext cx="229242" cy="229242"/>
          </a:xfrm>
          <a:prstGeom prst="rect">
            <a:avLst/>
          </a:prstGeom>
        </p:spPr>
      </p:pic>
      <p:sp>
        <p:nvSpPr>
          <p:cNvPr id="100" name="Arrow: Right 99">
            <a:extLst>
              <a:ext uri="{FF2B5EF4-FFF2-40B4-BE49-F238E27FC236}">
                <a16:creationId xmlns:a16="http://schemas.microsoft.com/office/drawing/2014/main" id="{FA5DD712-EADC-6310-22BE-446B2A2FDC9A}"/>
              </a:ext>
            </a:extLst>
          </p:cNvPr>
          <p:cNvSpPr/>
          <p:nvPr/>
        </p:nvSpPr>
        <p:spPr>
          <a:xfrm>
            <a:off x="2554843" y="3628396"/>
            <a:ext cx="512557" cy="439772"/>
          </a:xfrm>
          <a:prstGeom prst="rightArrow">
            <a:avLst/>
          </a:prstGeom>
          <a:solidFill>
            <a:srgbClr val="C03BC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8480" rtl="0" eaLnBrk="1" fontAlgn="auto" latinLnBrk="0" hangingPunct="1">
              <a:lnSpc>
                <a:spcPct val="100000"/>
              </a:lnSpc>
              <a:spcBef>
                <a:spcPts val="0"/>
              </a:spcBef>
              <a:spcAft>
                <a:spcPts val="0"/>
              </a:spcAft>
              <a:buClrTx/>
              <a:buSzTx/>
              <a:buFontTx/>
              <a:buNone/>
              <a:tabLst/>
              <a:defRPr/>
            </a:pPr>
            <a:endParaRPr kumimoji="0" lang="en-IN" sz="1805" b="0" i="0" u="none" strike="noStrike" kern="1200" cap="none" spc="0" normalizeH="0" baseline="0" noProof="0">
              <a:ln>
                <a:solidFill>
                  <a:srgbClr val="8A226F"/>
                </a:solidFill>
              </a:ln>
              <a:solidFill>
                <a:prstClr val="white"/>
              </a:solidFill>
              <a:effectLst/>
              <a:uLnTx/>
              <a:uFillTx/>
              <a:latin typeface="Aptos" panose="02110004020202020204"/>
              <a:ea typeface="+mn-ea"/>
              <a:cs typeface="+mn-cs"/>
            </a:endParaRPr>
          </a:p>
        </p:txBody>
      </p:sp>
      <p:sp>
        <p:nvSpPr>
          <p:cNvPr id="101" name="Arrow: Right 100">
            <a:extLst>
              <a:ext uri="{FF2B5EF4-FFF2-40B4-BE49-F238E27FC236}">
                <a16:creationId xmlns:a16="http://schemas.microsoft.com/office/drawing/2014/main" id="{B4E213C0-0774-CADA-094E-479D5912A2DA}"/>
              </a:ext>
            </a:extLst>
          </p:cNvPr>
          <p:cNvSpPr/>
          <p:nvPr/>
        </p:nvSpPr>
        <p:spPr>
          <a:xfrm>
            <a:off x="2554843" y="5106469"/>
            <a:ext cx="512557" cy="439772"/>
          </a:xfrm>
          <a:prstGeom prst="rightArrow">
            <a:avLst/>
          </a:prstGeom>
          <a:solidFill>
            <a:srgbClr val="C03BC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8480" rtl="0" eaLnBrk="1" fontAlgn="auto" latinLnBrk="0" hangingPunct="1">
              <a:lnSpc>
                <a:spcPct val="100000"/>
              </a:lnSpc>
              <a:spcBef>
                <a:spcPts val="0"/>
              </a:spcBef>
              <a:spcAft>
                <a:spcPts val="0"/>
              </a:spcAft>
              <a:buClrTx/>
              <a:buSzTx/>
              <a:buFontTx/>
              <a:buNone/>
              <a:tabLst/>
              <a:defRPr/>
            </a:pPr>
            <a:endParaRPr kumimoji="0" lang="en-IN" sz="1805" b="0" i="0" u="none" strike="noStrike" kern="1200" cap="none" spc="0" normalizeH="0" baseline="0" noProof="0">
              <a:ln>
                <a:solidFill>
                  <a:srgbClr val="8A226F"/>
                </a:solidFill>
              </a:ln>
              <a:solidFill>
                <a:prstClr val="white"/>
              </a:solidFill>
              <a:effectLst/>
              <a:uLnTx/>
              <a:uFillTx/>
              <a:latin typeface="Aptos" panose="02110004020202020204"/>
              <a:ea typeface="+mn-ea"/>
              <a:cs typeface="+mn-cs"/>
            </a:endParaRPr>
          </a:p>
        </p:txBody>
      </p:sp>
      <p:sp>
        <p:nvSpPr>
          <p:cNvPr id="102" name="Arrow: Right 101">
            <a:extLst>
              <a:ext uri="{FF2B5EF4-FFF2-40B4-BE49-F238E27FC236}">
                <a16:creationId xmlns:a16="http://schemas.microsoft.com/office/drawing/2014/main" id="{2A565BBE-0630-7DB7-97E7-0EF968D874FA}"/>
              </a:ext>
            </a:extLst>
          </p:cNvPr>
          <p:cNvSpPr/>
          <p:nvPr/>
        </p:nvSpPr>
        <p:spPr>
          <a:xfrm>
            <a:off x="2554843" y="6584542"/>
            <a:ext cx="512557" cy="439772"/>
          </a:xfrm>
          <a:prstGeom prst="rightArrow">
            <a:avLst/>
          </a:prstGeom>
          <a:solidFill>
            <a:srgbClr val="C03BC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8480" rtl="0" eaLnBrk="1" fontAlgn="auto" latinLnBrk="0" hangingPunct="1">
              <a:lnSpc>
                <a:spcPct val="100000"/>
              </a:lnSpc>
              <a:spcBef>
                <a:spcPts val="0"/>
              </a:spcBef>
              <a:spcAft>
                <a:spcPts val="0"/>
              </a:spcAft>
              <a:buClrTx/>
              <a:buSzTx/>
              <a:buFontTx/>
              <a:buNone/>
              <a:tabLst/>
              <a:defRPr/>
            </a:pPr>
            <a:endParaRPr kumimoji="0" lang="en-IN" sz="1805" b="0" i="0" u="none" strike="noStrike" kern="1200" cap="none" spc="0" normalizeH="0" baseline="0" noProof="0">
              <a:ln>
                <a:solidFill>
                  <a:srgbClr val="8A226F"/>
                </a:solidFill>
              </a:ln>
              <a:solidFill>
                <a:prstClr val="white"/>
              </a:solidFill>
              <a:effectLst/>
              <a:uLnTx/>
              <a:uFillTx/>
              <a:latin typeface="Aptos" panose="02110004020202020204"/>
              <a:ea typeface="+mn-ea"/>
              <a:cs typeface="+mn-cs"/>
            </a:endParaRPr>
          </a:p>
        </p:txBody>
      </p:sp>
      <p:sp>
        <p:nvSpPr>
          <p:cNvPr id="2" name="TextBox 1">
            <a:extLst>
              <a:ext uri="{FF2B5EF4-FFF2-40B4-BE49-F238E27FC236}">
                <a16:creationId xmlns:a16="http://schemas.microsoft.com/office/drawing/2014/main" id="{05ABA1B7-9910-2D65-4D24-AA801543A30A}"/>
              </a:ext>
            </a:extLst>
          </p:cNvPr>
          <p:cNvSpPr txBox="1"/>
          <p:nvPr/>
        </p:nvSpPr>
        <p:spPr>
          <a:xfrm>
            <a:off x="2633263" y="2428521"/>
            <a:ext cx="400848" cy="370369"/>
          </a:xfrm>
          <a:prstGeom prst="rect">
            <a:avLst/>
          </a:prstGeom>
          <a:noFill/>
        </p:spPr>
        <p:txBody>
          <a:bodyPr wrap="none" rtlCol="0">
            <a:spAutoFit/>
          </a:bodyPr>
          <a:lstStyle/>
          <a:p>
            <a:pPr marL="0" marR="0" lvl="0" indent="0" algn="ctr" defTabSz="458480" rtl="0" eaLnBrk="1" fontAlgn="auto" latinLnBrk="0" hangingPunct="1">
              <a:lnSpc>
                <a:spcPct val="100000"/>
              </a:lnSpc>
              <a:spcBef>
                <a:spcPts val="0"/>
              </a:spcBef>
              <a:spcAft>
                <a:spcPts val="0"/>
              </a:spcAft>
              <a:buClrTx/>
              <a:buSzTx/>
              <a:buFontTx/>
              <a:buNone/>
              <a:tabLst/>
              <a:defRPr/>
            </a:pPr>
            <a:r>
              <a:rPr kumimoji="0" lang="en-IN" sz="1805" b="0" i="0" u="none" strike="noStrike" kern="1200" cap="none" spc="0" normalizeH="0" baseline="0" noProof="0" dirty="0">
                <a:ln>
                  <a:noFill/>
                </a:ln>
                <a:solidFill>
                  <a:prstClr val="white"/>
                </a:solidFill>
                <a:effectLst/>
                <a:uLnTx/>
                <a:uFillTx/>
                <a:latin typeface="Segoe UI Semibold" panose="020B0702040204020203" pitchFamily="34" charset="0"/>
                <a:ea typeface="+mn-ea"/>
                <a:cs typeface="Segoe UI Semibold" panose="020B0702040204020203" pitchFamily="34" charset="0"/>
              </a:rPr>
              <a:t>vs</a:t>
            </a:r>
            <a:endParaRPr kumimoji="0" lang="en-US" sz="1805" b="0" i="0" u="none" strike="noStrike" kern="1200" cap="none" spc="0" normalizeH="0" baseline="0" noProof="0" dirty="0">
              <a:ln>
                <a:noFill/>
              </a:ln>
              <a:solidFill>
                <a:prstClr val="white"/>
              </a:solidFill>
              <a:effectLst/>
              <a:uLnTx/>
              <a:uFillTx/>
              <a:latin typeface="Segoe UI Semibold" panose="020B0702040204020203" pitchFamily="34" charset="0"/>
              <a:ea typeface="+mn-ea"/>
              <a:cs typeface="Segoe UI Semibold" panose="020B0702040204020203" pitchFamily="34"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F85001EE-ABA6-13EB-F672-F3A185B2096D}"/>
            </a:ext>
          </a:extLst>
        </p:cNvPr>
        <p:cNvGrpSpPr/>
        <p:nvPr/>
      </p:nvGrpSpPr>
      <p:grpSpPr>
        <a:xfrm>
          <a:off x="0" y="0"/>
          <a:ext cx="0" cy="0"/>
          <a:chOff x="0" y="0"/>
          <a:chExt cx="0" cy="0"/>
        </a:xfrm>
      </p:grpSpPr>
      <p:sp>
        <p:nvSpPr>
          <p:cNvPr id="5" name="Rectangle 3468742">
            <a:extLst>
              <a:ext uri="{FF2B5EF4-FFF2-40B4-BE49-F238E27FC236}">
                <a16:creationId xmlns:a16="http://schemas.microsoft.com/office/drawing/2014/main" id="{9963F151-879F-4558-E6B6-4255986112B0}"/>
              </a:ext>
            </a:extLst>
          </p:cNvPr>
          <p:cNvSpPr/>
          <p:nvPr/>
        </p:nvSpPr>
        <p:spPr>
          <a:xfrm>
            <a:off x="0" y="0"/>
            <a:ext cx="5667375" cy="8020050"/>
          </a:xfrm>
          <a:prstGeom prst="rect">
            <a:avLst/>
          </a:prstGeom>
          <a:solidFill>
            <a:srgbClr val="FCF2ED"/>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48" name="Picture 47">
            <a:extLst>
              <a:ext uri="{FF2B5EF4-FFF2-40B4-BE49-F238E27FC236}">
                <a16:creationId xmlns:a16="http://schemas.microsoft.com/office/drawing/2014/main" id="{5F283AE0-4FB1-7607-6FCB-9A85B3D66739}"/>
              </a:ext>
            </a:extLst>
          </p:cNvPr>
          <p:cNvPicPr>
            <a:picLocks noChangeAspect="1"/>
          </p:cNvPicPr>
          <p:nvPr/>
        </p:nvPicPr>
        <p:blipFill>
          <a:blip r:embed="rId3">
            <a:alphaModFix amt="23000"/>
          </a:blip>
          <a:srcRect l="14306" t="29128" r="12293" b="-1677"/>
          <a:stretch>
            <a:fillRect/>
          </a:stretch>
        </p:blipFill>
        <p:spPr>
          <a:xfrm rot="10800000">
            <a:off x="-1" y="5465343"/>
            <a:ext cx="5667375" cy="2563698"/>
          </a:xfrm>
          <a:prstGeom prst="rect">
            <a:avLst/>
          </a:prstGeom>
          <a:effectLst/>
        </p:spPr>
      </p:pic>
      <p:sp>
        <p:nvSpPr>
          <p:cNvPr id="9" name="Upgrade investment snapshot">
            <a:extLst>
              <a:ext uri="{FF2B5EF4-FFF2-40B4-BE49-F238E27FC236}">
                <a16:creationId xmlns:a16="http://schemas.microsoft.com/office/drawing/2014/main" id="{FBD0EA6D-9670-1F46-2E2E-01AE80EFC1A8}"/>
              </a:ext>
            </a:extLst>
          </p:cNvPr>
          <p:cNvSpPr/>
          <p:nvPr/>
        </p:nvSpPr>
        <p:spPr>
          <a:xfrm>
            <a:off x="409575" y="229393"/>
            <a:ext cx="4534376" cy="292989"/>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black">
                    <a:lumMod val="95000"/>
                    <a:lumOff val="5000"/>
                  </a:prstClr>
                </a:solidFill>
                <a:effectLst/>
                <a:uLnTx/>
                <a:uFillTx/>
                <a:latin typeface="Segoe UI Semibold" pitchFamily="34" charset="0"/>
                <a:ea typeface="Segoe UI Semibold" pitchFamily="34" charset="-122"/>
                <a:cs typeface="Segoe UI Semibold" pitchFamily="34" charset="-120"/>
              </a:rPr>
              <a:t>Upgrade investment snapshot</a:t>
            </a:r>
            <a:endParaRPr kumimoji="0" lang="en-US" sz="1800" b="0" i="0" u="none" strike="noStrike" kern="1200" cap="none" spc="0" normalizeH="0" baseline="0" noProof="0">
              <a:ln>
                <a:noFill/>
              </a:ln>
              <a:solidFill>
                <a:srgbClr val="8A226F"/>
              </a:solidFill>
              <a:effectLst/>
              <a:uLnTx/>
              <a:uFillTx/>
              <a:latin typeface="Segoe UI Semibold" pitchFamily="34" charset="0"/>
              <a:ea typeface="Segoe UI Semibold" pitchFamily="34" charset="-122"/>
              <a:cs typeface="Segoe UI Semibold" pitchFamily="34" charset="-120"/>
            </a:endParaRPr>
          </a:p>
        </p:txBody>
      </p:sp>
      <p:sp>
        <p:nvSpPr>
          <p:cNvPr id="49" name="Text 8">
            <a:extLst>
              <a:ext uri="{FF2B5EF4-FFF2-40B4-BE49-F238E27FC236}">
                <a16:creationId xmlns:a16="http://schemas.microsoft.com/office/drawing/2014/main" id="{91AFE902-17FD-61F3-E778-58BF18FA2D93}"/>
              </a:ext>
            </a:extLst>
          </p:cNvPr>
          <p:cNvSpPr/>
          <p:nvPr/>
        </p:nvSpPr>
        <p:spPr>
          <a:xfrm>
            <a:off x="409575" y="7315201"/>
            <a:ext cx="4848225" cy="613538"/>
          </a:xfrm>
          <a:prstGeom prst="rect">
            <a:avLst/>
          </a:prstGeom>
          <a:noFill/>
          <a:ln/>
        </p:spPr>
        <p:txBody>
          <a:bodyPr wrap="square" lIns="0" tIns="0" rIns="0" bIns="0" rtlCol="0" anchor="t"/>
          <a:lstStyle/>
          <a:p>
            <a:r>
              <a:rPr lang="en-US" sz="500" dirty="0">
                <a:highlight>
                  <a:srgbClr val="FFFF00"/>
                </a:highlight>
                <a:latin typeface="Segoe UI Semibold" panose="020B0702040204020203" pitchFamily="34" charset="0"/>
                <a:cs typeface="Segoe UI Semibold" panose="020B0702040204020203" pitchFamily="34" charset="0"/>
              </a:rPr>
              <a:t>[NOTE - PLEASE DELETE BEFORE SENDING TO THE CUSTOMER]</a:t>
            </a:r>
          </a:p>
          <a:p>
            <a:r>
              <a:rPr lang="en-US" sz="500" dirty="0">
                <a:highlight>
                  <a:srgbClr val="FFFF00"/>
                </a:highlight>
                <a:latin typeface="Segoe UI" panose="020B0502040204020203" pitchFamily="34" charset="0"/>
                <a:cs typeface="Segoe UI" panose="020B0502040204020203" pitchFamily="34" charset="0"/>
              </a:rPr>
              <a:t>The calculation above is based on active promos, partner MAICPP status, Microsoft Commercial Incentives, and Microsoft list price, and assumes additional information on margins. This is for reference only and subject to change. Please review the calculation, and adjust before sending it to the customer. Microsoft would not be responsible for the content or accuracy of any information/claim made in this document, or for any decisions made based on such information. </a:t>
            </a:r>
          </a:p>
        </p:txBody>
      </p:sp>
      <p:graphicFrame>
        <p:nvGraphicFramePr>
          <p:cNvPr id="2" name="Table 1">
            <a:extLst>
              <a:ext uri="{FF2B5EF4-FFF2-40B4-BE49-F238E27FC236}">
                <a16:creationId xmlns:a16="http://schemas.microsoft.com/office/drawing/2014/main" id="{0476141F-8F89-2F93-EC9F-620543AD7FFE}"/>
              </a:ext>
            </a:extLst>
          </p:cNvPr>
          <p:cNvGraphicFramePr>
            <a:graphicFrameLocks noGrp="1"/>
          </p:cNvGraphicFramePr>
          <p:nvPr>
            <p:extLst>
              <p:ext uri="{D42A27DB-BD31-4B8C-83A1-F6EECF244321}">
                <p14:modId xmlns:p14="http://schemas.microsoft.com/office/powerpoint/2010/main" val="1719307073"/>
              </p:ext>
            </p:extLst>
          </p:nvPr>
        </p:nvGraphicFramePr>
        <p:xfrm>
          <a:off x="409573" y="628345"/>
          <a:ext cx="4848226" cy="5044861"/>
        </p:xfrm>
        <a:graphic>
          <a:graphicData uri="http://schemas.openxmlformats.org/drawingml/2006/table">
            <a:tbl>
              <a:tblPr firstRow="1" bandRow="1">
                <a:tableStyleId>{5C22544A-7EE6-4342-B048-85BDC9FD1C3A}</a:tableStyleId>
              </a:tblPr>
              <a:tblGrid>
                <a:gridCol w="2424113">
                  <a:extLst>
                    <a:ext uri="{9D8B030D-6E8A-4147-A177-3AD203B41FA5}">
                      <a16:colId xmlns:a16="http://schemas.microsoft.com/office/drawing/2014/main" val="4060207558"/>
                    </a:ext>
                  </a:extLst>
                </a:gridCol>
                <a:gridCol w="2424113">
                  <a:extLst>
                    <a:ext uri="{9D8B030D-6E8A-4147-A177-3AD203B41FA5}">
                      <a16:colId xmlns:a16="http://schemas.microsoft.com/office/drawing/2014/main" val="1051174369"/>
                    </a:ext>
                  </a:extLst>
                </a:gridCol>
              </a:tblGrid>
              <a:tr h="39622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8A226F"/>
                          </a:solidFill>
                          <a:effectLst/>
                          <a:uLnTx/>
                          <a:uFillTx/>
                          <a:latin typeface="Segoe UI Semibold" panose="020B0702040204020203" pitchFamily="34" charset="0"/>
                          <a:ea typeface="Segoe UI Bold" pitchFamily="34" charset="-122"/>
                          <a:cs typeface="Segoe UI Semibold" panose="020B0702040204020203" pitchFamily="34" charset="0"/>
                        </a:rPr>
                        <a:t>Current SKU</a:t>
                      </a:r>
                      <a:endParaRPr kumimoji="0" lang="en-US" sz="12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114680" marR="114680" marT="57340" marB="57340" anchor="ctr">
                    <a:lnL w="12700" cmpd="sng">
                      <a:noFill/>
                    </a:lnL>
                    <a:lnR w="12700" cap="flat" cmpd="sng" algn="ctr">
                      <a:solidFill>
                        <a:schemeClr val="bg1">
                          <a:lumMod val="85000"/>
                        </a:schemeClr>
                      </a:solidFill>
                      <a:prstDash val="solid"/>
                      <a:round/>
                      <a:headEnd type="none" w="med" len="med"/>
                      <a:tailEnd type="none" w="med" len="med"/>
                    </a:lnR>
                    <a:lnT w="12700" cmpd="sng">
                      <a:noFill/>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8A226F"/>
                          </a:solidFill>
                          <a:effectLst/>
                          <a:uLnTx/>
                          <a:uFillTx/>
                          <a:latin typeface="Segoe UI Semibold" panose="020B0702040204020203" pitchFamily="34" charset="0"/>
                          <a:ea typeface="Segoe UI Bold" pitchFamily="34" charset="-122"/>
                          <a:cs typeface="Segoe UI Semibold" panose="020B0702040204020203" pitchFamily="34" charset="0"/>
                        </a:rPr>
                        <a:t>{</a:t>
                      </a:r>
                      <a:r>
                        <a:rPr kumimoji="0" lang="en-US" sz="1200" b="0" i="0" u="none" strike="noStrike" kern="1200" cap="none" spc="0" normalizeH="0" baseline="0" noProof="0" dirty="0" err="1">
                          <a:ln>
                            <a:noFill/>
                          </a:ln>
                          <a:solidFill>
                            <a:srgbClr val="8A226F"/>
                          </a:solidFill>
                          <a:effectLst/>
                          <a:uLnTx/>
                          <a:uFillTx/>
                          <a:latin typeface="Segoe UI Semibold" panose="020B0702040204020203" pitchFamily="34" charset="0"/>
                          <a:ea typeface="Segoe UI Bold" pitchFamily="34" charset="-122"/>
                          <a:cs typeface="Segoe UI Semibold" panose="020B0702040204020203" pitchFamily="34" charset="0"/>
                        </a:rPr>
                        <a:t>start_sku</a:t>
                      </a:r>
                      <a:r>
                        <a:rPr kumimoji="0" lang="en-US" sz="1200" b="0" i="0" u="none" strike="noStrike" kern="1200" cap="none" spc="0" normalizeH="0" baseline="0" noProof="0" dirty="0">
                          <a:ln>
                            <a:noFill/>
                          </a:ln>
                          <a:solidFill>
                            <a:srgbClr val="8A226F"/>
                          </a:solidFill>
                          <a:effectLst/>
                          <a:uLnTx/>
                          <a:uFillTx/>
                          <a:latin typeface="Segoe UI Semibold" panose="020B0702040204020203" pitchFamily="34" charset="0"/>
                          <a:ea typeface="Segoe UI Bold" pitchFamily="34" charset="-122"/>
                          <a:cs typeface="Segoe UI Semibold" panose="020B0702040204020203" pitchFamily="34" charset="0"/>
                        </a:rPr>
                        <a:t>}​</a:t>
                      </a:r>
                      <a:endParaRPr kumimoji="0" lang="en-US" sz="1200" b="0" i="0" u="none" strike="noStrike" kern="1200" cap="none" spc="0" normalizeH="0" baseline="0" noProof="0" dirty="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114680" marR="114680" marT="57340" marB="57340" anchor="ctr">
                    <a:lnL w="12700" cap="flat" cmpd="sng" algn="ctr">
                      <a:solidFill>
                        <a:schemeClr val="bg1">
                          <a:lumMod val="85000"/>
                        </a:schemeClr>
                      </a:solidFill>
                      <a:prstDash val="solid"/>
                      <a:round/>
                      <a:headEnd type="none" w="med" len="med"/>
                      <a:tailEnd type="none" w="med" len="med"/>
                    </a:lnL>
                    <a:lnR w="12700" cmpd="sng">
                      <a:noFill/>
                    </a:lnR>
                    <a:lnT w="12700" cmpd="sng">
                      <a:noFill/>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681056158"/>
                  </a:ext>
                </a:extLst>
              </a:tr>
              <a:tr h="39622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chemeClr val="tx1"/>
                          </a:solidFill>
                          <a:effectLst/>
                          <a:uLnTx/>
                          <a:uFillTx/>
                          <a:latin typeface="Segoe UI" panose="020B0502040204020203" pitchFamily="34" charset="0"/>
                          <a:ea typeface="Segoe UI Regular" pitchFamily="34" charset="-122"/>
                          <a:cs typeface="Segoe UI" panose="020B0502040204020203" pitchFamily="34" charset="0"/>
                        </a:rPr>
                        <a:t># Seats</a:t>
                      </a:r>
                      <a:endParaRPr kumimoji="0" lang="en-US" sz="1200" b="0" i="0" u="none" strike="noStrike" kern="1200" cap="none" spc="0" normalizeH="0" baseline="0" noProof="0">
                        <a:ln>
                          <a:noFill/>
                        </a:ln>
                        <a:solidFill>
                          <a:schemeClr val="tx1"/>
                        </a:solidFill>
                        <a:effectLst/>
                        <a:uLnTx/>
                        <a:uFillTx/>
                        <a:latin typeface="Segoe UI" panose="020B0502040204020203" pitchFamily="34" charset="0"/>
                        <a:ea typeface="+mn-ea"/>
                        <a:cs typeface="Segoe UI" panose="020B0502040204020203" pitchFamily="34" charset="0"/>
                      </a:endParaRPr>
                    </a:p>
                  </a:txBody>
                  <a:tcPr marL="114680" marR="114680" marT="57340" marB="57340" anchor="ctr">
                    <a:lnL w="12700" cmpd="sng">
                      <a:noFill/>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chemeClr val="tx1"/>
                          </a:solidFill>
                          <a:effectLst/>
                          <a:uLnTx/>
                          <a:uFillTx/>
                          <a:latin typeface="Segoe UI" panose="020B0502040204020203" pitchFamily="34" charset="0"/>
                          <a:ea typeface="Segoe UI Regular" pitchFamily="34" charset="-122"/>
                          <a:cs typeface="Segoe UI" panose="020B0502040204020203" pitchFamily="34" charset="0"/>
                        </a:rPr>
                        <a:t>{seats}​</a:t>
                      </a:r>
                      <a:endParaRPr kumimoji="0" lang="en-US" sz="1200" b="0" i="0" u="none" strike="noStrike" kern="1200" cap="none" spc="0" normalizeH="0" baseline="0" noProof="0">
                        <a:ln>
                          <a:noFill/>
                        </a:ln>
                        <a:solidFill>
                          <a:schemeClr val="tx1"/>
                        </a:solidFill>
                        <a:effectLst/>
                        <a:uLnTx/>
                        <a:uFillTx/>
                        <a:latin typeface="Segoe UI" panose="020B0502040204020203" pitchFamily="34" charset="0"/>
                        <a:ea typeface="+mn-ea"/>
                        <a:cs typeface="Segoe UI" panose="020B0502040204020203" pitchFamily="34" charset="0"/>
                      </a:endParaRPr>
                    </a:p>
                  </a:txBody>
                  <a:tcPr marL="114680" marR="114680" marT="57340" marB="57340" anchor="ctr">
                    <a:lnL w="12700" cap="flat" cmpd="sng" algn="ctr">
                      <a:solidFill>
                        <a:schemeClr val="bg1">
                          <a:lumMod val="85000"/>
                        </a:schemeClr>
                      </a:solidFill>
                      <a:prstDash val="solid"/>
                      <a:round/>
                      <a:headEnd type="none" w="med" len="med"/>
                      <a:tailEnd type="none" w="med" len="med"/>
                    </a:lnL>
                    <a:lnR w="12700" cmpd="sng">
                      <a:noFill/>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357064573"/>
                  </a:ext>
                </a:extLst>
              </a:tr>
              <a:tr h="39622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chemeClr val="tx1"/>
                          </a:solidFill>
                          <a:effectLst/>
                          <a:uLnTx/>
                          <a:uFillTx/>
                          <a:latin typeface="Segoe UI" panose="020B0502040204020203" pitchFamily="34" charset="0"/>
                          <a:ea typeface="Segoe UI Regular" pitchFamily="34" charset="-122"/>
                          <a:cs typeface="Segoe UI" panose="020B0502040204020203" pitchFamily="34" charset="0"/>
                        </a:rPr>
                        <a:t>Current investment​</a:t>
                      </a:r>
                      <a:endParaRPr kumimoji="0" lang="en-US" sz="1200" b="0" i="0" u="none" strike="noStrike" kern="1200" cap="none" spc="0" normalizeH="0" baseline="0" noProof="0">
                        <a:ln>
                          <a:noFill/>
                        </a:ln>
                        <a:solidFill>
                          <a:schemeClr val="tx1"/>
                        </a:solidFill>
                        <a:effectLst/>
                        <a:uLnTx/>
                        <a:uFillTx/>
                        <a:latin typeface="Segoe UI" panose="020B0502040204020203" pitchFamily="34" charset="0"/>
                        <a:ea typeface="+mn-ea"/>
                        <a:cs typeface="Segoe UI" panose="020B0502040204020203" pitchFamily="34" charset="0"/>
                      </a:endParaRPr>
                    </a:p>
                  </a:txBody>
                  <a:tcPr marL="114680" marR="114680" marT="57340" marB="57340" anchor="ctr">
                    <a:lnL w="12700" cmpd="sng">
                      <a:noFill/>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chemeClr val="tx1"/>
                          </a:solidFill>
                          <a:effectLst/>
                          <a:uLnTx/>
                          <a:uFillTx/>
                          <a:latin typeface="Segoe UI" panose="020B0502040204020203" pitchFamily="34" charset="0"/>
                          <a:ea typeface="Segoe UI Regular" pitchFamily="34" charset="-122"/>
                          <a:cs typeface="Segoe UI" panose="020B0502040204020203" pitchFamily="34" charset="0"/>
                        </a:rPr>
                        <a:t>{</a:t>
                      </a:r>
                      <a:r>
                        <a:rPr kumimoji="0" lang="en-US" sz="1200" b="0" i="0" u="none" strike="noStrike" kern="1200" cap="none" spc="0" normalizeH="0" baseline="0" noProof="0" err="1">
                          <a:ln>
                            <a:noFill/>
                          </a:ln>
                          <a:solidFill>
                            <a:schemeClr val="tx1"/>
                          </a:solidFill>
                          <a:effectLst/>
                          <a:uLnTx/>
                          <a:uFillTx/>
                          <a:latin typeface="Segoe UI" panose="020B0502040204020203" pitchFamily="34" charset="0"/>
                          <a:ea typeface="Segoe UI Regular" pitchFamily="34" charset="-122"/>
                          <a:cs typeface="Segoe UI" panose="020B0502040204020203" pitchFamily="34" charset="0"/>
                        </a:rPr>
                        <a:t>expiring_arr</a:t>
                      </a:r>
                      <a:r>
                        <a:rPr kumimoji="0" lang="en-US" sz="1200" b="0" i="0" u="none" strike="noStrike" kern="1200" cap="none" spc="0" normalizeH="0" baseline="0" noProof="0">
                          <a:ln>
                            <a:noFill/>
                          </a:ln>
                          <a:solidFill>
                            <a:schemeClr val="tx1"/>
                          </a:solidFill>
                          <a:effectLst/>
                          <a:uLnTx/>
                          <a:uFillTx/>
                          <a:latin typeface="Segoe UI" panose="020B0502040204020203" pitchFamily="34" charset="0"/>
                          <a:ea typeface="Segoe UI Regular" pitchFamily="34" charset="-122"/>
                          <a:cs typeface="Segoe UI" panose="020B0502040204020203" pitchFamily="34" charset="0"/>
                        </a:rPr>
                        <a:t>}</a:t>
                      </a:r>
                      <a:endParaRPr kumimoji="0" lang="en-US" sz="1200" b="0" i="0" u="none" strike="noStrike" kern="1200" cap="none" spc="0" normalizeH="0" baseline="0" noProof="0">
                        <a:ln>
                          <a:noFill/>
                        </a:ln>
                        <a:solidFill>
                          <a:schemeClr val="tx1"/>
                        </a:solidFill>
                        <a:effectLst/>
                        <a:uLnTx/>
                        <a:uFillTx/>
                        <a:latin typeface="Segoe UI" panose="020B0502040204020203" pitchFamily="34" charset="0"/>
                        <a:ea typeface="+mn-ea"/>
                        <a:cs typeface="Segoe UI" panose="020B0502040204020203" pitchFamily="34" charset="0"/>
                      </a:endParaRPr>
                    </a:p>
                  </a:txBody>
                  <a:tcPr marL="114680" marR="114680" marT="57340" marB="57340" anchor="ctr">
                    <a:lnL w="12700" cap="flat" cmpd="sng" algn="ctr">
                      <a:solidFill>
                        <a:schemeClr val="bg1">
                          <a:lumMod val="85000"/>
                        </a:schemeClr>
                      </a:solidFill>
                      <a:prstDash val="solid"/>
                      <a:round/>
                      <a:headEnd type="none" w="med" len="med"/>
                      <a:tailEnd type="none" w="med" len="med"/>
                    </a:lnL>
                    <a:lnR w="12700" cmpd="sng">
                      <a:noFill/>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710304552"/>
                  </a:ext>
                </a:extLst>
              </a:tr>
              <a:tr h="39622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8A226F"/>
                          </a:solidFill>
                          <a:effectLst/>
                          <a:uLnTx/>
                          <a:uFillTx/>
                          <a:latin typeface="Segoe UI Semibold" panose="020B0702040204020203" pitchFamily="34" charset="0"/>
                          <a:ea typeface="Segoe UI Bold" pitchFamily="34" charset="-122"/>
                          <a:cs typeface="Segoe UI Semibold" panose="020B0702040204020203" pitchFamily="34" charset="0"/>
                        </a:rPr>
                        <a:t>Upgrade solution​</a:t>
                      </a:r>
                      <a:endParaRPr kumimoji="0" lang="en-US" sz="1200" b="0" i="0" u="none" strike="noStrike" kern="1200" cap="none" spc="0" normalizeH="0" baseline="0" noProof="0" dirty="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114680" marR="114680" marT="57340" marB="57340" anchor="ctr">
                    <a:lnL w="12700" cmpd="sng">
                      <a:noFill/>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8A226F"/>
                          </a:solidFill>
                          <a:effectLst/>
                          <a:uLnTx/>
                          <a:uFillTx/>
                          <a:latin typeface="Segoe UI Semibold" panose="020B0702040204020203" pitchFamily="34" charset="0"/>
                          <a:ea typeface="Segoe UI Regular" pitchFamily="34" charset="-122"/>
                          <a:cs typeface="Segoe UI Semibold" panose="020B0702040204020203" pitchFamily="34" charset="0"/>
                        </a:rPr>
                        <a:t>{</a:t>
                      </a:r>
                      <a:r>
                        <a:rPr kumimoji="0" lang="en-US" sz="1200" b="1" i="0" u="none" strike="noStrike" kern="1200" cap="none" spc="0" normalizeH="0" baseline="0" noProof="0" err="1">
                          <a:ln>
                            <a:noFill/>
                          </a:ln>
                          <a:solidFill>
                            <a:srgbClr val="8A226F"/>
                          </a:solidFill>
                          <a:effectLst/>
                          <a:uLnTx/>
                          <a:uFillTx/>
                          <a:latin typeface="Segoe UI Semibold" panose="020B0702040204020203" pitchFamily="34" charset="0"/>
                          <a:ea typeface="Segoe UI Regular" pitchFamily="34" charset="-122"/>
                          <a:cs typeface="Segoe UI Semibold" panose="020B0702040204020203" pitchFamily="34" charset="0"/>
                        </a:rPr>
                        <a:t>target_sku</a:t>
                      </a:r>
                      <a:r>
                        <a:rPr kumimoji="0" lang="en-US" sz="1200" b="1" i="0" u="none" strike="noStrike" kern="1200" cap="none" spc="0" normalizeH="0" baseline="0" noProof="0">
                          <a:ln>
                            <a:noFill/>
                          </a:ln>
                          <a:solidFill>
                            <a:srgbClr val="8A226F"/>
                          </a:solidFill>
                          <a:effectLst/>
                          <a:uLnTx/>
                          <a:uFillTx/>
                          <a:latin typeface="Segoe UI Semibold" panose="020B0702040204020203" pitchFamily="34" charset="0"/>
                          <a:ea typeface="Segoe UI Regular" pitchFamily="34" charset="-122"/>
                          <a:cs typeface="Segoe UI Semibold" panose="020B0702040204020203" pitchFamily="34" charset="0"/>
                        </a:rPr>
                        <a:t>}</a:t>
                      </a:r>
                      <a:endParaRPr kumimoji="0" lang="en-US" sz="1200" b="1"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114680" marR="114680" marT="57340" marB="57340" anchor="ctr">
                    <a:lnL w="12700" cap="flat" cmpd="sng" algn="ctr">
                      <a:solidFill>
                        <a:schemeClr val="bg1">
                          <a:lumMod val="85000"/>
                        </a:schemeClr>
                      </a:solidFill>
                      <a:prstDash val="solid"/>
                      <a:round/>
                      <a:headEnd type="none" w="med" len="med"/>
                      <a:tailEnd type="none" w="med" len="med"/>
                    </a:lnL>
                    <a:lnR w="12700" cmpd="sng">
                      <a:noFill/>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481662354"/>
                  </a:ext>
                </a:extLst>
              </a:tr>
              <a:tr h="51372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chemeClr val="tx1"/>
                          </a:solidFill>
                          <a:effectLst/>
                          <a:uLnTx/>
                          <a:uFillTx/>
                          <a:latin typeface="Segoe UI" panose="020B0502040204020203" pitchFamily="34" charset="0"/>
                          <a:ea typeface="Segoe UI Regular" pitchFamily="34" charset="-122"/>
                          <a:cs typeface="Segoe UI" panose="020B0502040204020203" pitchFamily="34" charset="0"/>
                        </a:rPr>
                        <a:t># Proposed seats for upgrade​</a:t>
                      </a:r>
                      <a:endParaRPr kumimoji="0" lang="en-US" sz="1200" b="0" i="0" u="none" strike="noStrike" kern="1200" cap="none" spc="0" normalizeH="0" baseline="0" noProof="0">
                        <a:ln>
                          <a:noFill/>
                        </a:ln>
                        <a:solidFill>
                          <a:schemeClr val="tx1"/>
                        </a:solidFill>
                        <a:effectLst/>
                        <a:uLnTx/>
                        <a:uFillTx/>
                        <a:latin typeface="Segoe UI" panose="020B0502040204020203" pitchFamily="34" charset="0"/>
                        <a:ea typeface="+mn-ea"/>
                        <a:cs typeface="Segoe UI" panose="020B0502040204020203" pitchFamily="34" charset="0"/>
                      </a:endParaRPr>
                    </a:p>
                  </a:txBody>
                  <a:tcPr marL="114680" marR="114680" marT="57340" marB="57340" anchor="ctr">
                    <a:lnL w="12700" cmpd="sng">
                      <a:noFill/>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tx1"/>
                          </a:solidFill>
                          <a:effectLst/>
                          <a:uLnTx/>
                          <a:uFillTx/>
                          <a:latin typeface="Segoe UI" panose="020B0502040204020203" pitchFamily="34" charset="0"/>
                          <a:ea typeface="Segoe UI Regular" pitchFamily="34" charset="-122"/>
                          <a:cs typeface="Segoe UI" panose="020B0502040204020203" pitchFamily="34" charset="0"/>
                        </a:rPr>
                        <a:t>{</a:t>
                      </a:r>
                      <a:r>
                        <a:rPr kumimoji="0" lang="en-US" sz="1200" b="0" i="0" u="none" strike="noStrike" kern="1200" cap="none" spc="0" normalizeH="0" baseline="0" noProof="0" dirty="0" err="1">
                          <a:ln>
                            <a:noFill/>
                          </a:ln>
                          <a:solidFill>
                            <a:schemeClr val="tx1"/>
                          </a:solidFill>
                          <a:effectLst/>
                          <a:uLnTx/>
                          <a:uFillTx/>
                          <a:latin typeface="Segoe UI" panose="020B0502040204020203" pitchFamily="34" charset="0"/>
                          <a:ea typeface="Segoe UI Regular" pitchFamily="34" charset="-122"/>
                          <a:cs typeface="Segoe UI" panose="020B0502040204020203" pitchFamily="34" charset="0"/>
                        </a:rPr>
                        <a:t>add_proposed_seat</a:t>
                      </a:r>
                      <a:r>
                        <a:rPr kumimoji="0" lang="en-US" sz="1200" b="0" i="0" u="none" strike="noStrike" kern="1200" cap="none" spc="0" normalizeH="0" baseline="0" noProof="0" dirty="0">
                          <a:ln>
                            <a:noFill/>
                          </a:ln>
                          <a:solidFill>
                            <a:schemeClr val="tx1"/>
                          </a:solidFill>
                          <a:effectLst/>
                          <a:uLnTx/>
                          <a:uFillTx/>
                          <a:latin typeface="Segoe UI" panose="020B0502040204020203" pitchFamily="34" charset="0"/>
                          <a:ea typeface="Segoe UI Regular" pitchFamily="34" charset="-122"/>
                          <a:cs typeface="Segoe UI" panose="020B0502040204020203" pitchFamily="34" charset="0"/>
                        </a:rPr>
                        <a:t>}</a:t>
                      </a:r>
                      <a:endParaRPr kumimoji="0" lang="en-US" sz="1200" b="0" i="0" u="none" strike="noStrike" kern="1200" cap="none" spc="0" normalizeH="0" baseline="0" noProof="0" dirty="0">
                        <a:ln>
                          <a:noFill/>
                        </a:ln>
                        <a:solidFill>
                          <a:schemeClr val="tx1"/>
                        </a:solidFill>
                        <a:effectLst/>
                        <a:uLnTx/>
                        <a:uFillTx/>
                        <a:latin typeface="Segoe UI" panose="020B0502040204020203" pitchFamily="34" charset="0"/>
                        <a:ea typeface="+mn-ea"/>
                        <a:cs typeface="Segoe UI" panose="020B0502040204020203" pitchFamily="34" charset="0"/>
                      </a:endParaRPr>
                    </a:p>
                  </a:txBody>
                  <a:tcPr marL="114680" marR="114680" marT="57340" marB="57340" anchor="ctr">
                    <a:lnL w="12700" cap="flat" cmpd="sng" algn="ctr">
                      <a:solidFill>
                        <a:schemeClr val="bg1">
                          <a:lumMod val="85000"/>
                        </a:schemeClr>
                      </a:solidFill>
                      <a:prstDash val="solid"/>
                      <a:round/>
                      <a:headEnd type="none" w="med" len="med"/>
                      <a:tailEnd type="none" w="med" len="med"/>
                    </a:lnL>
                    <a:lnR w="12700" cmpd="sng">
                      <a:noFill/>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352903458"/>
                  </a:ext>
                </a:extLst>
              </a:tr>
              <a:tr h="660073">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tx1"/>
                          </a:solidFill>
                          <a:effectLst/>
                          <a:uLnTx/>
                          <a:uFillTx/>
                          <a:latin typeface="Segoe UI" panose="020B0502040204020203" pitchFamily="34" charset="0"/>
                          <a:ea typeface="Segoe UI Regular" pitchFamily="34" charset="-122"/>
                          <a:cs typeface="Segoe UI" panose="020B0502040204020203" pitchFamily="34" charset="0"/>
                        </a:rPr>
                        <a:t>Actual cost of the solution 
per user</a:t>
                      </a:r>
                      <a:endParaRPr kumimoji="0" lang="en-US" sz="1200" b="0" i="0" u="none" strike="noStrike" kern="1200" cap="none" spc="0" normalizeH="0" baseline="0" noProof="0" dirty="0">
                        <a:ln>
                          <a:noFill/>
                        </a:ln>
                        <a:solidFill>
                          <a:schemeClr val="tx1"/>
                        </a:solidFill>
                        <a:effectLst/>
                        <a:uLnTx/>
                        <a:uFillTx/>
                        <a:latin typeface="Segoe UI" panose="020B0502040204020203" pitchFamily="34" charset="0"/>
                        <a:ea typeface="+mn-ea"/>
                        <a:cs typeface="Segoe UI" panose="020B0502040204020203" pitchFamily="34" charset="0"/>
                      </a:endParaRPr>
                    </a:p>
                  </a:txBody>
                  <a:tcPr marL="114680" marR="114680" marT="57340" marB="57340" anchor="ctr">
                    <a:lnL w="12700" cmpd="sng">
                      <a:noFill/>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tx1"/>
                          </a:solidFill>
                          <a:effectLst/>
                          <a:uLnTx/>
                          <a:uFillTx/>
                          <a:latin typeface="Segoe UI" panose="020B0502040204020203" pitchFamily="34" charset="0"/>
                          <a:ea typeface="Segoe UI Regular" pitchFamily="34" charset="-122"/>
                          <a:cs typeface="Segoe UI" panose="020B0502040204020203" pitchFamily="34" charset="0"/>
                        </a:rPr>
                        <a:t>{</a:t>
                      </a:r>
                      <a:r>
                        <a:rPr kumimoji="0" lang="en-US" sz="1200" b="0" i="0" u="none" strike="noStrike" kern="1200" cap="none" spc="0" normalizeH="0" baseline="0" noProof="0" dirty="0" err="1">
                          <a:ln>
                            <a:noFill/>
                          </a:ln>
                          <a:solidFill>
                            <a:schemeClr val="tx1"/>
                          </a:solidFill>
                          <a:effectLst/>
                          <a:uLnTx/>
                          <a:uFillTx/>
                          <a:latin typeface="Segoe UI" panose="020B0502040204020203" pitchFamily="34" charset="0"/>
                          <a:ea typeface="Segoe UI Regular" pitchFamily="34" charset="-122"/>
                          <a:cs typeface="Segoe UI" panose="020B0502040204020203" pitchFamily="34" charset="0"/>
                        </a:rPr>
                        <a:t>actual_price_per_user</a:t>
                      </a:r>
                      <a:r>
                        <a:rPr kumimoji="0" lang="en-US" sz="1200" b="0" i="0" u="none" strike="noStrike" kern="1200" cap="none" spc="0" normalizeH="0" baseline="0" noProof="0" dirty="0">
                          <a:ln>
                            <a:noFill/>
                          </a:ln>
                          <a:solidFill>
                            <a:schemeClr val="tx1"/>
                          </a:solidFill>
                          <a:effectLst/>
                          <a:uLnTx/>
                          <a:uFillTx/>
                          <a:latin typeface="Segoe UI" panose="020B0502040204020203" pitchFamily="34" charset="0"/>
                          <a:ea typeface="Segoe UI Regular" pitchFamily="34" charset="-122"/>
                          <a:cs typeface="Segoe UI" panose="020B0502040204020203" pitchFamily="34" charset="0"/>
                        </a:rPr>
                        <a:t>}</a:t>
                      </a:r>
                      <a:endParaRPr kumimoji="0" lang="en-US" sz="1200" b="0" i="0" u="none" strike="noStrike" kern="1200" cap="none" spc="0" normalizeH="0" baseline="0" noProof="0" dirty="0">
                        <a:ln>
                          <a:noFill/>
                        </a:ln>
                        <a:solidFill>
                          <a:schemeClr val="tx1"/>
                        </a:solidFill>
                        <a:effectLst/>
                        <a:uLnTx/>
                        <a:uFillTx/>
                        <a:latin typeface="Segoe UI" panose="020B0502040204020203" pitchFamily="34" charset="0"/>
                        <a:ea typeface="+mn-ea"/>
                        <a:cs typeface="Segoe UI" panose="020B0502040204020203" pitchFamily="34" charset="0"/>
                      </a:endParaRPr>
                    </a:p>
                  </a:txBody>
                  <a:tcPr marL="114680" marR="114680" marT="57340" marB="57340" anchor="ctr">
                    <a:lnL w="12700" cap="flat" cmpd="sng" algn="ctr">
                      <a:solidFill>
                        <a:schemeClr val="bg1">
                          <a:lumMod val="85000"/>
                        </a:schemeClr>
                      </a:solidFill>
                      <a:prstDash val="solid"/>
                      <a:round/>
                      <a:headEnd type="none" w="med" len="med"/>
                      <a:tailEnd type="none" w="med" len="med"/>
                    </a:lnL>
                    <a:lnR w="12700" cmpd="sng">
                      <a:noFill/>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491811118"/>
                  </a:ext>
                </a:extLst>
              </a:tr>
              <a:tr h="396220">
                <a:tc>
                  <a:txBody>
                    <a:bodyPr/>
                    <a:lstStyle/>
                    <a:p>
                      <a:pPr>
                        <a:buNone/>
                      </a:pPr>
                      <a:r>
                        <a:rPr lang="en-IN" sz="1200">
                          <a:solidFill>
                            <a:srgbClr val="8A226F"/>
                          </a:solidFill>
                          <a:latin typeface="Segoe UI Semibold" panose="020B0702040204020203" pitchFamily="34" charset="0"/>
                          <a:ea typeface="Segoe UI Regular" pitchFamily="34" charset="-122"/>
                          <a:cs typeface="Segoe UI Semibold" panose="020B0702040204020203" pitchFamily="34" charset="0"/>
                        </a:rPr>
                        <a:t>Savings from promo price</a:t>
                      </a:r>
                    </a:p>
                  </a:txBody>
                  <a:tcPr marL="114680" marR="114680" marT="57340" marB="57340" anchor="ctr">
                    <a:lnL w="12700" cmpd="sng">
                      <a:noFill/>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nSpc>
                          <a:spcPts val="1050"/>
                        </a:lnSpc>
                      </a:pPr>
                      <a:r>
                        <a:rPr lang="en-US" sz="1200">
                          <a:solidFill>
                            <a:srgbClr val="8A226F"/>
                          </a:solidFill>
                          <a:latin typeface="Segoe UI Semibold" panose="020B0702040204020203" pitchFamily="34" charset="0"/>
                          <a:ea typeface="Segoe UI Regular" pitchFamily="34" charset="-122"/>
                          <a:cs typeface="Segoe UI Semibold" panose="020B0702040204020203" pitchFamily="34" charset="0"/>
                        </a:rPr>
                        <a:t>{</a:t>
                      </a:r>
                      <a:r>
                        <a:rPr lang="en-US" sz="1200" err="1">
                          <a:solidFill>
                            <a:srgbClr val="8A226F"/>
                          </a:solidFill>
                          <a:latin typeface="Segoe UI Semibold" panose="020B0702040204020203" pitchFamily="34" charset="0"/>
                          <a:ea typeface="Segoe UI Regular" pitchFamily="34" charset="-122"/>
                          <a:cs typeface="Segoe UI Semibold" panose="020B0702040204020203" pitchFamily="34" charset="0"/>
                        </a:rPr>
                        <a:t>promo_savings_per_user</a:t>
                      </a:r>
                      <a:r>
                        <a:rPr lang="en-US" sz="1200">
                          <a:solidFill>
                            <a:srgbClr val="8A226F"/>
                          </a:solidFill>
                          <a:latin typeface="Segoe UI Semibold" panose="020B0702040204020203" pitchFamily="34" charset="0"/>
                          <a:ea typeface="Segoe UI Regular" pitchFamily="34" charset="-122"/>
                          <a:cs typeface="Segoe UI Semibold" panose="020B0702040204020203" pitchFamily="34" charset="0"/>
                        </a:rPr>
                        <a:t>}</a:t>
                      </a:r>
                      <a:endParaRPr lang="en-US" sz="1200">
                        <a:solidFill>
                          <a:srgbClr val="8A226F"/>
                        </a:solidFill>
                        <a:latin typeface="Segoe UI Semibold" panose="020B0702040204020203" pitchFamily="34" charset="0"/>
                        <a:cs typeface="Segoe UI Semibold" panose="020B0702040204020203" pitchFamily="34" charset="0"/>
                      </a:endParaRPr>
                    </a:p>
                  </a:txBody>
                  <a:tcPr marL="114680" marR="114680" marT="57340" marB="57340" anchor="ctr">
                    <a:lnL w="12700" cap="flat" cmpd="sng" algn="ctr">
                      <a:solidFill>
                        <a:schemeClr val="bg1">
                          <a:lumMod val="85000"/>
                        </a:schemeClr>
                      </a:solidFill>
                      <a:prstDash val="solid"/>
                      <a:round/>
                      <a:headEnd type="none" w="med" len="med"/>
                      <a:tailEnd type="none" w="med" len="med"/>
                    </a:lnL>
                    <a:lnR w="12700" cmpd="sng">
                      <a:noFill/>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155301172"/>
                  </a:ext>
                </a:extLst>
              </a:tr>
              <a:tr h="660073">
                <a:tc>
                  <a:txBody>
                    <a:bodyPr/>
                    <a:lstStyle/>
                    <a:p>
                      <a:r>
                        <a:rPr lang="en-IN" sz="1200">
                          <a:solidFill>
                            <a:srgbClr val="242424"/>
                          </a:solidFill>
                          <a:latin typeface="Segoe UI" panose="020B0502040204020203" pitchFamily="34" charset="0"/>
                          <a:ea typeface="Segoe UI Regular" pitchFamily="34" charset="-122"/>
                          <a:cs typeface="Segoe UI" panose="020B0502040204020203" pitchFamily="34" charset="0"/>
                        </a:rPr>
                        <a:t>Cost per user after adjusting promo price</a:t>
                      </a:r>
                    </a:p>
                  </a:txBody>
                  <a:tcPr marL="114680" marR="114680" marT="57340" marB="57340" anchor="ctr">
                    <a:lnL w="12700" cmpd="sng">
                      <a:noFill/>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indent="0" algn="l">
                        <a:lnSpc>
                          <a:spcPts val="1050"/>
                        </a:lnSpc>
                        <a:buNone/>
                      </a:pPr>
                      <a:r>
                        <a:rPr lang="en-US" sz="1200">
                          <a:solidFill>
                            <a:srgbClr val="000000"/>
                          </a:solidFill>
                          <a:latin typeface="Segoe UI" panose="020B0502040204020203" pitchFamily="34" charset="0"/>
                          <a:ea typeface="Segoe UI Regular" pitchFamily="34" charset="-122"/>
                          <a:cs typeface="Segoe UI" panose="020B0502040204020203" pitchFamily="34" charset="0"/>
                        </a:rPr>
                        <a:t>{</a:t>
                      </a:r>
                      <a:r>
                        <a:rPr lang="en-US" sz="1200" err="1">
                          <a:solidFill>
                            <a:srgbClr val="000000"/>
                          </a:solidFill>
                          <a:latin typeface="Segoe UI" panose="020B0502040204020203" pitchFamily="34" charset="0"/>
                          <a:ea typeface="Segoe UI Regular" pitchFamily="34" charset="-122"/>
                          <a:cs typeface="Segoe UI" panose="020B0502040204020203" pitchFamily="34" charset="0"/>
                        </a:rPr>
                        <a:t>per_user_after_promo_price</a:t>
                      </a:r>
                      <a:r>
                        <a:rPr lang="en-US" sz="1200">
                          <a:solidFill>
                            <a:srgbClr val="000000"/>
                          </a:solidFill>
                          <a:latin typeface="Segoe UI" panose="020B0502040204020203" pitchFamily="34" charset="0"/>
                          <a:ea typeface="Segoe UI Regular" pitchFamily="34" charset="-122"/>
                          <a:cs typeface="Segoe UI" panose="020B0502040204020203" pitchFamily="34" charset="0"/>
                        </a:rPr>
                        <a:t>}</a:t>
                      </a:r>
                      <a:endParaRPr lang="en-US" sz="1200">
                        <a:latin typeface="Segoe UI" panose="020B0502040204020203" pitchFamily="34" charset="0"/>
                        <a:cs typeface="Segoe UI" panose="020B0502040204020203" pitchFamily="34" charset="0"/>
                      </a:endParaRPr>
                    </a:p>
                  </a:txBody>
                  <a:tcPr marL="114680" marR="114680" marT="57340" marB="57340" anchor="ctr">
                    <a:lnL w="12700" cap="flat" cmpd="sng" algn="ctr">
                      <a:solidFill>
                        <a:schemeClr val="bg1">
                          <a:lumMod val="85000"/>
                        </a:schemeClr>
                      </a:solidFill>
                      <a:prstDash val="solid"/>
                      <a:round/>
                      <a:headEnd type="none" w="med" len="med"/>
                      <a:tailEnd type="none" w="med" len="med"/>
                    </a:lnL>
                    <a:lnR w="12700" cmpd="sng">
                      <a:noFill/>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214654878"/>
                  </a:ext>
                </a:extLst>
              </a:tr>
              <a:tr h="51372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8A226F"/>
                          </a:solidFill>
                          <a:effectLst/>
                          <a:uLnTx/>
                          <a:uFillTx/>
                          <a:latin typeface="Segoe UI Semibold" panose="020B0702040204020203" pitchFamily="34" charset="0"/>
                          <a:ea typeface="Segoe UI Semibold" pitchFamily="34" charset="-122"/>
                          <a:cs typeface="Segoe UI Semibold" panose="020B0702040204020203" pitchFamily="34" charset="0"/>
                        </a:rPr>
                        <a:t>Incremental cost per user​</a:t>
                      </a:r>
                      <a:endParaRPr kumimoji="0" lang="en-US" sz="1200" b="1"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114680" marR="114680" marT="57340" marB="57340" anchor="ctr">
                    <a:lnL w="12700" cmpd="sng">
                      <a:noFill/>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8A226F"/>
                          </a:solidFill>
                          <a:effectLst/>
                          <a:uLnTx/>
                          <a:uFillTx/>
                          <a:latin typeface="Segoe UI Semibold" panose="020B0702040204020203" pitchFamily="34" charset="0"/>
                          <a:ea typeface="Segoe UI Semibold" pitchFamily="34" charset="-122"/>
                          <a:cs typeface="Segoe UI Semibold" panose="020B0702040204020203" pitchFamily="34" charset="0"/>
                        </a:rPr>
                        <a:t>{</a:t>
                      </a:r>
                      <a:r>
                        <a:rPr kumimoji="0" lang="en-US" sz="1200" b="1" i="0" u="none" strike="noStrike" kern="1200" cap="none" spc="0" normalizeH="0" baseline="0" noProof="0" err="1">
                          <a:ln>
                            <a:noFill/>
                          </a:ln>
                          <a:solidFill>
                            <a:srgbClr val="8A226F"/>
                          </a:solidFill>
                          <a:effectLst/>
                          <a:uLnTx/>
                          <a:uFillTx/>
                          <a:latin typeface="Segoe UI Semibold" panose="020B0702040204020203" pitchFamily="34" charset="0"/>
                          <a:ea typeface="Segoe UI Semibold" pitchFamily="34" charset="-122"/>
                          <a:cs typeface="Segoe UI Semibold" panose="020B0702040204020203" pitchFamily="34" charset="0"/>
                        </a:rPr>
                        <a:t>incremental_cost_per_user</a:t>
                      </a:r>
                      <a:r>
                        <a:rPr kumimoji="0" lang="en-US" sz="1200" b="1" i="0" u="none" strike="noStrike" kern="1200" cap="none" spc="0" normalizeH="0" baseline="0" noProof="0">
                          <a:ln>
                            <a:noFill/>
                          </a:ln>
                          <a:solidFill>
                            <a:srgbClr val="8A226F"/>
                          </a:solidFill>
                          <a:effectLst/>
                          <a:uLnTx/>
                          <a:uFillTx/>
                          <a:latin typeface="Segoe UI Semibold" panose="020B0702040204020203" pitchFamily="34" charset="0"/>
                          <a:ea typeface="Segoe UI Semibold" pitchFamily="34" charset="-122"/>
                          <a:cs typeface="Segoe UI Semibold" panose="020B0702040204020203" pitchFamily="34" charset="0"/>
                        </a:rPr>
                        <a:t>}​</a:t>
                      </a:r>
                      <a:endParaRPr kumimoji="0" lang="en-US" sz="1200" b="1"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114680" marR="114680" marT="57340" marB="57340" anchor="ctr">
                    <a:lnL w="12700" cap="flat" cmpd="sng" algn="ctr">
                      <a:solidFill>
                        <a:schemeClr val="bg1">
                          <a:lumMod val="85000"/>
                        </a:schemeClr>
                      </a:solidFill>
                      <a:prstDash val="solid"/>
                      <a:round/>
                      <a:headEnd type="none" w="med" len="med"/>
                      <a:tailEnd type="none" w="med" len="med"/>
                    </a:lnL>
                    <a:lnR w="12700" cmpd="sng">
                      <a:noFill/>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325926240"/>
                  </a:ext>
                </a:extLst>
              </a:tr>
              <a:tr h="716173">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8A226F"/>
                          </a:solidFill>
                          <a:effectLst/>
                          <a:uLnTx/>
                          <a:uFillTx/>
                          <a:latin typeface="Segoe UI Semibold" panose="020B0702040204020203" pitchFamily="34" charset="0"/>
                          <a:ea typeface="Segoe UI Regular" pitchFamily="34" charset="-122"/>
                          <a:cs typeface="Segoe UI Semibold" panose="020B0702040204020203" pitchFamily="34" charset="0"/>
                        </a:rPr>
                        <a:t>Total incremental annual investment for {seats} seats</a:t>
                      </a:r>
                    </a:p>
                  </a:txBody>
                  <a:tcPr marL="114680" marR="114680" marT="57340" marB="57340" anchor="ctr">
                    <a:lnL w="12700" cmpd="sng">
                      <a:noFill/>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8A226F"/>
                          </a:solidFill>
                          <a:effectLst/>
                          <a:uLnTx/>
                          <a:uFillTx/>
                          <a:latin typeface="Segoe UI Semibold" panose="020B0702040204020203" pitchFamily="34" charset="0"/>
                          <a:ea typeface="Segoe UI Regular" pitchFamily="34" charset="-122"/>
                          <a:cs typeface="Segoe UI Semibold" panose="020B0702040204020203" pitchFamily="34" charset="0"/>
                        </a:rPr>
                        <a:t>{</a:t>
                      </a:r>
                      <a:r>
                        <a:rPr kumimoji="0" lang="en-US" sz="1200" b="0" i="0" u="none" strike="noStrike" kern="1200" cap="none" spc="0" normalizeH="0" baseline="0" noProof="0" dirty="0" err="1">
                          <a:ln>
                            <a:noFill/>
                          </a:ln>
                          <a:solidFill>
                            <a:srgbClr val="8A226F"/>
                          </a:solidFill>
                          <a:effectLst/>
                          <a:uLnTx/>
                          <a:uFillTx/>
                          <a:latin typeface="Segoe UI Semibold" panose="020B0702040204020203" pitchFamily="34" charset="0"/>
                          <a:ea typeface="Segoe UI Regular" pitchFamily="34" charset="-122"/>
                          <a:cs typeface="Segoe UI Semibold" panose="020B0702040204020203" pitchFamily="34" charset="0"/>
                        </a:rPr>
                        <a:t>overall_incremental_cost</a:t>
                      </a:r>
                      <a:r>
                        <a:rPr kumimoji="0" lang="en-US" sz="1200" b="0" i="0" u="none" strike="noStrike" kern="1200" cap="none" spc="0" normalizeH="0" baseline="0" noProof="0" dirty="0">
                          <a:ln>
                            <a:noFill/>
                          </a:ln>
                          <a:solidFill>
                            <a:srgbClr val="8A226F"/>
                          </a:solidFill>
                          <a:effectLst/>
                          <a:uLnTx/>
                          <a:uFillTx/>
                          <a:latin typeface="Segoe UI Semibold" panose="020B0702040204020203" pitchFamily="34" charset="0"/>
                          <a:ea typeface="Segoe UI Regular" pitchFamily="34" charset="-122"/>
                          <a:cs typeface="Segoe UI Semibold" panose="020B0702040204020203" pitchFamily="34" charset="0"/>
                        </a:rPr>
                        <a:t>}</a:t>
                      </a:r>
                      <a:endParaRPr kumimoji="0" lang="en-US" sz="1200" b="0" i="0" u="none" strike="noStrike" kern="1200" cap="none" spc="0" normalizeH="0" baseline="0" noProof="0" dirty="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114680" marR="114680" marT="57340" marB="57340" anchor="ctr">
                    <a:lnL w="12700" cap="flat" cmpd="sng" algn="ctr">
                      <a:solidFill>
                        <a:schemeClr val="bg1">
                          <a:lumMod val="85000"/>
                        </a:schemeClr>
                      </a:solidFill>
                      <a:prstDash val="solid"/>
                      <a:round/>
                      <a:headEnd type="none" w="med" len="med"/>
                      <a:tailEnd type="none" w="med" len="med"/>
                    </a:lnL>
                    <a:lnR w="12700" cmpd="sng">
                      <a:noFill/>
                    </a:lnR>
                    <a:lnT w="12700" cap="flat" cmpd="sng" algn="ctr">
                      <a:solidFill>
                        <a:schemeClr val="bg1">
                          <a:lumMod val="85000"/>
                        </a:schemeClr>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86960226"/>
                  </a:ext>
                </a:extLst>
              </a:tr>
            </a:tbl>
          </a:graphicData>
        </a:graphic>
      </p:graphicFrame>
    </p:spTree>
    <p:extLst>
      <p:ext uri="{BB962C8B-B14F-4D97-AF65-F5344CB8AC3E}">
        <p14:creationId xmlns:p14="http://schemas.microsoft.com/office/powerpoint/2010/main" val="140880310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A37CBAF6-E5B9-8957-B233-FCF78C789D62}"/>
            </a:ext>
          </a:extLst>
        </p:cNvPr>
        <p:cNvGrpSpPr/>
        <p:nvPr/>
      </p:nvGrpSpPr>
      <p:grpSpPr>
        <a:xfrm>
          <a:off x="0" y="0"/>
          <a:ext cx="0" cy="0"/>
          <a:chOff x="0" y="0"/>
          <a:chExt cx="0" cy="0"/>
        </a:xfrm>
      </p:grpSpPr>
      <p:sp>
        <p:nvSpPr>
          <p:cNvPr id="3" name="Rectangle 3468742">
            <a:extLst>
              <a:ext uri="{FF2B5EF4-FFF2-40B4-BE49-F238E27FC236}">
                <a16:creationId xmlns:a16="http://schemas.microsoft.com/office/drawing/2014/main" id="{AF1BCF53-5C73-1AD6-E844-D11AC1C222B4}"/>
              </a:ext>
            </a:extLst>
          </p:cNvPr>
          <p:cNvSpPr/>
          <p:nvPr/>
        </p:nvSpPr>
        <p:spPr>
          <a:xfrm>
            <a:off x="0" y="0"/>
            <a:ext cx="5667375" cy="8020050"/>
          </a:xfrm>
          <a:prstGeom prst="rect">
            <a:avLst/>
          </a:prstGeom>
          <a:solidFill>
            <a:srgbClr val="FCF2ED"/>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 name="Text 8">
            <a:extLst>
              <a:ext uri="{FF2B5EF4-FFF2-40B4-BE49-F238E27FC236}">
                <a16:creationId xmlns:a16="http://schemas.microsoft.com/office/drawing/2014/main" id="{35D7EAE9-A714-D02B-3F52-A241BD2B192C}"/>
              </a:ext>
            </a:extLst>
          </p:cNvPr>
          <p:cNvSpPr/>
          <p:nvPr/>
        </p:nvSpPr>
        <p:spPr>
          <a:xfrm>
            <a:off x="310621" y="1237368"/>
            <a:ext cx="5105977" cy="3788342"/>
          </a:xfrm>
          <a:prstGeom prst="rect">
            <a:avLst/>
          </a:prstGeom>
          <a:noFill/>
          <a:ln/>
        </p:spPr>
        <p:txBody>
          <a:bodyPr wrap="square" lIns="0" tIns="0" rIns="0" bIns="0" rtlCol="0" anchor="t"/>
          <a:lstStyle/>
          <a:p>
            <a:pPr lvl="0">
              <a:lnSpc>
                <a:spcPts val="1250"/>
              </a:lnSpc>
              <a:defRPr/>
            </a:pPr>
            <a:r>
              <a:rPr lang="en-US" sz="1000" b="1" dirty="0">
                <a:solidFill>
                  <a:srgbClr val="FF0000"/>
                </a:solidFill>
                <a:highlight>
                  <a:srgbClr val="FFFF00"/>
                </a:highlight>
                <a:latin typeface="Segoe UI Regular" pitchFamily="34" charset="0"/>
                <a:ea typeface="Segoe UI Regular" pitchFamily="34" charset="-122"/>
                <a:cs typeface="Segoe UI Regular" pitchFamily="34" charset="-120"/>
              </a:rPr>
              <a:t>[INSTRUCTION FOR THE PARTNER]</a:t>
            </a:r>
            <a:r>
              <a:rPr lang="en-US" sz="1000" dirty="0">
                <a:solidFill>
                  <a:srgbClr val="FF0000"/>
                </a:solidFill>
                <a:latin typeface="Segoe UI Regular" pitchFamily="34" charset="0"/>
                <a:ea typeface="Segoe UI Regular" pitchFamily="34" charset="-122"/>
                <a:cs typeface="Segoe UI Regular" pitchFamily="34" charset="-120"/>
              </a:rPr>
              <a:t> Partner to insert their personalized information on: Value proposition and methodology, experience, Microsoft services, advanced specializations, and past awards.</a:t>
            </a:r>
          </a:p>
          <a:p>
            <a:pPr lvl="0">
              <a:lnSpc>
                <a:spcPts val="1250"/>
              </a:lnSpc>
              <a:defRPr/>
            </a:pPr>
            <a:endParaRPr lang="en-US" sz="1000" dirty="0">
              <a:solidFill>
                <a:srgbClr val="FF0000"/>
              </a:solidFill>
              <a:latin typeface="Segoe UI Regular" pitchFamily="34" charset="0"/>
              <a:ea typeface="Segoe UI Regular" pitchFamily="34" charset="-122"/>
            </a:endParaRPr>
          </a:p>
          <a:p>
            <a:pPr lvl="0">
              <a:lnSpc>
                <a:spcPts val="1250"/>
              </a:lnSpc>
              <a:defRPr/>
            </a:pPr>
            <a:r>
              <a:rPr lang="en-US" sz="1000" dirty="0">
                <a:solidFill>
                  <a:srgbClr val="FF0000"/>
                </a:solidFill>
                <a:latin typeface="Segoe UI Regular" pitchFamily="34" charset="0"/>
                <a:ea typeface="Segoe UI Regular" pitchFamily="34" charset="-122"/>
              </a:rPr>
              <a:t>You can leverage Copilot Chat to customize this section! Add your website URL, upload this flyer on Copilot Chat, and prompt it to write a draft for this section.</a:t>
            </a:r>
            <a:endParaRPr lang="en-US" sz="1000" dirty="0">
              <a:solidFill>
                <a:srgbClr val="FF0000"/>
              </a:solidFill>
            </a:endParaRPr>
          </a:p>
        </p:txBody>
      </p:sp>
      <p:sp>
        <p:nvSpPr>
          <p:cNvPr id="6" name="TextBox 5">
            <a:extLst>
              <a:ext uri="{FF2B5EF4-FFF2-40B4-BE49-F238E27FC236}">
                <a16:creationId xmlns:a16="http://schemas.microsoft.com/office/drawing/2014/main" id="{B1E44A8B-E4D6-DB6E-1500-317A75C1517A}"/>
              </a:ext>
            </a:extLst>
          </p:cNvPr>
          <p:cNvSpPr txBox="1"/>
          <p:nvPr/>
        </p:nvSpPr>
        <p:spPr>
          <a:xfrm>
            <a:off x="216139" y="398146"/>
            <a:ext cx="4440528" cy="711733"/>
          </a:xfrm>
          <a:prstGeom prst="rect">
            <a:avLst/>
          </a:prstGeom>
          <a:noFill/>
        </p:spPr>
        <p:txBody>
          <a:bodyPr wrap="square">
            <a:spAutoFit/>
          </a:bodyPr>
          <a:lstStyle/>
          <a:p>
            <a:pPr lvl="0">
              <a:lnSpc>
                <a:spcPct val="116667"/>
              </a:lnSpc>
              <a:defRPr/>
            </a:pPr>
            <a:r>
              <a:rPr lang="en-US" dirty="0">
                <a:solidFill>
                  <a:srgbClr val="000000"/>
                </a:solidFill>
                <a:latin typeface="Segoe UI Semibold" panose="020B0702040204020203" pitchFamily="34" charset="0"/>
                <a:ea typeface="Inter Semi Bold" pitchFamily="34" charset="-122"/>
                <a:cs typeface="Segoe UI Semibold" panose="020B0702040204020203" pitchFamily="34" charset="0"/>
              </a:rPr>
              <a:t>Accelerate your Secure AI transformation with [PARTNER NAME]</a:t>
            </a:r>
            <a:endParaRPr lang="en-US" dirty="0">
              <a:solidFill>
                <a:prstClr val="black"/>
              </a:solidFill>
              <a:latin typeface="Segoe UI Semibold" panose="020B0702040204020203" pitchFamily="34" charset="0"/>
              <a:cs typeface="Segoe UI Semibold" panose="020B0702040204020203" pitchFamily="34" charset="0"/>
            </a:endParaRPr>
          </a:p>
        </p:txBody>
      </p:sp>
      <p:pic>
        <p:nvPicPr>
          <p:cNvPr id="7" name="Picture 6">
            <a:extLst>
              <a:ext uri="{FF2B5EF4-FFF2-40B4-BE49-F238E27FC236}">
                <a16:creationId xmlns:a16="http://schemas.microsoft.com/office/drawing/2014/main" id="{085EC2C9-4683-D1E8-24E3-12A312A592FE}"/>
              </a:ext>
            </a:extLst>
          </p:cNvPr>
          <p:cNvPicPr>
            <a:picLocks noChangeAspect="1"/>
          </p:cNvPicPr>
          <p:nvPr/>
        </p:nvPicPr>
        <p:blipFill>
          <a:blip r:embed="rId3">
            <a:alphaModFix amt="45000"/>
          </a:blip>
          <a:srcRect l="-1" t="38794" r="10102" b="-27649"/>
          <a:stretch>
            <a:fillRect/>
          </a:stretch>
        </p:blipFill>
        <p:spPr>
          <a:xfrm rot="10800000">
            <a:off x="-1" y="5465343"/>
            <a:ext cx="5667375" cy="2563698"/>
          </a:xfrm>
          <a:prstGeom prst="rect">
            <a:avLst/>
          </a:prstGeom>
          <a:effectLst/>
        </p:spPr>
      </p:pic>
    </p:spTree>
    <p:extLst>
      <p:ext uri="{BB962C8B-B14F-4D97-AF65-F5344CB8AC3E}">
        <p14:creationId xmlns:p14="http://schemas.microsoft.com/office/powerpoint/2010/main" val="24317516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2_CSP Template Diamond 06/23">
  <a:themeElements>
    <a:clrScheme name="SCI new branding">
      <a:dk1>
        <a:srgbClr val="000000"/>
      </a:dk1>
      <a:lt1>
        <a:srgbClr val="FFFFFF"/>
      </a:lt1>
      <a:dk2>
        <a:srgbClr val="091F2C"/>
      </a:dk2>
      <a:lt2>
        <a:srgbClr val="F4F3F5"/>
      </a:lt2>
      <a:accent1>
        <a:srgbClr val="0078D4"/>
      </a:accent1>
      <a:accent2>
        <a:srgbClr val="FFB900"/>
      </a:accent2>
      <a:accent3>
        <a:srgbClr val="07641D"/>
      </a:accent3>
      <a:accent4>
        <a:srgbClr val="454142"/>
      </a:accent4>
      <a:accent5>
        <a:srgbClr val="8DE971"/>
      </a:accent5>
      <a:accent6>
        <a:srgbClr val="8DC8E8"/>
      </a:accent6>
      <a:hlink>
        <a:srgbClr val="0078D4"/>
      </a:hlink>
      <a:folHlink>
        <a:srgbClr val="0078D4"/>
      </a:folHlink>
    </a:clrScheme>
    <a:fontScheme name="Segoe UI Semibold - Segoe UI">
      <a:majorFont>
        <a:latin typeface="Segoe UI Semibold"/>
        <a:ea typeface=""/>
        <a:cs typeface=""/>
      </a:majorFont>
      <a:minorFont>
        <a:latin typeface="Segoe UI"/>
        <a:ea typeface=""/>
        <a:cs typeface=""/>
      </a:minorFont>
    </a:fontScheme>
    <a:fmtScheme name="Couture">
      <a:fillStyleLst>
        <a:solidFill>
          <a:schemeClr val="phClr"/>
        </a:solidFill>
        <a:solidFill>
          <a:schemeClr val="phClr">
            <a:tint val="65000"/>
          </a:schemeClr>
        </a:solidFill>
        <a:solidFill>
          <a:schemeClr val="phClr">
            <a:shade val="80000"/>
            <a:satMod val="18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a:noFill/>
          <a:headEnd type="none" w="med" len="med"/>
          <a:tailEnd type="none" w="med" len="med"/>
        </a:ln>
        <a:effectLst/>
      </a:spPr>
      <a:bodyPr rot="0" spcFirstLastPara="0" vert="horz" wrap="square" lIns="182880" tIns="146304" rIns="182880" bIns="146304" numCol="1" spcCol="0" rtlCol="0" fromWordArt="0" anchor="t" anchorCtr="0" forceAA="0" compatLnSpc="1">
        <a:prstTxWarp prst="textNoShape">
          <a:avLst/>
        </a:prstTxWarp>
        <a:noAutofit/>
      </a:bodyPr>
      <a:lstStyle>
        <a:defPPr algn="l" defTabSz="932472" fontAlgn="base">
          <a:spcBef>
            <a:spcPct val="0"/>
          </a:spcBef>
          <a:spcAft>
            <a:spcPct val="0"/>
          </a:spcAft>
          <a:defRPr sz="2000" dirty="0" err="1">
            <a:gradFill>
              <a:gsLst>
                <a:gs pos="0">
                  <a:srgbClr val="FFFFFF"/>
                </a:gs>
                <a:gs pos="100000">
                  <a:srgbClr val="FFFFFF"/>
                </a:gs>
              </a:gsLst>
              <a:lin ang="5400000" scaled="0"/>
            </a:gradFill>
            <a:ea typeface="Segoe UI" pitchFamily="34" charset="0"/>
            <a:cs typeface="Segoe UI" pitchFamily="34" charset="0"/>
          </a:defRPr>
        </a:defPPr>
      </a:lstStyle>
      <a:style>
        <a:lnRef idx="1">
          <a:schemeClr val="accent2"/>
        </a:lnRef>
        <a:fillRef idx="3">
          <a:schemeClr val="accent2"/>
        </a:fillRef>
        <a:effectRef idx="2">
          <a:schemeClr val="accent2"/>
        </a:effectRef>
        <a:fontRef idx="minor">
          <a:schemeClr val="lt1"/>
        </a:fontRef>
      </a:style>
    </a:spDef>
    <a:lnDef>
      <a:spPr>
        <a:ln>
          <a:solidFill>
            <a:schemeClr val="tx1"/>
          </a:solidFill>
          <a:headEnd type="none" w="lg" len="med"/>
          <a:tailEnd type="none" w="lg" len="med"/>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algn="l">
          <a:defRPr sz="2000" dirty="0" err="1" smtClean="0">
            <a:gradFill>
              <a:gsLst>
                <a:gs pos="2917">
                  <a:schemeClr val="tx1"/>
                </a:gs>
                <a:gs pos="30000">
                  <a:schemeClr val="tx1"/>
                </a:gs>
              </a:gsLst>
              <a:lin ang="5400000" scaled="0"/>
            </a:gradFill>
          </a:defRPr>
        </a:defPPr>
      </a:lstStyle>
    </a:txDef>
  </a:objectDefaults>
  <a:extraClrSchemeLst/>
  <a:extLst>
    <a:ext uri="{05A4C25C-085E-4340-85A3-A5531E510DB2}">
      <thm15:themeFamily xmlns:thm15="http://schemas.microsoft.com/office/thememl/2012/main" name="SM_LightGray_Sept_2018.potx" id="{0FAF9FBA-50E5-4B89-8F50-EB458E088334}" vid="{09DABCF3-FBBE-41E3-8EAE-8A81552DAAAD}"/>
    </a:ext>
  </a:extLst>
</a:theme>
</file>

<file path=ppt/theme/theme3.xml><?xml version="1.0" encoding="utf-8"?>
<a:theme xmlns:a="http://schemas.openxmlformats.org/drawingml/2006/main" name="3_Office Theme">
  <a:themeElements>
    <a:clrScheme name="Office Them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TotalTime>
  <Words>768</Words>
  <Application>Microsoft Office PowerPoint</Application>
  <PresentationFormat>Custom</PresentationFormat>
  <Paragraphs>86</Paragraphs>
  <Slides>5</Slides>
  <Notes>4</Notes>
  <HiddenSlides>0</HiddenSlides>
  <MMClips>0</MMClips>
  <ScaleCrop>false</ScaleCrop>
  <HeadingPairs>
    <vt:vector size="6" baseType="variant">
      <vt:variant>
        <vt:lpstr>Fonts Used</vt:lpstr>
      </vt:variant>
      <vt:variant>
        <vt:i4>11</vt:i4>
      </vt:variant>
      <vt:variant>
        <vt:lpstr>Theme</vt:lpstr>
      </vt:variant>
      <vt:variant>
        <vt:i4>3</vt:i4>
      </vt:variant>
      <vt:variant>
        <vt:lpstr>Slide Titles</vt:lpstr>
      </vt:variant>
      <vt:variant>
        <vt:i4>5</vt:i4>
      </vt:variant>
    </vt:vector>
  </HeadingPairs>
  <TitlesOfParts>
    <vt:vector size="19" baseType="lpstr">
      <vt:lpstr>Aptos</vt:lpstr>
      <vt:lpstr>Aptos Display</vt:lpstr>
      <vt:lpstr>Arial</vt:lpstr>
      <vt:lpstr>Calibri</vt:lpstr>
      <vt:lpstr>Segoe Sans Display</vt:lpstr>
      <vt:lpstr>Segoe Sans Display Semibold</vt:lpstr>
      <vt:lpstr>Segoe UI</vt:lpstr>
      <vt:lpstr>Segoe UI Regular</vt:lpstr>
      <vt:lpstr>Segoe UI Semibold</vt:lpstr>
      <vt:lpstr>Segoe UI Variable Display Semib</vt:lpstr>
      <vt:lpstr>Wingdings</vt:lpstr>
      <vt:lpstr>Office Theme</vt:lpstr>
      <vt:lpstr>2_CSP Template Diamond 06/23</vt:lpstr>
      <vt:lpstr>3_Office Theme</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Samarth  Teotia</cp:lastModifiedBy>
  <cp:revision>24</cp:revision>
  <dcterms:created xsi:type="dcterms:W3CDTF">2026-02-21T17:45:29Z</dcterms:created>
  <dcterms:modified xsi:type="dcterms:W3CDTF">2026-05-07T23:08:55Z</dcterms:modified>
</cp:coreProperties>
</file>
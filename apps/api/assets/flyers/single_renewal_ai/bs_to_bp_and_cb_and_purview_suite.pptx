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2DF4C-876F-4C9D-90B3-EDD7E0D28768}" v="1" dt="2026-04-24T11:58:10.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62"/>
    <p:restoredTop sz="89116" autoAdjust="0"/>
  </p:normalViewPr>
  <p:slideViewPr>
    <p:cSldViewPr snapToGrid="0" snapToObjects="1">
      <p:cViewPr varScale="1">
        <p:scale>
          <a:sx n="82" d="100"/>
          <a:sy n="82" d="100"/>
        </p:scale>
        <p:origin x="2198"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8:10.596" v="24"/>
      <pc:docMkLst>
        <pc:docMk/>
      </pc:docMkLst>
      <pc:sldChg chg="add">
        <pc:chgData name="Vandan Jain" userId="4244b45b-25d1-413d-855b-6597e767c081" providerId="ADAL" clId="{67AB2A15-26B8-47FB-BEC6-EFDC03C3B3B6}" dt="2026-04-24T11:58:10.596" v="24"/>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49489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42870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551866661"/>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090947527"/>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324052367"/>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9468844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5293"/>
            <a:ext cx="5667374" cy="8025342"/>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943FF451-9415-375B-1AD2-577DDF648052}"/>
              </a:ext>
            </a:extLst>
          </p:cNvPr>
          <p:cNvGrpSpPr/>
          <p:nvPr/>
        </p:nvGrpSpPr>
        <p:grpSpPr>
          <a:xfrm>
            <a:off x="285583" y="1668139"/>
            <a:ext cx="1640799" cy="2800463"/>
            <a:chOff x="262356"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62356"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29294"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04863" y="3456630"/>
              <a:ext cx="1177379" cy="390472"/>
              <a:chOff x="504863" y="3456630"/>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863" y="3456630"/>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14250" y="3486830"/>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64419" y="3564362"/>
                <a:ext cx="320040" cy="320040"/>
                <a:chOff x="1164419" y="3564362"/>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64419" y="3564362"/>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75138" y="3675081"/>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66025" y="2096831"/>
              <a:ext cx="1436982" cy="994183"/>
            </a:xfrm>
            <a:prstGeom prst="rect">
              <a:avLst/>
            </a:prstGeom>
            <a:noFill/>
          </p:spPr>
          <p:txBody>
            <a:bodyPr wrap="square" lIns="0" tIns="0" rIns="0" bIns="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5095875"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Standard to Business Premium, Copilot Business, and Purview</a:t>
            </a:r>
            <a:endParaRPr lang="en-US" sz="1600" dirty="0"/>
          </a:p>
        </p:txBody>
      </p:sp>
      <p:sp>
        <p:nvSpPr>
          <p:cNvPr id="11" name="Current SKU"/>
          <p:cNvSpPr/>
          <p:nvPr/>
        </p:nvSpPr>
        <p:spPr>
          <a:xfrm>
            <a:off x="437504" y="1189906"/>
            <a:ext cx="98258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Standard</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635138" cy="2448427"/>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 Copilot Business, and Purview</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Automatic sensitivity and retention labels, &amp; advanced data security and compliance controls to detect and investigate risky usage</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Discovery and evaluation of risk of 400+ AI apps in network and user devices &amp; implement controls for their use at work</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aphicFrame>
        <p:nvGraphicFramePr>
          <p:cNvPr id="3" name="Table 2">
            <a:extLst>
              <a:ext uri="{FF2B5EF4-FFF2-40B4-BE49-F238E27FC236}">
                <a16:creationId xmlns:a16="http://schemas.microsoft.com/office/drawing/2014/main" id="{CFA0F42B-5514-9DD9-23C0-B45E1BE347C9}"/>
              </a:ext>
            </a:extLst>
          </p:cNvPr>
          <p:cNvGraphicFramePr>
            <a:graphicFrameLocks noGrp="1"/>
          </p:cNvGraphicFramePr>
          <p:nvPr>
            <p:extLst>
              <p:ext uri="{D42A27DB-BD31-4B8C-83A1-F6EECF244321}">
                <p14:modId xmlns:p14="http://schemas.microsoft.com/office/powerpoint/2010/main" val="754002419"/>
              </p:ext>
            </p:extLst>
          </p:nvPr>
        </p:nvGraphicFramePr>
        <p:xfrm>
          <a:off x="409575" y="81212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879</Words>
  <Application>Microsoft Office PowerPoint</Application>
  <PresentationFormat>Custom</PresentationFormat>
  <Paragraphs>106</Paragraphs>
  <Slides>6</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vt:i4>
      </vt:variant>
    </vt:vector>
  </HeadingPairs>
  <TitlesOfParts>
    <vt:vector size="22" baseType="lpstr">
      <vt:lpstr>Aptos</vt:lpstr>
      <vt:lpstr>Aptos Display</vt:lpstr>
      <vt:lpstr>Arial</vt:lpstr>
      <vt:lpstr>Calibri</vt:lpstr>
      <vt:lpstr>Segoe Sans Display</vt:lpstr>
      <vt:lpstr>Segoe Sans Display Semibold</vt:lpstr>
      <vt:lpstr>Segoe Sans Display Semilight</vt:lpstr>
      <vt:lpstr>Segoe UI</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31</cp:revision>
  <dcterms:created xsi:type="dcterms:W3CDTF">2026-02-21T17:45:29Z</dcterms:created>
  <dcterms:modified xsi:type="dcterms:W3CDTF">2026-05-07T23:10:41Z</dcterms:modified>
</cp:coreProperties>
</file>
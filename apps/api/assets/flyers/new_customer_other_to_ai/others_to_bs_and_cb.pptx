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653" r:id="rId2"/>
  </p:sldMasterIdLst>
  <p:notesMasterIdLst>
    <p:notesMasterId r:id="rId7"/>
  </p:notesMasterIdLst>
  <p:sldIdLst>
    <p:sldId id="2147470023" r:id="rId3"/>
    <p:sldId id="323" r:id="rId4"/>
    <p:sldId id="2147470024" r:id="rId5"/>
    <p:sldId id="2147470015" r:id="rId6"/>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449257-8853-4E58-9914-E64F92B4B3A7}" v="1" dt="2026-04-24T11:58:53.8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70"/>
    <p:restoredTop sz="94644"/>
  </p:normalViewPr>
  <p:slideViewPr>
    <p:cSldViewPr snapToGrid="0">
      <p:cViewPr varScale="1">
        <p:scale>
          <a:sx n="78" d="100"/>
          <a:sy n="78" d="100"/>
        </p:scale>
        <p:origin x="2592" y="6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pc:chgData name="Vandan Jain" userId="4244b45b-25d1-413d-855b-6597e767c081" providerId="ADAL" clId="{67AB2A15-26B8-47FB-BEC6-EFDC03C3B3B6}" dt="2026-04-24T11:58:53.807" v="49"/>
      <pc:docMkLst>
        <pc:docMk/>
      </pc:docMkLst>
      <pc:sldChg chg="add">
        <pc:chgData name="Vandan Jain" userId="4244b45b-25d1-413d-855b-6597e767c081" providerId="ADAL" clId="{67AB2A15-26B8-47FB-BEC6-EFDC03C3B3B6}" dt="2026-04-24T11:58:53.807" v="49"/>
        <pc:sldMkLst>
          <pc:docMk/>
          <pc:sldMk cId="0" sldId="3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6168693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556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3"/>
            <a:ext cx="4817269" cy="2792165"/>
          </a:xfrm>
        </p:spPr>
        <p:txBody>
          <a:bodyPr anchor="b"/>
          <a:lstStyle>
            <a:lvl1pPr algn="ctr">
              <a:defRPr sz="3718"/>
            </a:lvl1pPr>
          </a:lstStyle>
          <a:p>
            <a:r>
              <a:rPr lang="en-US"/>
              <a:t>Click to edit Master title style</a:t>
            </a:r>
          </a:p>
        </p:txBody>
      </p:sp>
      <p:sp>
        <p:nvSpPr>
          <p:cNvPr id="3" name="Subtitle 2"/>
          <p:cNvSpPr>
            <a:spLocks noGrp="1"/>
          </p:cNvSpPr>
          <p:nvPr>
            <p:ph type="subTitle" idx="1"/>
          </p:nvPr>
        </p:nvSpPr>
        <p:spPr>
          <a:xfrm>
            <a:off x="708423" y="4212384"/>
            <a:ext cx="4250531" cy="1936322"/>
          </a:xfrm>
        </p:spPr>
        <p:txBody>
          <a:bodyPr/>
          <a:lstStyle>
            <a:lvl1pPr marL="0" indent="0" algn="ctr">
              <a:buNone/>
              <a:defRPr sz="1487"/>
            </a:lvl1pPr>
            <a:lvl2pPr marL="283357" indent="0" algn="ctr">
              <a:buNone/>
              <a:defRPr sz="1239"/>
            </a:lvl2pPr>
            <a:lvl3pPr marL="566713" indent="0" algn="ctr">
              <a:buNone/>
              <a:defRPr sz="1115"/>
            </a:lvl3pPr>
            <a:lvl4pPr marL="850071" indent="0" algn="ctr">
              <a:buNone/>
              <a:defRPr sz="992"/>
            </a:lvl4pPr>
            <a:lvl5pPr marL="1133427" indent="0" algn="ctr">
              <a:buNone/>
              <a:defRPr sz="992"/>
            </a:lvl5pPr>
            <a:lvl6pPr marL="1416784" indent="0" algn="ctr">
              <a:buNone/>
              <a:defRPr sz="992"/>
            </a:lvl6pPr>
            <a:lvl7pPr marL="1700141" indent="0" algn="ctr">
              <a:buNone/>
              <a:defRPr sz="992"/>
            </a:lvl7pPr>
            <a:lvl8pPr marL="1983497" indent="0" algn="ctr">
              <a:buNone/>
              <a:defRPr sz="992"/>
            </a:lvl8pPr>
            <a:lvl9pPr marL="2266854"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983100588"/>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042549559"/>
      </p:ext>
    </p:extLst>
  </p:cSld>
  <p:clrMap bg1="lt1" tx1="dk1" bg2="lt2" tx2="dk2" accent1="accent1" accent2="accent2" accent3="accent3" accent4="accent4" accent5="accent5" accent6="accent6" hlink="hlink" folHlink="folHlink"/>
  <p:sldLayoutIdLst>
    <p:sldLayoutId id="2147483651" r:id="rId1"/>
    <p:sldLayoutId id="2147483652" r:id="rId2"/>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633" y="2134968"/>
            <a:ext cx="4888111"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632" y="7433401"/>
            <a:ext cx="1275160"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27475733-6F7F-4117-9D24-6C952A0F31DE}" type="datetimeFigureOut">
              <a:rPr lang="en-US" smtClean="0"/>
              <a:t>5/8/2026</a:t>
            </a:fld>
            <a:endParaRPr lang="en-US"/>
          </a:p>
        </p:txBody>
      </p:sp>
      <p:sp>
        <p:nvSpPr>
          <p:cNvPr id="5" name="Footer Placeholder 4"/>
          <p:cNvSpPr>
            <a:spLocks noGrp="1"/>
          </p:cNvSpPr>
          <p:nvPr>
            <p:ph type="ftr" sz="quarter" idx="3"/>
          </p:nvPr>
        </p:nvSpPr>
        <p:spPr>
          <a:xfrm>
            <a:off x="1877319" y="7433401"/>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2584" y="7433401"/>
            <a:ext cx="1275160"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1813916236"/>
      </p:ext>
    </p:extLst>
  </p:cSld>
  <p:clrMap bg1="lt1" tx1="dk1" bg2="lt2" tx2="dk2" accent1="accent1" accent2="accent2" accent3="accent3" accent4="accent4" accent5="accent5" accent6="accent6" hlink="hlink" folHlink="folHlink"/>
  <p:sldLayoutIdLst>
    <p:sldLayoutId id="2147483654" r:id="rId1"/>
  </p:sldLayoutIdLst>
  <p:txStyles>
    <p:titleStyle>
      <a:lvl1pPr algn="l" defTabSz="566713"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79" indent="-141679" algn="l" defTabSz="566713"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35" indent="-141679" algn="l" defTabSz="566713" rtl="0" eaLnBrk="1" latinLnBrk="0" hangingPunct="1">
        <a:lnSpc>
          <a:spcPct val="90000"/>
        </a:lnSpc>
        <a:spcBef>
          <a:spcPts val="310"/>
        </a:spcBef>
        <a:buFont typeface="Arial" panose="020B0604020202020204" pitchFamily="34" charset="0"/>
        <a:buChar char="•"/>
        <a:defRPr sz="1487" kern="1200">
          <a:solidFill>
            <a:schemeClr val="tx1"/>
          </a:solidFill>
          <a:latin typeface="+mn-lt"/>
          <a:ea typeface="+mn-ea"/>
          <a:cs typeface="+mn-cs"/>
        </a:defRPr>
      </a:lvl2pPr>
      <a:lvl3pPr marL="708392" indent="-141679" algn="l" defTabSz="566713" rtl="0" eaLnBrk="1" latinLnBrk="0" hangingPunct="1">
        <a:lnSpc>
          <a:spcPct val="90000"/>
        </a:lnSpc>
        <a:spcBef>
          <a:spcPts val="310"/>
        </a:spcBef>
        <a:buFont typeface="Arial" panose="020B0604020202020204" pitchFamily="34" charset="0"/>
        <a:buChar char="•"/>
        <a:defRPr sz="1239" kern="1200">
          <a:solidFill>
            <a:schemeClr val="tx1"/>
          </a:solidFill>
          <a:latin typeface="+mn-lt"/>
          <a:ea typeface="+mn-ea"/>
          <a:cs typeface="+mn-cs"/>
        </a:defRPr>
      </a:lvl3pPr>
      <a:lvl4pPr marL="99174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4pPr>
      <a:lvl5pPr marL="1275105"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5pPr>
      <a:lvl6pPr marL="155846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6pPr>
      <a:lvl7pPr marL="184181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7pPr>
      <a:lvl8pPr marL="2125176"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8pPr>
      <a:lvl9pPr marL="240853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9pPr>
    </p:bodyStyle>
    <p:otherStyle>
      <a:defPPr>
        <a:defRPr lang="en-US"/>
      </a:defPPr>
      <a:lvl1pPr marL="0" algn="l" defTabSz="566713" rtl="0" eaLnBrk="1" latinLnBrk="0" hangingPunct="1">
        <a:defRPr sz="1115" kern="1200">
          <a:solidFill>
            <a:schemeClr val="tx1"/>
          </a:solidFill>
          <a:latin typeface="+mn-lt"/>
          <a:ea typeface="+mn-ea"/>
          <a:cs typeface="+mn-cs"/>
        </a:defRPr>
      </a:lvl1pPr>
      <a:lvl2pPr marL="283357" algn="l" defTabSz="566713" rtl="0" eaLnBrk="1" latinLnBrk="0" hangingPunct="1">
        <a:defRPr sz="1115" kern="1200">
          <a:solidFill>
            <a:schemeClr val="tx1"/>
          </a:solidFill>
          <a:latin typeface="+mn-lt"/>
          <a:ea typeface="+mn-ea"/>
          <a:cs typeface="+mn-cs"/>
        </a:defRPr>
      </a:lvl2pPr>
      <a:lvl3pPr marL="566713" algn="l" defTabSz="566713" rtl="0" eaLnBrk="1" latinLnBrk="0" hangingPunct="1">
        <a:defRPr sz="1115" kern="1200">
          <a:solidFill>
            <a:schemeClr val="tx1"/>
          </a:solidFill>
          <a:latin typeface="+mn-lt"/>
          <a:ea typeface="+mn-ea"/>
          <a:cs typeface="+mn-cs"/>
        </a:defRPr>
      </a:lvl3pPr>
      <a:lvl4pPr marL="850071" algn="l" defTabSz="566713" rtl="0" eaLnBrk="1" latinLnBrk="0" hangingPunct="1">
        <a:defRPr sz="1115" kern="1200">
          <a:solidFill>
            <a:schemeClr val="tx1"/>
          </a:solidFill>
          <a:latin typeface="+mn-lt"/>
          <a:ea typeface="+mn-ea"/>
          <a:cs typeface="+mn-cs"/>
        </a:defRPr>
      </a:lvl4pPr>
      <a:lvl5pPr marL="1133427" algn="l" defTabSz="566713" rtl="0" eaLnBrk="1" latinLnBrk="0" hangingPunct="1">
        <a:defRPr sz="1115" kern="1200">
          <a:solidFill>
            <a:schemeClr val="tx1"/>
          </a:solidFill>
          <a:latin typeface="+mn-lt"/>
          <a:ea typeface="+mn-ea"/>
          <a:cs typeface="+mn-cs"/>
        </a:defRPr>
      </a:lvl5pPr>
      <a:lvl6pPr marL="1416784" algn="l" defTabSz="566713" rtl="0" eaLnBrk="1" latinLnBrk="0" hangingPunct="1">
        <a:defRPr sz="1115" kern="1200">
          <a:solidFill>
            <a:schemeClr val="tx1"/>
          </a:solidFill>
          <a:latin typeface="+mn-lt"/>
          <a:ea typeface="+mn-ea"/>
          <a:cs typeface="+mn-cs"/>
        </a:defRPr>
      </a:lvl6pPr>
      <a:lvl7pPr marL="1700141" algn="l" defTabSz="566713" rtl="0" eaLnBrk="1" latinLnBrk="0" hangingPunct="1">
        <a:defRPr sz="1115" kern="1200">
          <a:solidFill>
            <a:schemeClr val="tx1"/>
          </a:solidFill>
          <a:latin typeface="+mn-lt"/>
          <a:ea typeface="+mn-ea"/>
          <a:cs typeface="+mn-cs"/>
        </a:defRPr>
      </a:lvl7pPr>
      <a:lvl8pPr marL="1983497" algn="l" defTabSz="566713" rtl="0" eaLnBrk="1" latinLnBrk="0" hangingPunct="1">
        <a:defRPr sz="1115" kern="1200">
          <a:solidFill>
            <a:schemeClr val="tx1"/>
          </a:solidFill>
          <a:latin typeface="+mn-lt"/>
          <a:ea typeface="+mn-ea"/>
          <a:cs typeface="+mn-cs"/>
        </a:defRPr>
      </a:lvl8pPr>
      <a:lvl9pPr marL="2266854" algn="l" defTabSz="566713" rtl="0" eaLnBrk="1" latinLnBrk="0" hangingPunct="1">
        <a:defRPr sz="111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9"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7"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1"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5227"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2"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7"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3541"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7"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7" y="599203"/>
            <a:ext cx="3947064"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a:lstStyle>
          <a:p>
            <a:pPr marL="0" marR="0" lvl="0" indent="0" algn="l" defTabSz="366729" rtl="0" eaLnBrk="1" fontAlgn="auto" latinLnBrk="0" hangingPunct="1">
              <a:lnSpc>
                <a:spcPct val="100000"/>
              </a:lnSpc>
              <a:spcBef>
                <a:spcPts val="0"/>
              </a:spcBef>
              <a:spcAft>
                <a:spcPts val="0"/>
              </a:spcAft>
              <a:buClrTx/>
              <a:buSzTx/>
              <a:buFontTx/>
              <a:buNone/>
              <a:tabLst/>
              <a:defRPr/>
            </a:pPr>
            <a:r>
              <a:rPr kumimoji="0" lang="en-US" sz="2042" b="0" i="0" u="none" strike="noStrike" kern="1200" cap="none" spc="-23" normalizeH="0" baseline="0" noProof="0" dirty="0">
                <a:ln w="3175">
                  <a:noFill/>
                </a:ln>
                <a:solidFill>
                  <a:srgbClr val="000000"/>
                </a:solidFill>
                <a:effectLst/>
                <a:uLnTx/>
                <a:uFillTx/>
                <a:latin typeface="Segoe Sans Display Semibold" pitchFamily="2" charset="0"/>
                <a:ea typeface="+mn-ea"/>
                <a:cs typeface="Segoe Sans Display Semibold" pitchFamily="2" charset="0"/>
              </a:rPr>
              <a:t>Transform your business with   one AI solution – </a:t>
            </a:r>
            <a:r>
              <a:rPr kumimoji="0" lang="en-US" sz="2042" b="0" i="0" u="none" strike="noStrike" kern="1200" cap="none" spc="-23" normalizeH="0" baseline="0" noProof="0" dirty="0">
                <a:ln w="3175">
                  <a:noFill/>
                </a:ln>
                <a:solidFill>
                  <a:srgbClr val="C03BC4"/>
                </a:solidFill>
                <a:effectLst/>
                <a:uLnTx/>
                <a:uFillTx/>
                <a:latin typeface="Segoe Sans Display Semibold" pitchFamily="2" charset="0"/>
                <a:ea typeface="+mn-ea"/>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4468" y="1290601"/>
            <a:ext cx="4409616" cy="707886"/>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Move beyond the basics. </a:t>
            </a:r>
            <a:r>
              <a:rPr kumimoji="0" lang="en-US" sz="1000"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Unlock even more power of AI at work with Copilot Business. Work with Work IQ to surface insights, power market research, and strengthen strategic planning—reasoning across your meetings, emails, and documents.</a:t>
            </a:r>
            <a:endParaRPr kumimoji="0" lang="en-US" sz="1000" b="0" i="0" u="none" strike="noStrike" kern="1200" cap="none" spc="0" normalizeH="0" baseline="0" noProof="0" dirty="0">
              <a:ln>
                <a:noFill/>
              </a:ln>
              <a:solidFill>
                <a:srgbClr val="000000">
                  <a:lumMod val="85000"/>
                  <a:lumOff val="15000"/>
                </a:srgbClr>
              </a:solidFill>
              <a:effectLst/>
              <a:uLnTx/>
              <a:uFillTx/>
              <a:latin typeface="Segoe UI"/>
              <a:ea typeface="+mn-ea"/>
              <a:cs typeface="+mn-cs"/>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4688" y="2245788"/>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All-in-1 AI productivity app</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57565" y="2245788"/>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Integrated into existing apps</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6292" y="6199213"/>
            <a:ext cx="2472735" cy="778323"/>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401317" y="7046948"/>
            <a:ext cx="22375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98869" y="7028886"/>
            <a:ext cx="21316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7688" y="5176494"/>
            <a:ext cx="2344760" cy="36163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289" y="4968426"/>
            <a:ext cx="234476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3634" y="2488643"/>
            <a:ext cx="2231113" cy="1279133"/>
          </a:xfrm>
          <a:prstGeom prst="rect">
            <a:avLst/>
          </a:prstGeom>
          <a:noFill/>
        </p:spPr>
        <p:txBody>
          <a:bodyPr wrap="square">
            <a:spAutoFit/>
          </a:bodyPr>
          <a:lstStyle/>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Secure AI chat </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 search enhanced by Work IQ</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agents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AI-generated multi-media</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Centralize content of various types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17552" y="2610742"/>
            <a:ext cx="1084773" cy="1169551"/>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36622" y="4346216"/>
            <a:ext cx="2468141" cy="605935"/>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23190" y="6117513"/>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5383" y="2453165"/>
            <a:ext cx="1279949" cy="143257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64145"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Agent platform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4688" y="5848332"/>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Model choice</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57565" y="5848332"/>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Copilot </a:t>
            </a:r>
            <a:r>
              <a:rPr kumimoji="0" lang="en-US" sz="1021" b="1" i="0" u="none" strike="noStrike" kern="1200" cap="none" spc="0" normalizeH="0" baseline="0" noProof="0" dirty="0" err="1">
                <a:ln>
                  <a:noFill/>
                </a:ln>
                <a:solidFill>
                  <a:srgbClr val="FFFFFF"/>
                </a:solidFill>
                <a:effectLst/>
                <a:uLnTx/>
                <a:uFillTx/>
                <a:latin typeface="Segoe Sans Display" pitchFamily="2" charset="0"/>
                <a:ea typeface="+mn-ea"/>
                <a:cs typeface="Segoe Sans Display" pitchFamily="2" charset="0"/>
              </a:rPr>
              <a:t>Contro</a:t>
            </a:r>
            <a:r>
              <a:rPr kumimoji="0" lang="en-US" sz="1021"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l system</a:t>
            </a:r>
            <a:endParaRPr kumimoji="0" lang="en-US" sz="1021" b="0" i="0" u="none" strike="noStrike" kern="1200" cap="none" spc="0" normalizeH="0" baseline="0" noProof="0" dirty="0">
              <a:ln>
                <a:noFill/>
              </a:ln>
              <a:solidFill>
                <a:srgbClr val="FFFFFF"/>
              </a:solidFill>
              <a:effectLst/>
              <a:uLnTx/>
              <a:uFillTx/>
              <a:latin typeface="Segoe UI"/>
              <a:ea typeface="+mn-ea"/>
              <a:cs typeface="+mn-cs"/>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3634" y="2564113"/>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3634" y="2761866"/>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3634" y="2962708"/>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3634" y="316836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3634" y="3365892"/>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3634" y="356347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7954" y="4432306"/>
            <a:ext cx="1684638" cy="712221"/>
            <a:chOff x="740180" y="5452435"/>
            <a:chExt cx="2310360" cy="976760"/>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5"/>
              <a:ext cx="864342" cy="976760"/>
              <a:chOff x="939058" y="4083045"/>
              <a:chExt cx="2354831" cy="2661104"/>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71391"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3" y="5979426"/>
                <a:ext cx="1487689" cy="764723"/>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a:ln>
                      <a:noFill/>
                    </a:ln>
                    <a:solidFill>
                      <a:srgbClr val="000000"/>
                    </a:solidFill>
                    <a:effectLst/>
                    <a:uLnTx/>
                    <a:uFillTx/>
                    <a:latin typeface="Segoe UI"/>
                    <a:ea typeface="+mn-ea"/>
                    <a:cs typeface="+mn-cs"/>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333836"/>
              <a:chOff x="2229303" y="5458784"/>
              <a:chExt cx="704397" cy="333836"/>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69" y="5481151"/>
                <a:ext cx="509544"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338215"/>
              <a:chOff x="1713430" y="5767854"/>
              <a:chExt cx="741894" cy="338215"/>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337362"/>
              <a:chOff x="2303516" y="6076925"/>
              <a:chExt cx="629238" cy="337362"/>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9"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4688"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Powered by Work IQ</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2" y="3972378"/>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5"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5270" y="3409685"/>
            <a:ext cx="68444" cy="65185"/>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5033" y="2998179"/>
            <a:ext cx="85240" cy="76736"/>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3206" y="2609685"/>
            <a:ext cx="71665" cy="64310"/>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9319" y="3210735"/>
            <a:ext cx="82112" cy="7154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3600" y="2801084"/>
            <a:ext cx="71005" cy="74645"/>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5270" y="3602611"/>
            <a:ext cx="64679" cy="64679"/>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GB" sz="1458" b="1" i="0" u="none" strike="noStrike" kern="1200" cap="none" spc="0" normalizeH="0" baseline="0" noProof="0">
              <a:ln>
                <a:noFill/>
              </a:ln>
              <a:solidFill>
                <a:srgbClr val="FFFFFF"/>
              </a:solidFill>
              <a:effectLst/>
              <a:uLnTx/>
              <a:uFillTx/>
              <a:latin typeface="Segoe Sans Display Semibold"/>
              <a:ea typeface="+mn-ea"/>
              <a:cs typeface="+mn-cs"/>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80632" y="2809299"/>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5140" y="3204504"/>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alpha val="75000"/>
          </a:srgbClr>
        </a:solidFill>
        <a:effectLst/>
      </p:bgPr>
    </p:bg>
    <p:spTree>
      <p:nvGrpSpPr>
        <p:cNvPr id="1" name=""/>
        <p:cNvGrpSpPr/>
        <p:nvPr/>
      </p:nvGrpSpPr>
      <p:grpSpPr>
        <a:xfrm>
          <a:off x="0" y="0"/>
          <a:ext cx="0" cy="0"/>
          <a:chOff x="0" y="0"/>
          <a:chExt cx="0" cy="0"/>
        </a:xfrm>
      </p:grpSpPr>
      <p:sp>
        <p:nvSpPr>
          <p:cNvPr id="42" name="Rounded Rectangle 56">
            <a:extLst>
              <a:ext uri="{FF2B5EF4-FFF2-40B4-BE49-F238E27FC236}">
                <a16:creationId xmlns:a16="http://schemas.microsoft.com/office/drawing/2014/main" id="{BAAF3DF4-B7B1-2114-93C4-9F225B5D917F}"/>
              </a:ext>
            </a:extLst>
          </p:cNvPr>
          <p:cNvSpPr>
            <a:spLocks/>
          </p:cNvSpPr>
          <p:nvPr/>
        </p:nvSpPr>
        <p:spPr bwMode="auto">
          <a:xfrm>
            <a:off x="390856"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r>
              <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zzz</a:t>
            </a:r>
          </a:p>
        </p:txBody>
      </p:sp>
      <p:sp>
        <p:nvSpPr>
          <p:cNvPr id="3" name="Rounded Rectangle 56">
            <a:extLst>
              <a:ext uri="{FF2B5EF4-FFF2-40B4-BE49-F238E27FC236}">
                <a16:creationId xmlns:a16="http://schemas.microsoft.com/office/drawing/2014/main" id="{2494E1E7-4551-4203-F48A-1BBE470D4AA3}"/>
              </a:ext>
            </a:extLst>
          </p:cNvPr>
          <p:cNvSpPr>
            <a:spLocks/>
          </p:cNvSpPr>
          <p:nvPr/>
        </p:nvSpPr>
        <p:spPr bwMode="auto">
          <a:xfrm>
            <a:off x="494644"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7" name="Rounded Rectangle 56">
            <a:extLst>
              <a:ext uri="{FF2B5EF4-FFF2-40B4-BE49-F238E27FC236}">
                <a16:creationId xmlns:a16="http://schemas.microsoft.com/office/drawing/2014/main" id="{8C42749D-2B96-3F7A-D451-E13DDA49D124}"/>
              </a:ext>
            </a:extLst>
          </p:cNvPr>
          <p:cNvSpPr>
            <a:spLocks/>
          </p:cNvSpPr>
          <p:nvPr/>
        </p:nvSpPr>
        <p:spPr bwMode="auto">
          <a:xfrm>
            <a:off x="494644"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8" name="Rounded Rectangle 56">
            <a:extLst>
              <a:ext uri="{FF2B5EF4-FFF2-40B4-BE49-F238E27FC236}">
                <a16:creationId xmlns:a16="http://schemas.microsoft.com/office/drawing/2014/main" id="{6254C82E-8A4F-A6EF-76D2-14EDACE1E71E}"/>
              </a:ext>
            </a:extLst>
          </p:cNvPr>
          <p:cNvSpPr>
            <a:spLocks/>
          </p:cNvSpPr>
          <p:nvPr/>
        </p:nvSpPr>
        <p:spPr bwMode="auto">
          <a:xfrm>
            <a:off x="494644"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8" name="Rectangle 17">
            <a:extLst>
              <a:ext uri="{FF2B5EF4-FFF2-40B4-BE49-F238E27FC236}">
                <a16:creationId xmlns:a16="http://schemas.microsoft.com/office/drawing/2014/main" id="{6A037C20-C2D3-B2CA-A8AC-3C4CDE040D73}"/>
              </a:ext>
            </a:extLst>
          </p:cNvPr>
          <p:cNvSpPr>
            <a:spLocks/>
          </p:cNvSpPr>
          <p:nvPr/>
        </p:nvSpPr>
        <p:spPr bwMode="auto">
          <a:xfrm>
            <a:off x="-1" y="3065"/>
            <a:ext cx="5667375" cy="1778206"/>
          </a:xfrm>
          <a:prstGeom prst="rect">
            <a:avLst/>
          </a:prstGeom>
          <a:solidFill>
            <a:srgbClr val="8A226F"/>
          </a:solidFill>
          <a:ln w="9525" cap="flat" cmpd="sng" algn="ctr">
            <a:noFill/>
            <a:prstDash val="solid"/>
            <a:headEnd type="none" w="med" len="med"/>
            <a:tailEnd type="none" w="med" len="med"/>
          </a:ln>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IN"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20" name="Picture 19">
            <a:extLst>
              <a:ext uri="{FF2B5EF4-FFF2-40B4-BE49-F238E27FC236}">
                <a16:creationId xmlns:a16="http://schemas.microsoft.com/office/drawing/2014/main" id="{3370F60D-179A-42D7-C07F-4B91F424C465}"/>
              </a:ext>
            </a:extLst>
          </p:cNvPr>
          <p:cNvPicPr>
            <a:picLocks noChangeAspect="1"/>
          </p:cNvPicPr>
          <p:nvPr/>
        </p:nvPicPr>
        <p:blipFill rotWithShape="1">
          <a:blip r:embed="rId2"/>
          <a:srcRect l="148" t="61001" r="52344" b="-7060"/>
          <a:stretch>
            <a:fillRect/>
          </a:stretch>
        </p:blipFill>
        <p:spPr>
          <a:xfrm>
            <a:off x="2577700" y="3064"/>
            <a:ext cx="3089675" cy="1203192"/>
          </a:xfrm>
          <a:prstGeom prst="rect">
            <a:avLst/>
          </a:prstGeom>
        </p:spPr>
      </p:pic>
      <p:grpSp>
        <p:nvGrpSpPr>
          <p:cNvPr id="10" name="Group 9">
            <a:extLst>
              <a:ext uri="{FF2B5EF4-FFF2-40B4-BE49-F238E27FC236}">
                <a16:creationId xmlns:a16="http://schemas.microsoft.com/office/drawing/2014/main" id="{7B56E214-6A52-033C-E797-C50B3CD36B35}"/>
              </a:ext>
            </a:extLst>
          </p:cNvPr>
          <p:cNvGrpSpPr/>
          <p:nvPr/>
        </p:nvGrpSpPr>
        <p:grpSpPr>
          <a:xfrm>
            <a:off x="396012" y="309110"/>
            <a:ext cx="904451" cy="192862"/>
            <a:chOff x="393700" y="384175"/>
            <a:chExt cx="662846" cy="141343"/>
          </a:xfrm>
        </p:grpSpPr>
        <p:sp>
          <p:nvSpPr>
            <p:cNvPr id="13" name="Freeform: Shape 12">
              <a:extLst>
                <a:ext uri="{FF2B5EF4-FFF2-40B4-BE49-F238E27FC236}">
                  <a16:creationId xmlns:a16="http://schemas.microsoft.com/office/drawing/2014/main" id="{E3FA898D-FD7E-78B3-D4F6-D990BA7E82EA}"/>
                </a:ext>
              </a:extLst>
            </p:cNvPr>
            <p:cNvSpPr/>
            <p:nvPr/>
          </p:nvSpPr>
          <p:spPr>
            <a:xfrm>
              <a:off x="577428" y="406181"/>
              <a:ext cx="479118" cy="92599"/>
            </a:xfrm>
            <a:custGeom>
              <a:avLst/>
              <a:gdLst>
                <a:gd name="csX0" fmla="*/ 91795 w 479118"/>
                <a:gd name="csY0" fmla="*/ 6262 h 92599"/>
                <a:gd name="csX1" fmla="*/ 91795 w 479118"/>
                <a:gd name="csY1" fmla="*/ 91069 h 92599"/>
                <a:gd name="csX2" fmla="*/ 77072 w 479118"/>
                <a:gd name="csY2" fmla="*/ 91069 h 92599"/>
                <a:gd name="csX3" fmla="*/ 77072 w 479118"/>
                <a:gd name="csY3" fmla="*/ 24598 h 92599"/>
                <a:gd name="csX4" fmla="*/ 76836 w 479118"/>
                <a:gd name="csY4" fmla="*/ 24598 h 92599"/>
                <a:gd name="csX5" fmla="*/ 50511 w 479118"/>
                <a:gd name="csY5" fmla="*/ 91069 h 92599"/>
                <a:gd name="csX6" fmla="*/ 40754 w 479118"/>
                <a:gd name="csY6" fmla="*/ 91069 h 92599"/>
                <a:gd name="csX7" fmla="*/ 13781 w 479118"/>
                <a:gd name="csY7" fmla="*/ 24598 h 92599"/>
                <a:gd name="csX8" fmla="*/ 13604 w 479118"/>
                <a:gd name="csY8" fmla="*/ 24598 h 92599"/>
                <a:gd name="csX9" fmla="*/ 13604 w 479118"/>
                <a:gd name="csY9" fmla="*/ 91069 h 92599"/>
                <a:gd name="csX10" fmla="*/ 0 w 479118"/>
                <a:gd name="csY10" fmla="*/ 91069 h 92599"/>
                <a:gd name="csX11" fmla="*/ 0 w 479118"/>
                <a:gd name="csY11" fmla="*/ 6262 h 92599"/>
                <a:gd name="csX12" fmla="*/ 21104 w 479118"/>
                <a:gd name="csY12" fmla="*/ 6262 h 92599"/>
                <a:gd name="csX13" fmla="*/ 45466 w 479118"/>
                <a:gd name="csY13" fmla="*/ 69121 h 92599"/>
                <a:gd name="csX14" fmla="*/ 45819 w 479118"/>
                <a:gd name="csY14" fmla="*/ 69121 h 92599"/>
                <a:gd name="csX15" fmla="*/ 71536 w 479118"/>
                <a:gd name="csY15" fmla="*/ 6262 h 92599"/>
                <a:gd name="csX16" fmla="*/ 91756 w 479118"/>
                <a:gd name="csY16" fmla="*/ 6262 h 92599"/>
                <a:gd name="csX17" fmla="*/ 104104 w 479118"/>
                <a:gd name="csY17" fmla="*/ 12701 h 92599"/>
                <a:gd name="csX18" fmla="*/ 106676 w 479118"/>
                <a:gd name="csY18" fmla="*/ 6753 h 92599"/>
                <a:gd name="csX19" fmla="*/ 112801 w 479118"/>
                <a:gd name="csY19" fmla="*/ 4358 h 92599"/>
                <a:gd name="csX20" fmla="*/ 119063 w 479118"/>
                <a:gd name="csY20" fmla="*/ 6812 h 92599"/>
                <a:gd name="csX21" fmla="*/ 121556 w 479118"/>
                <a:gd name="csY21" fmla="*/ 12701 h 92599"/>
                <a:gd name="csX22" fmla="*/ 119004 w 479118"/>
                <a:gd name="csY22" fmla="*/ 18551 h 92599"/>
                <a:gd name="csX23" fmla="*/ 112801 w 479118"/>
                <a:gd name="csY23" fmla="*/ 20927 h 92599"/>
                <a:gd name="csX24" fmla="*/ 106617 w 479118"/>
                <a:gd name="csY24" fmla="*/ 18532 h 92599"/>
                <a:gd name="csX25" fmla="*/ 104104 w 479118"/>
                <a:gd name="csY25" fmla="*/ 12701 h 92599"/>
                <a:gd name="csX26" fmla="*/ 119888 w 479118"/>
                <a:gd name="csY26" fmla="*/ 30271 h 92599"/>
                <a:gd name="csX27" fmla="*/ 119888 w 479118"/>
                <a:gd name="csY27" fmla="*/ 91069 h 92599"/>
                <a:gd name="csX28" fmla="*/ 105576 w 479118"/>
                <a:gd name="csY28" fmla="*/ 91069 h 92599"/>
                <a:gd name="csX29" fmla="*/ 105576 w 479118"/>
                <a:gd name="csY29" fmla="*/ 30271 h 92599"/>
                <a:gd name="csX30" fmla="*/ 119888 w 479118"/>
                <a:gd name="csY30" fmla="*/ 30271 h 92599"/>
                <a:gd name="csX31" fmla="*/ 163292 w 479118"/>
                <a:gd name="csY31" fmla="*/ 80664 h 92599"/>
                <a:gd name="csX32" fmla="*/ 170320 w 479118"/>
                <a:gd name="csY32" fmla="*/ 79192 h 92599"/>
                <a:gd name="csX33" fmla="*/ 177426 w 479118"/>
                <a:gd name="csY33" fmla="*/ 75285 h 92599"/>
                <a:gd name="csX34" fmla="*/ 177426 w 479118"/>
                <a:gd name="csY34" fmla="*/ 88595 h 92599"/>
                <a:gd name="csX35" fmla="*/ 169653 w 479118"/>
                <a:gd name="csY35" fmla="*/ 91560 h 92599"/>
                <a:gd name="csX36" fmla="*/ 160092 w 479118"/>
                <a:gd name="csY36" fmla="*/ 92561 h 92599"/>
                <a:gd name="csX37" fmla="*/ 138262 w 479118"/>
                <a:gd name="csY37" fmla="*/ 84080 h 92599"/>
                <a:gd name="csX38" fmla="*/ 129860 w 479118"/>
                <a:gd name="csY38" fmla="*/ 62407 h 92599"/>
                <a:gd name="csX39" fmla="*/ 138439 w 479118"/>
                <a:gd name="csY39" fmla="*/ 38241 h 92599"/>
                <a:gd name="csX40" fmla="*/ 162742 w 479118"/>
                <a:gd name="csY40" fmla="*/ 28760 h 92599"/>
                <a:gd name="csX41" fmla="*/ 170870 w 479118"/>
                <a:gd name="csY41" fmla="*/ 29800 h 92599"/>
                <a:gd name="csX42" fmla="*/ 177407 w 479118"/>
                <a:gd name="csY42" fmla="*/ 32195 h 92599"/>
                <a:gd name="csX43" fmla="*/ 177407 w 479118"/>
                <a:gd name="csY43" fmla="*/ 45917 h 92599"/>
                <a:gd name="csX44" fmla="*/ 170634 w 479118"/>
                <a:gd name="csY44" fmla="*/ 42168 h 92599"/>
                <a:gd name="csX45" fmla="*/ 163567 w 479118"/>
                <a:gd name="csY45" fmla="*/ 40833 h 92599"/>
                <a:gd name="csX46" fmla="*/ 149904 w 479118"/>
                <a:gd name="csY46" fmla="*/ 46329 h 92599"/>
                <a:gd name="csX47" fmla="*/ 144701 w 479118"/>
                <a:gd name="csY47" fmla="*/ 61171 h 92599"/>
                <a:gd name="csX48" fmla="*/ 149707 w 479118"/>
                <a:gd name="csY48" fmla="*/ 75541 h 92599"/>
                <a:gd name="csX49" fmla="*/ 163272 w 479118"/>
                <a:gd name="csY49" fmla="*/ 80684 h 92599"/>
                <a:gd name="csX50" fmla="*/ 218181 w 479118"/>
                <a:gd name="csY50" fmla="*/ 29270 h 92599"/>
                <a:gd name="csX51" fmla="*/ 221263 w 479118"/>
                <a:gd name="csY51" fmla="*/ 29506 h 92599"/>
                <a:gd name="csX52" fmla="*/ 223579 w 479118"/>
                <a:gd name="csY52" fmla="*/ 30094 h 92599"/>
                <a:gd name="csX53" fmla="*/ 223579 w 479118"/>
                <a:gd name="csY53" fmla="*/ 44582 h 92599"/>
                <a:gd name="csX54" fmla="*/ 220301 w 479118"/>
                <a:gd name="csY54" fmla="*/ 43012 h 92599"/>
                <a:gd name="csX55" fmla="*/ 215059 w 479118"/>
                <a:gd name="csY55" fmla="*/ 42266 h 92599"/>
                <a:gd name="csX56" fmla="*/ 206166 w 479118"/>
                <a:gd name="csY56" fmla="*/ 46702 h 92599"/>
                <a:gd name="csX57" fmla="*/ 202535 w 479118"/>
                <a:gd name="csY57" fmla="*/ 60366 h 92599"/>
                <a:gd name="csX58" fmla="*/ 202535 w 479118"/>
                <a:gd name="csY58" fmla="*/ 91069 h 92599"/>
                <a:gd name="csX59" fmla="*/ 188224 w 479118"/>
                <a:gd name="csY59" fmla="*/ 91069 h 92599"/>
                <a:gd name="csX60" fmla="*/ 188224 w 479118"/>
                <a:gd name="csY60" fmla="*/ 30271 h 92599"/>
                <a:gd name="csX61" fmla="*/ 202535 w 479118"/>
                <a:gd name="csY61" fmla="*/ 30271 h 92599"/>
                <a:gd name="csX62" fmla="*/ 202535 w 479118"/>
                <a:gd name="csY62" fmla="*/ 39851 h 92599"/>
                <a:gd name="csX63" fmla="*/ 202770 w 479118"/>
                <a:gd name="csY63" fmla="*/ 39851 h 92599"/>
                <a:gd name="csX64" fmla="*/ 208679 w 479118"/>
                <a:gd name="csY64" fmla="*/ 32077 h 92599"/>
                <a:gd name="csX65" fmla="*/ 218200 w 479118"/>
                <a:gd name="csY65" fmla="*/ 29270 h 92599"/>
                <a:gd name="csX66" fmla="*/ 224345 w 479118"/>
                <a:gd name="csY66" fmla="*/ 61563 h 92599"/>
                <a:gd name="csX67" fmla="*/ 232865 w 479118"/>
                <a:gd name="csY67" fmla="*/ 37672 h 92599"/>
                <a:gd name="csX68" fmla="*/ 256520 w 479118"/>
                <a:gd name="csY68" fmla="*/ 28858 h 92599"/>
                <a:gd name="csX69" fmla="*/ 278782 w 479118"/>
                <a:gd name="csY69" fmla="*/ 37338 h 92599"/>
                <a:gd name="csX70" fmla="*/ 286792 w 479118"/>
                <a:gd name="csY70" fmla="*/ 60248 h 92599"/>
                <a:gd name="csX71" fmla="*/ 278272 w 479118"/>
                <a:gd name="csY71" fmla="*/ 83786 h 92599"/>
                <a:gd name="csX72" fmla="*/ 255087 w 479118"/>
                <a:gd name="csY72" fmla="*/ 92541 h 92599"/>
                <a:gd name="csX73" fmla="*/ 232649 w 479118"/>
                <a:gd name="csY73" fmla="*/ 84237 h 92599"/>
                <a:gd name="csX74" fmla="*/ 224345 w 479118"/>
                <a:gd name="csY74" fmla="*/ 61563 h 92599"/>
                <a:gd name="csX75" fmla="*/ 239245 w 479118"/>
                <a:gd name="csY75" fmla="*/ 61092 h 92599"/>
                <a:gd name="csX76" fmla="*/ 243564 w 479118"/>
                <a:gd name="csY76" fmla="*/ 75639 h 92599"/>
                <a:gd name="csX77" fmla="*/ 255932 w 479118"/>
                <a:gd name="csY77" fmla="*/ 80664 h 92599"/>
                <a:gd name="csX78" fmla="*/ 267828 w 479118"/>
                <a:gd name="csY78" fmla="*/ 75639 h 92599"/>
                <a:gd name="csX79" fmla="*/ 271911 w 479118"/>
                <a:gd name="csY79" fmla="*/ 60739 h 92599"/>
                <a:gd name="csX80" fmla="*/ 267691 w 479118"/>
                <a:gd name="csY80" fmla="*/ 45917 h 92599"/>
                <a:gd name="csX81" fmla="*/ 255833 w 479118"/>
                <a:gd name="csY81" fmla="*/ 40911 h 92599"/>
                <a:gd name="csX82" fmla="*/ 243623 w 479118"/>
                <a:gd name="csY82" fmla="*/ 46153 h 92599"/>
                <a:gd name="csX83" fmla="*/ 239284 w 479118"/>
                <a:gd name="csY83" fmla="*/ 61092 h 92599"/>
                <a:gd name="csX84" fmla="*/ 308092 w 479118"/>
                <a:gd name="csY84" fmla="*/ 46251 h 92599"/>
                <a:gd name="csX85" fmla="*/ 310035 w 479118"/>
                <a:gd name="csY85" fmla="*/ 51080 h 92599"/>
                <a:gd name="csX86" fmla="*/ 318673 w 479118"/>
                <a:gd name="csY86" fmla="*/ 55478 h 92599"/>
                <a:gd name="csX87" fmla="*/ 330707 w 479118"/>
                <a:gd name="csY87" fmla="*/ 63193 h 92599"/>
                <a:gd name="csX88" fmla="*/ 334162 w 479118"/>
                <a:gd name="csY88" fmla="*/ 73577 h 92599"/>
                <a:gd name="csX89" fmla="*/ 327566 w 479118"/>
                <a:gd name="csY89" fmla="*/ 87358 h 92599"/>
                <a:gd name="csX90" fmla="*/ 309741 w 479118"/>
                <a:gd name="csY90" fmla="*/ 92561 h 92599"/>
                <a:gd name="csX91" fmla="*/ 301378 w 479118"/>
                <a:gd name="csY91" fmla="*/ 91638 h 92599"/>
                <a:gd name="csX92" fmla="*/ 293604 w 479118"/>
                <a:gd name="csY92" fmla="*/ 89302 h 92599"/>
                <a:gd name="csX93" fmla="*/ 293604 w 479118"/>
                <a:gd name="csY93" fmla="*/ 75226 h 92599"/>
                <a:gd name="csX94" fmla="*/ 302006 w 479118"/>
                <a:gd name="csY94" fmla="*/ 79545 h 92599"/>
                <a:gd name="csX95" fmla="*/ 310172 w 479118"/>
                <a:gd name="csY95" fmla="*/ 81135 h 92599"/>
                <a:gd name="csX96" fmla="*/ 317338 w 479118"/>
                <a:gd name="csY96" fmla="*/ 79781 h 92599"/>
                <a:gd name="csX97" fmla="*/ 319635 w 479118"/>
                <a:gd name="csY97" fmla="*/ 75226 h 92599"/>
                <a:gd name="csX98" fmla="*/ 317240 w 479118"/>
                <a:gd name="csY98" fmla="*/ 70220 h 92599"/>
                <a:gd name="csX99" fmla="*/ 308170 w 479118"/>
                <a:gd name="csY99" fmla="*/ 65509 h 92599"/>
                <a:gd name="csX100" fmla="*/ 296941 w 479118"/>
                <a:gd name="csY100" fmla="*/ 58049 h 92599"/>
                <a:gd name="csX101" fmla="*/ 293623 w 479118"/>
                <a:gd name="csY101" fmla="*/ 47527 h 92599"/>
                <a:gd name="csX102" fmla="*/ 300161 w 479118"/>
                <a:gd name="csY102" fmla="*/ 34021 h 92599"/>
                <a:gd name="csX103" fmla="*/ 317102 w 479118"/>
                <a:gd name="csY103" fmla="*/ 28720 h 92599"/>
                <a:gd name="csX104" fmla="*/ 324248 w 479118"/>
                <a:gd name="csY104" fmla="*/ 29427 h 92599"/>
                <a:gd name="csX105" fmla="*/ 330864 w 479118"/>
                <a:gd name="csY105" fmla="*/ 31253 h 92599"/>
                <a:gd name="csX106" fmla="*/ 330864 w 479118"/>
                <a:gd name="csY106" fmla="*/ 44857 h 92599"/>
                <a:gd name="csX107" fmla="*/ 324248 w 479118"/>
                <a:gd name="csY107" fmla="*/ 41598 h 92599"/>
                <a:gd name="csX108" fmla="*/ 316729 w 479118"/>
                <a:gd name="csY108" fmla="*/ 40244 h 92599"/>
                <a:gd name="csX109" fmla="*/ 310369 w 479118"/>
                <a:gd name="csY109" fmla="*/ 41834 h 92599"/>
                <a:gd name="csX110" fmla="*/ 308092 w 479118"/>
                <a:gd name="csY110" fmla="*/ 46212 h 92599"/>
                <a:gd name="csX111" fmla="*/ 340326 w 479118"/>
                <a:gd name="csY111" fmla="*/ 61563 h 92599"/>
                <a:gd name="csX112" fmla="*/ 348846 w 479118"/>
                <a:gd name="csY112" fmla="*/ 37672 h 92599"/>
                <a:gd name="csX113" fmla="*/ 372501 w 479118"/>
                <a:gd name="csY113" fmla="*/ 28858 h 92599"/>
                <a:gd name="csX114" fmla="*/ 394763 w 479118"/>
                <a:gd name="csY114" fmla="*/ 37338 h 92599"/>
                <a:gd name="csX115" fmla="*/ 402773 w 479118"/>
                <a:gd name="csY115" fmla="*/ 60248 h 92599"/>
                <a:gd name="csX116" fmla="*/ 394253 w 479118"/>
                <a:gd name="csY116" fmla="*/ 83786 h 92599"/>
                <a:gd name="csX117" fmla="*/ 371068 w 479118"/>
                <a:gd name="csY117" fmla="*/ 92541 h 92599"/>
                <a:gd name="csX118" fmla="*/ 348630 w 479118"/>
                <a:gd name="csY118" fmla="*/ 84237 h 92599"/>
                <a:gd name="csX119" fmla="*/ 340326 w 479118"/>
                <a:gd name="csY119" fmla="*/ 61563 h 92599"/>
                <a:gd name="csX120" fmla="*/ 355226 w 479118"/>
                <a:gd name="csY120" fmla="*/ 61092 h 92599"/>
                <a:gd name="csX121" fmla="*/ 359545 w 479118"/>
                <a:gd name="csY121" fmla="*/ 75639 h 92599"/>
                <a:gd name="csX122" fmla="*/ 371912 w 479118"/>
                <a:gd name="csY122" fmla="*/ 80664 h 92599"/>
                <a:gd name="csX123" fmla="*/ 383809 w 479118"/>
                <a:gd name="csY123" fmla="*/ 75639 h 92599"/>
                <a:gd name="csX124" fmla="*/ 387892 w 479118"/>
                <a:gd name="csY124" fmla="*/ 60739 h 92599"/>
                <a:gd name="csX125" fmla="*/ 383671 w 479118"/>
                <a:gd name="csY125" fmla="*/ 45917 h 92599"/>
                <a:gd name="csX126" fmla="*/ 371814 w 479118"/>
                <a:gd name="csY126" fmla="*/ 40911 h 92599"/>
                <a:gd name="csX127" fmla="*/ 359604 w 479118"/>
                <a:gd name="csY127" fmla="*/ 46153 h 92599"/>
                <a:gd name="csX128" fmla="*/ 355265 w 479118"/>
                <a:gd name="csY128" fmla="*/ 61092 h 92599"/>
                <a:gd name="csX129" fmla="*/ 450260 w 479118"/>
                <a:gd name="csY129" fmla="*/ 41991 h 92599"/>
                <a:gd name="csX130" fmla="*/ 428941 w 479118"/>
                <a:gd name="csY130" fmla="*/ 41991 h 92599"/>
                <a:gd name="csX131" fmla="*/ 428941 w 479118"/>
                <a:gd name="csY131" fmla="*/ 91069 h 92599"/>
                <a:gd name="csX132" fmla="*/ 414453 w 479118"/>
                <a:gd name="csY132" fmla="*/ 91069 h 92599"/>
                <a:gd name="csX133" fmla="*/ 414453 w 479118"/>
                <a:gd name="csY133" fmla="*/ 41991 h 92599"/>
                <a:gd name="csX134" fmla="*/ 404284 w 479118"/>
                <a:gd name="csY134" fmla="*/ 41991 h 92599"/>
                <a:gd name="csX135" fmla="*/ 404284 w 479118"/>
                <a:gd name="csY135" fmla="*/ 30291 h 92599"/>
                <a:gd name="csX136" fmla="*/ 414453 w 479118"/>
                <a:gd name="csY136" fmla="*/ 30291 h 92599"/>
                <a:gd name="csX137" fmla="*/ 414453 w 479118"/>
                <a:gd name="csY137" fmla="*/ 21830 h 92599"/>
                <a:gd name="csX138" fmla="*/ 420696 w 479118"/>
                <a:gd name="csY138" fmla="*/ 6125 h 92599"/>
                <a:gd name="csX139" fmla="*/ 436695 w 479118"/>
                <a:gd name="csY139" fmla="*/ 0 h 92599"/>
                <a:gd name="csX140" fmla="*/ 441309 w 479118"/>
                <a:gd name="csY140" fmla="*/ 275 h 92599"/>
                <a:gd name="csX141" fmla="*/ 444862 w 479118"/>
                <a:gd name="csY141" fmla="*/ 1080 h 92599"/>
                <a:gd name="csX142" fmla="*/ 444862 w 479118"/>
                <a:gd name="csY142" fmla="*/ 13447 h 92599"/>
                <a:gd name="csX143" fmla="*/ 442369 w 479118"/>
                <a:gd name="csY143" fmla="*/ 12446 h 92599"/>
                <a:gd name="csX144" fmla="*/ 438285 w 479118"/>
                <a:gd name="csY144" fmla="*/ 11857 h 92599"/>
                <a:gd name="csX145" fmla="*/ 431356 w 479118"/>
                <a:gd name="csY145" fmla="*/ 14664 h 92599"/>
                <a:gd name="csX146" fmla="*/ 428941 w 479118"/>
                <a:gd name="csY146" fmla="*/ 22968 h 92599"/>
                <a:gd name="csX147" fmla="*/ 428941 w 479118"/>
                <a:gd name="csY147" fmla="*/ 30310 h 92599"/>
                <a:gd name="csX148" fmla="*/ 450260 w 479118"/>
                <a:gd name="csY148" fmla="*/ 30310 h 92599"/>
                <a:gd name="csX149" fmla="*/ 450260 w 479118"/>
                <a:gd name="csY149" fmla="*/ 16647 h 92599"/>
                <a:gd name="csX150" fmla="*/ 464630 w 479118"/>
                <a:gd name="csY150" fmla="*/ 12269 h 92599"/>
                <a:gd name="csX151" fmla="*/ 464630 w 479118"/>
                <a:gd name="csY151" fmla="*/ 30310 h 92599"/>
                <a:gd name="csX152" fmla="*/ 479118 w 479118"/>
                <a:gd name="csY152" fmla="*/ 30310 h 92599"/>
                <a:gd name="csX153" fmla="*/ 479118 w 479118"/>
                <a:gd name="csY153" fmla="*/ 42011 h 92599"/>
                <a:gd name="csX154" fmla="*/ 464630 w 479118"/>
                <a:gd name="csY154" fmla="*/ 42011 h 92599"/>
                <a:gd name="csX155" fmla="*/ 464630 w 479118"/>
                <a:gd name="csY155" fmla="*/ 70456 h 92599"/>
                <a:gd name="csX156" fmla="*/ 466672 w 479118"/>
                <a:gd name="csY156" fmla="*/ 78387 h 92599"/>
                <a:gd name="csX157" fmla="*/ 473091 w 479118"/>
                <a:gd name="csY157" fmla="*/ 80704 h 92599"/>
                <a:gd name="csX158" fmla="*/ 476075 w 479118"/>
                <a:gd name="csY158" fmla="*/ 80115 h 92599"/>
                <a:gd name="csX159" fmla="*/ 479118 w 479118"/>
                <a:gd name="csY159" fmla="*/ 78701 h 92599"/>
                <a:gd name="csX160" fmla="*/ 479118 w 479118"/>
                <a:gd name="csY160" fmla="*/ 90539 h 92599"/>
                <a:gd name="csX161" fmla="*/ 474603 w 479118"/>
                <a:gd name="csY161" fmla="*/ 91952 h 92599"/>
                <a:gd name="csX162" fmla="*/ 468360 w 479118"/>
                <a:gd name="csY162" fmla="*/ 92600 h 92599"/>
                <a:gd name="csX163" fmla="*/ 454795 w 479118"/>
                <a:gd name="csY163" fmla="*/ 87790 h 92599"/>
                <a:gd name="csX164" fmla="*/ 450280 w 479118"/>
                <a:gd name="csY164" fmla="*/ 73263 h 92599"/>
                <a:gd name="csX165" fmla="*/ 450280 w 479118"/>
                <a:gd name="csY165" fmla="*/ 42030 h 92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79118" h="92599">
                  <a:moveTo>
                    <a:pt x="91795" y="6262"/>
                  </a:moveTo>
                  <a:lnTo>
                    <a:pt x="91795" y="91069"/>
                  </a:lnTo>
                  <a:lnTo>
                    <a:pt x="77072" y="91069"/>
                  </a:lnTo>
                  <a:lnTo>
                    <a:pt x="77072" y="24598"/>
                  </a:lnTo>
                  <a:lnTo>
                    <a:pt x="76836" y="24598"/>
                  </a:lnTo>
                  <a:lnTo>
                    <a:pt x="50511" y="91069"/>
                  </a:lnTo>
                  <a:lnTo>
                    <a:pt x="40754" y="91069"/>
                  </a:lnTo>
                  <a:lnTo>
                    <a:pt x="13781" y="24598"/>
                  </a:lnTo>
                  <a:lnTo>
                    <a:pt x="13604" y="24598"/>
                  </a:lnTo>
                  <a:lnTo>
                    <a:pt x="13604" y="91069"/>
                  </a:lnTo>
                  <a:lnTo>
                    <a:pt x="0" y="91069"/>
                  </a:lnTo>
                  <a:lnTo>
                    <a:pt x="0" y="6262"/>
                  </a:lnTo>
                  <a:lnTo>
                    <a:pt x="21104" y="6262"/>
                  </a:lnTo>
                  <a:lnTo>
                    <a:pt x="45466" y="69121"/>
                  </a:lnTo>
                  <a:lnTo>
                    <a:pt x="45819" y="69121"/>
                  </a:lnTo>
                  <a:lnTo>
                    <a:pt x="71536" y="6262"/>
                  </a:lnTo>
                  <a:lnTo>
                    <a:pt x="91756" y="6262"/>
                  </a:lnTo>
                  <a:close/>
                  <a:moveTo>
                    <a:pt x="104104" y="12701"/>
                  </a:moveTo>
                  <a:cubicBezTo>
                    <a:pt x="104104" y="10326"/>
                    <a:pt x="104968" y="8363"/>
                    <a:pt x="106676" y="6753"/>
                  </a:cubicBezTo>
                  <a:cubicBezTo>
                    <a:pt x="108384" y="5143"/>
                    <a:pt x="110425" y="4358"/>
                    <a:pt x="112801" y="4358"/>
                  </a:cubicBezTo>
                  <a:cubicBezTo>
                    <a:pt x="115333" y="4358"/>
                    <a:pt x="117414" y="5183"/>
                    <a:pt x="119063" y="6812"/>
                  </a:cubicBezTo>
                  <a:cubicBezTo>
                    <a:pt x="120712" y="8441"/>
                    <a:pt x="121556" y="10404"/>
                    <a:pt x="121556" y="12701"/>
                  </a:cubicBezTo>
                  <a:cubicBezTo>
                    <a:pt x="121556" y="14998"/>
                    <a:pt x="120712" y="16981"/>
                    <a:pt x="119004" y="18551"/>
                  </a:cubicBezTo>
                  <a:cubicBezTo>
                    <a:pt x="117316" y="20122"/>
                    <a:pt x="115235" y="20927"/>
                    <a:pt x="112801" y="20927"/>
                  </a:cubicBezTo>
                  <a:cubicBezTo>
                    <a:pt x="110366" y="20927"/>
                    <a:pt x="108305" y="20122"/>
                    <a:pt x="106617" y="18532"/>
                  </a:cubicBezTo>
                  <a:cubicBezTo>
                    <a:pt x="104948" y="16942"/>
                    <a:pt x="104104" y="14998"/>
                    <a:pt x="104104" y="12701"/>
                  </a:cubicBezTo>
                  <a:close/>
                  <a:moveTo>
                    <a:pt x="119888" y="30271"/>
                  </a:moveTo>
                  <a:lnTo>
                    <a:pt x="119888" y="91069"/>
                  </a:lnTo>
                  <a:lnTo>
                    <a:pt x="105576" y="91069"/>
                  </a:lnTo>
                  <a:lnTo>
                    <a:pt x="105576" y="30271"/>
                  </a:lnTo>
                  <a:lnTo>
                    <a:pt x="119888" y="30271"/>
                  </a:lnTo>
                  <a:close/>
                  <a:moveTo>
                    <a:pt x="163292" y="80664"/>
                  </a:moveTo>
                  <a:cubicBezTo>
                    <a:pt x="165412" y="80664"/>
                    <a:pt x="167768" y="80173"/>
                    <a:pt x="170320" y="79192"/>
                  </a:cubicBezTo>
                  <a:cubicBezTo>
                    <a:pt x="172892" y="78210"/>
                    <a:pt x="175247" y="76915"/>
                    <a:pt x="177426" y="75285"/>
                  </a:cubicBezTo>
                  <a:lnTo>
                    <a:pt x="177426" y="88595"/>
                  </a:lnTo>
                  <a:cubicBezTo>
                    <a:pt x="175149" y="89891"/>
                    <a:pt x="172538" y="90892"/>
                    <a:pt x="169653" y="91560"/>
                  </a:cubicBezTo>
                  <a:cubicBezTo>
                    <a:pt x="166747" y="92227"/>
                    <a:pt x="163567" y="92561"/>
                    <a:pt x="160092" y="92561"/>
                  </a:cubicBezTo>
                  <a:cubicBezTo>
                    <a:pt x="151140" y="92561"/>
                    <a:pt x="143877" y="89734"/>
                    <a:pt x="138262" y="84080"/>
                  </a:cubicBezTo>
                  <a:cubicBezTo>
                    <a:pt x="132667" y="78426"/>
                    <a:pt x="129860" y="71202"/>
                    <a:pt x="129860" y="62407"/>
                  </a:cubicBezTo>
                  <a:cubicBezTo>
                    <a:pt x="129860" y="52631"/>
                    <a:pt x="132726" y="44582"/>
                    <a:pt x="138439" y="38241"/>
                  </a:cubicBezTo>
                  <a:cubicBezTo>
                    <a:pt x="144152" y="31920"/>
                    <a:pt x="152259" y="28760"/>
                    <a:pt x="162742" y="28760"/>
                  </a:cubicBezTo>
                  <a:cubicBezTo>
                    <a:pt x="165432" y="28760"/>
                    <a:pt x="168141" y="29113"/>
                    <a:pt x="170870" y="29800"/>
                  </a:cubicBezTo>
                  <a:cubicBezTo>
                    <a:pt x="173618" y="30487"/>
                    <a:pt x="175777" y="31292"/>
                    <a:pt x="177407" y="32195"/>
                  </a:cubicBezTo>
                  <a:lnTo>
                    <a:pt x="177407" y="45917"/>
                  </a:lnTo>
                  <a:cubicBezTo>
                    <a:pt x="175189" y="44307"/>
                    <a:pt x="172951" y="43051"/>
                    <a:pt x="170634" y="42168"/>
                  </a:cubicBezTo>
                  <a:cubicBezTo>
                    <a:pt x="168337" y="41284"/>
                    <a:pt x="165962" y="40833"/>
                    <a:pt x="163567" y="40833"/>
                  </a:cubicBezTo>
                  <a:cubicBezTo>
                    <a:pt x="157933" y="40833"/>
                    <a:pt x="153378" y="42658"/>
                    <a:pt x="149904" y="46329"/>
                  </a:cubicBezTo>
                  <a:cubicBezTo>
                    <a:pt x="146429" y="50000"/>
                    <a:pt x="144701" y="54947"/>
                    <a:pt x="144701" y="61171"/>
                  </a:cubicBezTo>
                  <a:cubicBezTo>
                    <a:pt x="144701" y="67394"/>
                    <a:pt x="146370" y="72105"/>
                    <a:pt x="149707" y="75541"/>
                  </a:cubicBezTo>
                  <a:cubicBezTo>
                    <a:pt x="153045" y="78976"/>
                    <a:pt x="157560" y="80684"/>
                    <a:pt x="163272" y="80684"/>
                  </a:cubicBezTo>
                  <a:close/>
                  <a:moveTo>
                    <a:pt x="218181" y="29270"/>
                  </a:moveTo>
                  <a:cubicBezTo>
                    <a:pt x="219319" y="29270"/>
                    <a:pt x="220340" y="29349"/>
                    <a:pt x="221263" y="29506"/>
                  </a:cubicBezTo>
                  <a:cubicBezTo>
                    <a:pt x="222186" y="29663"/>
                    <a:pt x="222932" y="29859"/>
                    <a:pt x="223579" y="30094"/>
                  </a:cubicBezTo>
                  <a:lnTo>
                    <a:pt x="223579" y="44582"/>
                  </a:lnTo>
                  <a:cubicBezTo>
                    <a:pt x="222833" y="44033"/>
                    <a:pt x="221734" y="43503"/>
                    <a:pt x="220301" y="43012"/>
                  </a:cubicBezTo>
                  <a:cubicBezTo>
                    <a:pt x="218868" y="42521"/>
                    <a:pt x="217121" y="42266"/>
                    <a:pt x="215059" y="42266"/>
                  </a:cubicBezTo>
                  <a:cubicBezTo>
                    <a:pt x="211545" y="42266"/>
                    <a:pt x="208581" y="43738"/>
                    <a:pt x="206166" y="46702"/>
                  </a:cubicBezTo>
                  <a:cubicBezTo>
                    <a:pt x="203752" y="49667"/>
                    <a:pt x="202535" y="54221"/>
                    <a:pt x="202535" y="60366"/>
                  </a:cubicBezTo>
                  <a:lnTo>
                    <a:pt x="202535" y="91069"/>
                  </a:lnTo>
                  <a:lnTo>
                    <a:pt x="188224" y="91069"/>
                  </a:lnTo>
                  <a:lnTo>
                    <a:pt x="188224" y="30271"/>
                  </a:lnTo>
                  <a:lnTo>
                    <a:pt x="202535" y="30271"/>
                  </a:lnTo>
                  <a:lnTo>
                    <a:pt x="202535" y="39851"/>
                  </a:lnTo>
                  <a:lnTo>
                    <a:pt x="202770" y="39851"/>
                  </a:lnTo>
                  <a:cubicBezTo>
                    <a:pt x="204066" y="36533"/>
                    <a:pt x="206049" y="33942"/>
                    <a:pt x="208679" y="32077"/>
                  </a:cubicBezTo>
                  <a:cubicBezTo>
                    <a:pt x="211330" y="30212"/>
                    <a:pt x="214490" y="29270"/>
                    <a:pt x="218200" y="29270"/>
                  </a:cubicBezTo>
                  <a:close/>
                  <a:moveTo>
                    <a:pt x="224345" y="61563"/>
                  </a:moveTo>
                  <a:cubicBezTo>
                    <a:pt x="224345" y="51512"/>
                    <a:pt x="227191" y="43542"/>
                    <a:pt x="232865" y="37672"/>
                  </a:cubicBezTo>
                  <a:cubicBezTo>
                    <a:pt x="238538" y="31802"/>
                    <a:pt x="246430" y="28858"/>
                    <a:pt x="256520" y="28858"/>
                  </a:cubicBezTo>
                  <a:cubicBezTo>
                    <a:pt x="266022" y="28858"/>
                    <a:pt x="273443" y="31685"/>
                    <a:pt x="278782" y="37338"/>
                  </a:cubicBezTo>
                  <a:cubicBezTo>
                    <a:pt x="284122" y="42992"/>
                    <a:pt x="286792" y="50629"/>
                    <a:pt x="286792" y="60248"/>
                  </a:cubicBezTo>
                  <a:cubicBezTo>
                    <a:pt x="286792" y="69867"/>
                    <a:pt x="283945" y="77955"/>
                    <a:pt x="278272" y="83786"/>
                  </a:cubicBezTo>
                  <a:cubicBezTo>
                    <a:pt x="272598" y="89616"/>
                    <a:pt x="264864" y="92541"/>
                    <a:pt x="255087" y="92541"/>
                  </a:cubicBezTo>
                  <a:cubicBezTo>
                    <a:pt x="245311" y="92541"/>
                    <a:pt x="238185" y="89773"/>
                    <a:pt x="232649" y="84237"/>
                  </a:cubicBezTo>
                  <a:cubicBezTo>
                    <a:pt x="227113" y="78701"/>
                    <a:pt x="224345" y="71143"/>
                    <a:pt x="224345" y="61563"/>
                  </a:cubicBezTo>
                  <a:close/>
                  <a:moveTo>
                    <a:pt x="239245" y="61092"/>
                  </a:moveTo>
                  <a:cubicBezTo>
                    <a:pt x="239245" y="67433"/>
                    <a:pt x="240678" y="72282"/>
                    <a:pt x="243564" y="75639"/>
                  </a:cubicBezTo>
                  <a:cubicBezTo>
                    <a:pt x="246450" y="78996"/>
                    <a:pt x="250553" y="80664"/>
                    <a:pt x="255932" y="80664"/>
                  </a:cubicBezTo>
                  <a:cubicBezTo>
                    <a:pt x="261310" y="80664"/>
                    <a:pt x="265099" y="78996"/>
                    <a:pt x="267828" y="75639"/>
                  </a:cubicBezTo>
                  <a:cubicBezTo>
                    <a:pt x="270557" y="72282"/>
                    <a:pt x="271911" y="67315"/>
                    <a:pt x="271911" y="60739"/>
                  </a:cubicBezTo>
                  <a:cubicBezTo>
                    <a:pt x="271911" y="54162"/>
                    <a:pt x="270498" y="49254"/>
                    <a:pt x="267691" y="45917"/>
                  </a:cubicBezTo>
                  <a:cubicBezTo>
                    <a:pt x="264864" y="42580"/>
                    <a:pt x="260918" y="40911"/>
                    <a:pt x="255833" y="40911"/>
                  </a:cubicBezTo>
                  <a:cubicBezTo>
                    <a:pt x="250749" y="40911"/>
                    <a:pt x="246528" y="42658"/>
                    <a:pt x="243623" y="46153"/>
                  </a:cubicBezTo>
                  <a:cubicBezTo>
                    <a:pt x="240717" y="49647"/>
                    <a:pt x="239284" y="54614"/>
                    <a:pt x="239284" y="61092"/>
                  </a:cubicBezTo>
                  <a:close/>
                  <a:moveTo>
                    <a:pt x="308092" y="46251"/>
                  </a:moveTo>
                  <a:cubicBezTo>
                    <a:pt x="308092" y="48293"/>
                    <a:pt x="308739" y="49902"/>
                    <a:pt x="310035" y="51080"/>
                  </a:cubicBezTo>
                  <a:cubicBezTo>
                    <a:pt x="311331" y="52238"/>
                    <a:pt x="314216" y="53711"/>
                    <a:pt x="318673" y="55478"/>
                  </a:cubicBezTo>
                  <a:cubicBezTo>
                    <a:pt x="324385" y="57774"/>
                    <a:pt x="328410" y="60346"/>
                    <a:pt x="330707" y="63193"/>
                  </a:cubicBezTo>
                  <a:cubicBezTo>
                    <a:pt x="333023" y="66059"/>
                    <a:pt x="334162" y="69514"/>
                    <a:pt x="334162" y="73577"/>
                  </a:cubicBezTo>
                  <a:cubicBezTo>
                    <a:pt x="334162" y="79290"/>
                    <a:pt x="331963" y="83884"/>
                    <a:pt x="327566" y="87358"/>
                  </a:cubicBezTo>
                  <a:cubicBezTo>
                    <a:pt x="323168" y="90833"/>
                    <a:pt x="317220" y="92561"/>
                    <a:pt x="309741" y="92561"/>
                  </a:cubicBezTo>
                  <a:cubicBezTo>
                    <a:pt x="307208" y="92561"/>
                    <a:pt x="304420" y="92247"/>
                    <a:pt x="301378" y="91638"/>
                  </a:cubicBezTo>
                  <a:cubicBezTo>
                    <a:pt x="298315" y="91029"/>
                    <a:pt x="295724" y="90244"/>
                    <a:pt x="293604" y="89302"/>
                  </a:cubicBezTo>
                  <a:lnTo>
                    <a:pt x="293604" y="75226"/>
                  </a:lnTo>
                  <a:cubicBezTo>
                    <a:pt x="296215" y="77032"/>
                    <a:pt x="299002" y="78485"/>
                    <a:pt x="302006" y="79545"/>
                  </a:cubicBezTo>
                  <a:cubicBezTo>
                    <a:pt x="305009" y="80605"/>
                    <a:pt x="307719" y="81135"/>
                    <a:pt x="310172" y="81135"/>
                  </a:cubicBezTo>
                  <a:cubicBezTo>
                    <a:pt x="313412" y="81135"/>
                    <a:pt x="315787" y="80684"/>
                    <a:pt x="317338" y="79781"/>
                  </a:cubicBezTo>
                  <a:cubicBezTo>
                    <a:pt x="318889" y="78878"/>
                    <a:pt x="319635" y="77347"/>
                    <a:pt x="319635" y="75226"/>
                  </a:cubicBezTo>
                  <a:cubicBezTo>
                    <a:pt x="319635" y="73263"/>
                    <a:pt x="318830" y="71595"/>
                    <a:pt x="317240" y="70220"/>
                  </a:cubicBezTo>
                  <a:cubicBezTo>
                    <a:pt x="315650" y="68846"/>
                    <a:pt x="312607" y="67295"/>
                    <a:pt x="308170" y="65509"/>
                  </a:cubicBezTo>
                  <a:cubicBezTo>
                    <a:pt x="302889" y="63310"/>
                    <a:pt x="299140" y="60817"/>
                    <a:pt x="296941" y="58049"/>
                  </a:cubicBezTo>
                  <a:cubicBezTo>
                    <a:pt x="294723" y="55281"/>
                    <a:pt x="293623" y="51787"/>
                    <a:pt x="293623" y="47527"/>
                  </a:cubicBezTo>
                  <a:cubicBezTo>
                    <a:pt x="293623" y="42050"/>
                    <a:pt x="295802" y="37535"/>
                    <a:pt x="300161" y="34021"/>
                  </a:cubicBezTo>
                  <a:cubicBezTo>
                    <a:pt x="304519" y="30487"/>
                    <a:pt x="310172" y="28720"/>
                    <a:pt x="317102" y="28720"/>
                  </a:cubicBezTo>
                  <a:cubicBezTo>
                    <a:pt x="319222" y="28720"/>
                    <a:pt x="321617" y="28956"/>
                    <a:pt x="324248" y="29427"/>
                  </a:cubicBezTo>
                  <a:cubicBezTo>
                    <a:pt x="326898" y="29898"/>
                    <a:pt x="329097" y="30507"/>
                    <a:pt x="330864" y="31253"/>
                  </a:cubicBezTo>
                  <a:lnTo>
                    <a:pt x="330864" y="44857"/>
                  </a:lnTo>
                  <a:cubicBezTo>
                    <a:pt x="328979" y="43601"/>
                    <a:pt x="326761" y="42521"/>
                    <a:pt x="324248" y="41598"/>
                  </a:cubicBezTo>
                  <a:cubicBezTo>
                    <a:pt x="321716" y="40695"/>
                    <a:pt x="319222" y="40244"/>
                    <a:pt x="316729" y="40244"/>
                  </a:cubicBezTo>
                  <a:cubicBezTo>
                    <a:pt x="314000" y="40244"/>
                    <a:pt x="311880" y="40774"/>
                    <a:pt x="310369" y="41834"/>
                  </a:cubicBezTo>
                  <a:cubicBezTo>
                    <a:pt x="308857" y="42894"/>
                    <a:pt x="308092" y="44366"/>
                    <a:pt x="308092" y="46212"/>
                  </a:cubicBezTo>
                  <a:close/>
                  <a:moveTo>
                    <a:pt x="340326" y="61563"/>
                  </a:moveTo>
                  <a:cubicBezTo>
                    <a:pt x="340326" y="51512"/>
                    <a:pt x="343172" y="43542"/>
                    <a:pt x="348846" y="37672"/>
                  </a:cubicBezTo>
                  <a:cubicBezTo>
                    <a:pt x="354519" y="31802"/>
                    <a:pt x="362411" y="28858"/>
                    <a:pt x="372501" y="28858"/>
                  </a:cubicBezTo>
                  <a:cubicBezTo>
                    <a:pt x="382003" y="28858"/>
                    <a:pt x="389423" y="31685"/>
                    <a:pt x="394763" y="37338"/>
                  </a:cubicBezTo>
                  <a:cubicBezTo>
                    <a:pt x="400103" y="42992"/>
                    <a:pt x="402773" y="50629"/>
                    <a:pt x="402773" y="60248"/>
                  </a:cubicBezTo>
                  <a:cubicBezTo>
                    <a:pt x="402773" y="69867"/>
                    <a:pt x="399926" y="77955"/>
                    <a:pt x="394253" y="83786"/>
                  </a:cubicBezTo>
                  <a:cubicBezTo>
                    <a:pt x="388579" y="89616"/>
                    <a:pt x="380845" y="92541"/>
                    <a:pt x="371068" y="92541"/>
                  </a:cubicBezTo>
                  <a:cubicBezTo>
                    <a:pt x="361292" y="92541"/>
                    <a:pt x="354166" y="89773"/>
                    <a:pt x="348630" y="84237"/>
                  </a:cubicBezTo>
                  <a:cubicBezTo>
                    <a:pt x="343094" y="78701"/>
                    <a:pt x="340326" y="71143"/>
                    <a:pt x="340326" y="61563"/>
                  </a:cubicBezTo>
                  <a:close/>
                  <a:moveTo>
                    <a:pt x="355226" y="61092"/>
                  </a:moveTo>
                  <a:cubicBezTo>
                    <a:pt x="355226" y="67433"/>
                    <a:pt x="356659" y="72282"/>
                    <a:pt x="359545" y="75639"/>
                  </a:cubicBezTo>
                  <a:cubicBezTo>
                    <a:pt x="362431" y="78996"/>
                    <a:pt x="366533" y="80664"/>
                    <a:pt x="371912" y="80664"/>
                  </a:cubicBezTo>
                  <a:cubicBezTo>
                    <a:pt x="377291" y="80664"/>
                    <a:pt x="381080" y="78996"/>
                    <a:pt x="383809" y="75639"/>
                  </a:cubicBezTo>
                  <a:cubicBezTo>
                    <a:pt x="386538" y="72282"/>
                    <a:pt x="387892" y="67315"/>
                    <a:pt x="387892" y="60739"/>
                  </a:cubicBezTo>
                  <a:cubicBezTo>
                    <a:pt x="387892" y="54162"/>
                    <a:pt x="386479" y="49254"/>
                    <a:pt x="383671" y="45917"/>
                  </a:cubicBezTo>
                  <a:cubicBezTo>
                    <a:pt x="380845" y="42580"/>
                    <a:pt x="376899" y="40911"/>
                    <a:pt x="371814" y="40911"/>
                  </a:cubicBezTo>
                  <a:cubicBezTo>
                    <a:pt x="366730" y="40911"/>
                    <a:pt x="362509" y="42658"/>
                    <a:pt x="359604" y="46153"/>
                  </a:cubicBezTo>
                  <a:cubicBezTo>
                    <a:pt x="356698" y="49647"/>
                    <a:pt x="355265" y="54614"/>
                    <a:pt x="355265" y="61092"/>
                  </a:cubicBezTo>
                  <a:close/>
                  <a:moveTo>
                    <a:pt x="450260" y="41991"/>
                  </a:moveTo>
                  <a:lnTo>
                    <a:pt x="428941" y="41991"/>
                  </a:lnTo>
                  <a:lnTo>
                    <a:pt x="428941" y="91069"/>
                  </a:lnTo>
                  <a:lnTo>
                    <a:pt x="414453" y="91069"/>
                  </a:lnTo>
                  <a:lnTo>
                    <a:pt x="414453" y="41991"/>
                  </a:lnTo>
                  <a:lnTo>
                    <a:pt x="404284" y="41991"/>
                  </a:lnTo>
                  <a:lnTo>
                    <a:pt x="404284" y="30291"/>
                  </a:lnTo>
                  <a:lnTo>
                    <a:pt x="414453" y="30291"/>
                  </a:lnTo>
                  <a:lnTo>
                    <a:pt x="414453" y="21830"/>
                  </a:lnTo>
                  <a:cubicBezTo>
                    <a:pt x="414453" y="15450"/>
                    <a:pt x="416534" y="10208"/>
                    <a:pt x="420696" y="6125"/>
                  </a:cubicBezTo>
                  <a:cubicBezTo>
                    <a:pt x="424858" y="2042"/>
                    <a:pt x="430178" y="0"/>
                    <a:pt x="436695" y="0"/>
                  </a:cubicBezTo>
                  <a:cubicBezTo>
                    <a:pt x="438423" y="0"/>
                    <a:pt x="439974" y="98"/>
                    <a:pt x="441309" y="275"/>
                  </a:cubicBezTo>
                  <a:cubicBezTo>
                    <a:pt x="442644" y="452"/>
                    <a:pt x="443841" y="726"/>
                    <a:pt x="444862" y="1080"/>
                  </a:cubicBezTo>
                  <a:lnTo>
                    <a:pt x="444862" y="13447"/>
                  </a:lnTo>
                  <a:cubicBezTo>
                    <a:pt x="444391" y="13172"/>
                    <a:pt x="443566" y="12839"/>
                    <a:pt x="442369" y="12446"/>
                  </a:cubicBezTo>
                  <a:cubicBezTo>
                    <a:pt x="441191" y="12054"/>
                    <a:pt x="439817" y="11857"/>
                    <a:pt x="438285" y="11857"/>
                  </a:cubicBezTo>
                  <a:cubicBezTo>
                    <a:pt x="435282" y="11857"/>
                    <a:pt x="432985" y="12799"/>
                    <a:pt x="431356" y="14664"/>
                  </a:cubicBezTo>
                  <a:cubicBezTo>
                    <a:pt x="429746" y="16529"/>
                    <a:pt x="428941" y="19297"/>
                    <a:pt x="428941" y="22968"/>
                  </a:cubicBezTo>
                  <a:lnTo>
                    <a:pt x="428941" y="30310"/>
                  </a:lnTo>
                  <a:lnTo>
                    <a:pt x="450260" y="30310"/>
                  </a:lnTo>
                  <a:lnTo>
                    <a:pt x="450260" y="16647"/>
                  </a:lnTo>
                  <a:lnTo>
                    <a:pt x="464630" y="12269"/>
                  </a:lnTo>
                  <a:lnTo>
                    <a:pt x="464630" y="30310"/>
                  </a:lnTo>
                  <a:lnTo>
                    <a:pt x="479118" y="30310"/>
                  </a:lnTo>
                  <a:lnTo>
                    <a:pt x="479118" y="42011"/>
                  </a:lnTo>
                  <a:lnTo>
                    <a:pt x="464630" y="42011"/>
                  </a:lnTo>
                  <a:lnTo>
                    <a:pt x="464630" y="70456"/>
                  </a:lnTo>
                  <a:cubicBezTo>
                    <a:pt x="464630" y="74206"/>
                    <a:pt x="465317" y="76836"/>
                    <a:pt x="466672" y="78387"/>
                  </a:cubicBezTo>
                  <a:cubicBezTo>
                    <a:pt x="468027" y="79918"/>
                    <a:pt x="470166" y="80704"/>
                    <a:pt x="473091" y="80704"/>
                  </a:cubicBezTo>
                  <a:cubicBezTo>
                    <a:pt x="473916" y="80704"/>
                    <a:pt x="474917" y="80507"/>
                    <a:pt x="476075" y="80115"/>
                  </a:cubicBezTo>
                  <a:cubicBezTo>
                    <a:pt x="477234" y="79722"/>
                    <a:pt x="478254" y="79251"/>
                    <a:pt x="479118" y="78701"/>
                  </a:cubicBezTo>
                  <a:lnTo>
                    <a:pt x="479118" y="90539"/>
                  </a:lnTo>
                  <a:cubicBezTo>
                    <a:pt x="478215" y="91049"/>
                    <a:pt x="476704" y="91520"/>
                    <a:pt x="474603" y="91952"/>
                  </a:cubicBezTo>
                  <a:cubicBezTo>
                    <a:pt x="472503" y="92384"/>
                    <a:pt x="470422" y="92600"/>
                    <a:pt x="468360" y="92600"/>
                  </a:cubicBezTo>
                  <a:cubicBezTo>
                    <a:pt x="462334" y="92600"/>
                    <a:pt x="457799" y="90990"/>
                    <a:pt x="454795" y="87790"/>
                  </a:cubicBezTo>
                  <a:cubicBezTo>
                    <a:pt x="451772" y="84571"/>
                    <a:pt x="450280" y="79742"/>
                    <a:pt x="450280" y="73263"/>
                  </a:cubicBezTo>
                  <a:lnTo>
                    <a:pt x="450280" y="42030"/>
                  </a:lnTo>
                  <a:close/>
                </a:path>
              </a:pathLst>
            </a:custGeom>
            <a:solidFill>
              <a:schemeClr val="bg1"/>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DD77C934-27F8-4BDC-9D6E-30EBCB597E23}"/>
                </a:ext>
              </a:extLst>
            </p:cNvPr>
            <p:cNvSpPr/>
            <p:nvPr/>
          </p:nvSpPr>
          <p:spPr>
            <a:xfrm>
              <a:off x="393700" y="384175"/>
              <a:ext cx="67177" cy="67177"/>
            </a:xfrm>
            <a:prstGeom prst="rect">
              <a:avLst/>
            </a:prstGeom>
            <a:solidFill>
              <a:srgbClr val="F25022"/>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CC9A6811-D7D6-9FCD-9324-42C97441F39B}"/>
                </a:ext>
              </a:extLst>
            </p:cNvPr>
            <p:cNvSpPr/>
            <p:nvPr/>
          </p:nvSpPr>
          <p:spPr>
            <a:xfrm>
              <a:off x="467866" y="384175"/>
              <a:ext cx="67177" cy="67177"/>
            </a:xfrm>
            <a:prstGeom prst="rect">
              <a:avLst/>
            </a:prstGeom>
            <a:solidFill>
              <a:srgbClr val="7FBA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5173167-B301-1E63-6474-829B711B1BDC}"/>
                </a:ext>
              </a:extLst>
            </p:cNvPr>
            <p:cNvSpPr/>
            <p:nvPr/>
          </p:nvSpPr>
          <p:spPr>
            <a:xfrm>
              <a:off x="393700" y="458341"/>
              <a:ext cx="67177" cy="67177"/>
            </a:xfrm>
            <a:prstGeom prst="rect">
              <a:avLst/>
            </a:prstGeom>
            <a:solidFill>
              <a:srgbClr val="00A4EF"/>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181ED58A-26BE-463B-9864-EEDC8370D475}"/>
                </a:ext>
              </a:extLst>
            </p:cNvPr>
            <p:cNvSpPr/>
            <p:nvPr/>
          </p:nvSpPr>
          <p:spPr>
            <a:xfrm>
              <a:off x="467866" y="458341"/>
              <a:ext cx="67177" cy="67177"/>
            </a:xfrm>
            <a:prstGeom prst="rect">
              <a:avLst/>
            </a:prstGeom>
            <a:solidFill>
              <a:srgbClr val="FFB9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3" name="Rounded Rectangle 56">
            <a:extLst>
              <a:ext uri="{FF2B5EF4-FFF2-40B4-BE49-F238E27FC236}">
                <a16:creationId xmlns:a16="http://schemas.microsoft.com/office/drawing/2014/main" id="{939841D7-6253-AEF6-0026-D03C6A4A13D9}"/>
              </a:ext>
            </a:extLst>
          </p:cNvPr>
          <p:cNvSpPr>
            <a:spLocks/>
          </p:cNvSpPr>
          <p:nvPr/>
        </p:nvSpPr>
        <p:spPr bwMode="auto">
          <a:xfrm>
            <a:off x="3012771"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4" name="Rectangle: Rounded Corners 26">
            <a:extLst>
              <a:ext uri="{FF2B5EF4-FFF2-40B4-BE49-F238E27FC236}">
                <a16:creationId xmlns:a16="http://schemas.microsoft.com/office/drawing/2014/main" id="{550C921C-D764-C8AF-B3A7-E07C5D358767}"/>
              </a:ext>
            </a:extLst>
          </p:cNvPr>
          <p:cNvSpPr/>
          <p:nvPr/>
        </p:nvSpPr>
        <p:spPr bwMode="auto">
          <a:xfrm>
            <a:off x="779405" y="2324377"/>
            <a:ext cx="1498621"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Chat (eligible license)</a:t>
            </a:r>
          </a:p>
        </p:txBody>
      </p:sp>
      <p:sp>
        <p:nvSpPr>
          <p:cNvPr id="47" name="Rectangle: Rounded Corners 26">
            <a:extLst>
              <a:ext uri="{FF2B5EF4-FFF2-40B4-BE49-F238E27FC236}">
                <a16:creationId xmlns:a16="http://schemas.microsoft.com/office/drawing/2014/main" id="{CF4EE762-B1C7-9184-3C54-2659B429E551}"/>
              </a:ext>
            </a:extLst>
          </p:cNvPr>
          <p:cNvSpPr/>
          <p:nvPr/>
        </p:nvSpPr>
        <p:spPr bwMode="auto">
          <a:xfrm>
            <a:off x="3181613" y="2324377"/>
            <a:ext cx="1938033"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Business </a:t>
            </a:r>
          </a:p>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(add-on license)</a:t>
            </a:r>
          </a:p>
        </p:txBody>
      </p:sp>
      <p:cxnSp>
        <p:nvCxnSpPr>
          <p:cNvPr id="50" name="Straight Connector 49">
            <a:extLst>
              <a:ext uri="{FF2B5EF4-FFF2-40B4-BE49-F238E27FC236}">
                <a16:creationId xmlns:a16="http://schemas.microsoft.com/office/drawing/2014/main" id="{CD2F7213-D65A-9472-9CC5-F02196E3890B}"/>
              </a:ext>
              <a:ext uri="{C183D7F6-B498-43B3-948B-1728B52AA6E4}">
                <adec:decorative xmlns:adec="http://schemas.microsoft.com/office/drawing/2017/decorative" val="1"/>
              </a:ext>
            </a:extLst>
          </p:cNvPr>
          <p:cNvCxnSpPr>
            <a:cxnSpLocks/>
          </p:cNvCxnSpPr>
          <p:nvPr/>
        </p:nvCxnSpPr>
        <p:spPr>
          <a:xfrm>
            <a:off x="495675"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1" name="Title 1">
            <a:extLst>
              <a:ext uri="{FF2B5EF4-FFF2-40B4-BE49-F238E27FC236}">
                <a16:creationId xmlns:a16="http://schemas.microsoft.com/office/drawing/2014/main" id="{DB025AE9-F288-2ACE-F3C8-1A9E25FF1B08}"/>
              </a:ext>
            </a:extLst>
          </p:cNvPr>
          <p:cNvSpPr txBox="1">
            <a:spLocks/>
          </p:cNvSpPr>
          <p:nvPr/>
        </p:nvSpPr>
        <p:spPr>
          <a:xfrm>
            <a:off x="388875" y="822470"/>
            <a:ext cx="4165402" cy="679010"/>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35354" rtl="0" eaLnBrk="1" fontAlgn="auto" latinLnBrk="0" hangingPunct="1">
              <a:lnSpc>
                <a:spcPct val="100000"/>
              </a:lnSpc>
              <a:spcBef>
                <a:spcPct val="0"/>
              </a:spcBef>
              <a:spcAft>
                <a:spcPts val="0"/>
              </a:spcAft>
              <a:buClrTx/>
              <a:buSzTx/>
              <a:buFontTx/>
              <a:buNone/>
              <a:tabLst/>
              <a:defRPr/>
            </a:pPr>
            <a:r>
              <a:rPr kumimoji="0" lang="en-US" sz="2206" b="1"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rPr>
              <a:t>Comparison of key features between Copilot licenses</a:t>
            </a:r>
            <a:endParaRPr kumimoji="0" lang="en-US" sz="2206" b="0"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nvGrpSpPr>
          <p:cNvPr id="104" name="Group 103">
            <a:extLst>
              <a:ext uri="{FF2B5EF4-FFF2-40B4-BE49-F238E27FC236}">
                <a16:creationId xmlns:a16="http://schemas.microsoft.com/office/drawing/2014/main" id="{2E3A0C99-00FD-44BE-5E3E-6B4091CC113D}"/>
              </a:ext>
            </a:extLst>
          </p:cNvPr>
          <p:cNvGrpSpPr/>
          <p:nvPr/>
        </p:nvGrpSpPr>
        <p:grpSpPr>
          <a:xfrm>
            <a:off x="668220" y="3400855"/>
            <a:ext cx="1720992" cy="723483"/>
            <a:chOff x="666348" y="3558436"/>
            <a:chExt cx="1716171" cy="721456"/>
          </a:xfrm>
        </p:grpSpPr>
        <p:grpSp>
          <p:nvGrpSpPr>
            <p:cNvPr id="26" name="Group 25">
              <a:extLst>
                <a:ext uri="{FF2B5EF4-FFF2-40B4-BE49-F238E27FC236}">
                  <a16:creationId xmlns:a16="http://schemas.microsoft.com/office/drawing/2014/main" id="{0C863985-7146-C9BA-7C67-70A0A6146404}"/>
                </a:ext>
              </a:extLst>
            </p:cNvPr>
            <p:cNvGrpSpPr/>
            <p:nvPr/>
          </p:nvGrpSpPr>
          <p:grpSpPr>
            <a:xfrm>
              <a:off x="777222" y="3558436"/>
              <a:ext cx="1494423" cy="323165"/>
              <a:chOff x="777222" y="3263610"/>
              <a:chExt cx="1494423" cy="323165"/>
            </a:xfrm>
          </p:grpSpPr>
          <p:sp>
            <p:nvSpPr>
              <p:cNvPr id="24" name="Rectangle: Rounded Corners 23">
                <a:extLst>
                  <a:ext uri="{FF2B5EF4-FFF2-40B4-BE49-F238E27FC236}">
                    <a16:creationId xmlns:a16="http://schemas.microsoft.com/office/drawing/2014/main" id="{28FF3B82-15D0-E553-6186-3C7E18EAB39D}"/>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Text Placeholder 5">
                <a:extLst>
                  <a:ext uri="{FF2B5EF4-FFF2-40B4-BE49-F238E27FC236}">
                    <a16:creationId xmlns:a16="http://schemas.microsoft.com/office/drawing/2014/main" id="{7C1DEB7A-0D93-648E-E244-59006C732157}"/>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22" name="Text Placeholder 5">
              <a:extLst>
                <a:ext uri="{FF2B5EF4-FFF2-40B4-BE49-F238E27FC236}">
                  <a16:creationId xmlns:a16="http://schemas.microsoft.com/office/drawing/2014/main" id="{6AAF5620-8392-5AAF-4365-6275B8B3ADF7}"/>
                </a:ext>
              </a:extLst>
            </p:cNvPr>
            <p:cNvSpPr txBox="1">
              <a:spLocks/>
            </p:cNvSpPr>
            <p:nvPr/>
          </p:nvSpPr>
          <p:spPr>
            <a:xfrm>
              <a:off x="666348" y="3956727"/>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32" name="Rectangle: Rounded Corners 31">
            <a:extLst>
              <a:ext uri="{FF2B5EF4-FFF2-40B4-BE49-F238E27FC236}">
                <a16:creationId xmlns:a16="http://schemas.microsoft.com/office/drawing/2014/main" id="{4BE55295-41C6-347C-953D-346130F1696A}"/>
              </a:ext>
            </a:extLst>
          </p:cNvPr>
          <p:cNvSpPr/>
          <p:nvPr/>
        </p:nvSpPr>
        <p:spPr>
          <a:xfrm>
            <a:off x="779405"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Text Placeholder 5">
            <a:extLst>
              <a:ext uri="{FF2B5EF4-FFF2-40B4-BE49-F238E27FC236}">
                <a16:creationId xmlns:a16="http://schemas.microsoft.com/office/drawing/2014/main" id="{3550B390-B492-7C18-D6DB-22D286AA5081}"/>
              </a:ext>
            </a:extLst>
          </p:cNvPr>
          <p:cNvSpPr txBox="1">
            <a:spLocks/>
          </p:cNvSpPr>
          <p:nvPr/>
        </p:nvSpPr>
        <p:spPr>
          <a:xfrm>
            <a:off x="1283572"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0" name="Text Placeholder 5">
            <a:extLst>
              <a:ext uri="{FF2B5EF4-FFF2-40B4-BE49-F238E27FC236}">
                <a16:creationId xmlns:a16="http://schemas.microsoft.com/office/drawing/2014/main" id="{C2F7E62D-CB2E-436E-CDA2-0C46F4DD1DB5}"/>
              </a:ext>
            </a:extLst>
          </p:cNvPr>
          <p:cNvSpPr txBox="1">
            <a:spLocks/>
          </p:cNvSpPr>
          <p:nvPr/>
        </p:nvSpPr>
        <p:spPr>
          <a:xfrm>
            <a:off x="668220" y="5294914"/>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Access to agents that use web data, work data agents are pay-as-you-go</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38" name="Rectangle: Rounded Corners 37">
            <a:extLst>
              <a:ext uri="{FF2B5EF4-FFF2-40B4-BE49-F238E27FC236}">
                <a16:creationId xmlns:a16="http://schemas.microsoft.com/office/drawing/2014/main" id="{0A1BD91B-1A5A-186A-0FAF-4698970AC85D}"/>
              </a:ext>
            </a:extLst>
          </p:cNvPr>
          <p:cNvSpPr/>
          <p:nvPr/>
        </p:nvSpPr>
        <p:spPr>
          <a:xfrm>
            <a:off x="779405"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Text Placeholder 5">
            <a:extLst>
              <a:ext uri="{FF2B5EF4-FFF2-40B4-BE49-F238E27FC236}">
                <a16:creationId xmlns:a16="http://schemas.microsoft.com/office/drawing/2014/main" id="{F18560B2-103E-9244-FFFE-2F5775AED53D}"/>
              </a:ext>
            </a:extLst>
          </p:cNvPr>
          <p:cNvSpPr txBox="1">
            <a:spLocks/>
          </p:cNvSpPr>
          <p:nvPr/>
        </p:nvSpPr>
        <p:spPr>
          <a:xfrm>
            <a:off x="1283571" y="642789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7" name="Text Placeholder 5">
            <a:extLst>
              <a:ext uri="{FF2B5EF4-FFF2-40B4-BE49-F238E27FC236}">
                <a16:creationId xmlns:a16="http://schemas.microsoft.com/office/drawing/2014/main" id="{DE71D118-A21E-128E-B4F2-8A76E0D42B02}"/>
              </a:ext>
            </a:extLst>
          </p:cNvPr>
          <p:cNvSpPr txBox="1">
            <a:spLocks/>
          </p:cNvSpPr>
          <p:nvPr/>
        </p:nvSpPr>
        <p:spPr>
          <a:xfrm>
            <a:off x="668220"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Basic usage management controls and reporting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40" name="Rounded Rectangle 56">
            <a:extLst>
              <a:ext uri="{FF2B5EF4-FFF2-40B4-BE49-F238E27FC236}">
                <a16:creationId xmlns:a16="http://schemas.microsoft.com/office/drawing/2014/main" id="{07789302-35C1-021B-E9E7-E87B8A5595E2}"/>
              </a:ext>
            </a:extLst>
          </p:cNvPr>
          <p:cNvSpPr>
            <a:spLocks/>
          </p:cNvSpPr>
          <p:nvPr/>
        </p:nvSpPr>
        <p:spPr bwMode="auto">
          <a:xfrm>
            <a:off x="3116559"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1" name="Rounded Rectangle 56">
            <a:extLst>
              <a:ext uri="{FF2B5EF4-FFF2-40B4-BE49-F238E27FC236}">
                <a16:creationId xmlns:a16="http://schemas.microsoft.com/office/drawing/2014/main" id="{EE29070A-7AB7-D778-D2D0-FFFA0726609D}"/>
              </a:ext>
            </a:extLst>
          </p:cNvPr>
          <p:cNvSpPr>
            <a:spLocks/>
          </p:cNvSpPr>
          <p:nvPr/>
        </p:nvSpPr>
        <p:spPr bwMode="auto">
          <a:xfrm>
            <a:off x="3116559"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1" name="Rounded Rectangle 56">
            <a:extLst>
              <a:ext uri="{FF2B5EF4-FFF2-40B4-BE49-F238E27FC236}">
                <a16:creationId xmlns:a16="http://schemas.microsoft.com/office/drawing/2014/main" id="{E2B54135-5A94-F7ED-13AE-78B11A45D67F}"/>
              </a:ext>
            </a:extLst>
          </p:cNvPr>
          <p:cNvSpPr>
            <a:spLocks/>
          </p:cNvSpPr>
          <p:nvPr/>
        </p:nvSpPr>
        <p:spPr bwMode="auto">
          <a:xfrm>
            <a:off x="3116559"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52" name="Group 51">
            <a:extLst>
              <a:ext uri="{FF2B5EF4-FFF2-40B4-BE49-F238E27FC236}">
                <a16:creationId xmlns:a16="http://schemas.microsoft.com/office/drawing/2014/main" id="{9DDBE7E2-3539-5D9E-2503-2553F6D28E60}"/>
              </a:ext>
            </a:extLst>
          </p:cNvPr>
          <p:cNvGrpSpPr/>
          <p:nvPr/>
        </p:nvGrpSpPr>
        <p:grpSpPr>
          <a:xfrm>
            <a:off x="3290135" y="3400855"/>
            <a:ext cx="1720992" cy="723483"/>
            <a:chOff x="666348" y="3391793"/>
            <a:chExt cx="1716171" cy="721456"/>
          </a:xfrm>
        </p:grpSpPr>
        <p:grpSp>
          <p:nvGrpSpPr>
            <p:cNvPr id="53" name="Group 52">
              <a:extLst>
                <a:ext uri="{FF2B5EF4-FFF2-40B4-BE49-F238E27FC236}">
                  <a16:creationId xmlns:a16="http://schemas.microsoft.com/office/drawing/2014/main" id="{7C712E96-8CF0-56F4-8D0E-06597252037F}"/>
                </a:ext>
              </a:extLst>
            </p:cNvPr>
            <p:cNvGrpSpPr/>
            <p:nvPr/>
          </p:nvGrpSpPr>
          <p:grpSpPr>
            <a:xfrm>
              <a:off x="777222" y="3391793"/>
              <a:ext cx="1494423" cy="323165"/>
              <a:chOff x="777222" y="3263610"/>
              <a:chExt cx="1494423" cy="323165"/>
            </a:xfrm>
          </p:grpSpPr>
          <p:sp>
            <p:nvSpPr>
              <p:cNvPr id="55" name="Rectangle: Rounded Corners 54">
                <a:extLst>
                  <a:ext uri="{FF2B5EF4-FFF2-40B4-BE49-F238E27FC236}">
                    <a16:creationId xmlns:a16="http://schemas.microsoft.com/office/drawing/2014/main" id="{6CB2C89F-9E14-BB24-202A-AC5C75976041}"/>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6" name="Text Placeholder 5">
                <a:extLst>
                  <a:ext uri="{FF2B5EF4-FFF2-40B4-BE49-F238E27FC236}">
                    <a16:creationId xmlns:a16="http://schemas.microsoft.com/office/drawing/2014/main" id="{1CE67C55-917F-A2FD-3528-2D45C561FC75}"/>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54" name="Text Placeholder 5">
              <a:extLst>
                <a:ext uri="{FF2B5EF4-FFF2-40B4-BE49-F238E27FC236}">
                  <a16:creationId xmlns:a16="http://schemas.microsoft.com/office/drawing/2014/main" id="{52EF9912-C4C7-EF76-D627-442F4A4302CF}"/>
                </a:ext>
              </a:extLst>
            </p:cNvPr>
            <p:cNvSpPr txBox="1">
              <a:spLocks/>
            </p:cNvSpPr>
            <p:nvPr/>
          </p:nvSpPr>
          <p:spPr>
            <a:xfrm>
              <a:off x="666348" y="3790084"/>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64" name="Rectangle: Rounded Corners 63">
            <a:extLst>
              <a:ext uri="{FF2B5EF4-FFF2-40B4-BE49-F238E27FC236}">
                <a16:creationId xmlns:a16="http://schemas.microsoft.com/office/drawing/2014/main" id="{251D3EEB-BE81-5D0A-7C3D-1359A36198B2}"/>
              </a:ext>
            </a:extLst>
          </p:cNvPr>
          <p:cNvSpPr/>
          <p:nvPr/>
        </p:nvSpPr>
        <p:spPr>
          <a:xfrm>
            <a:off x="3401320"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5" name="Text Placeholder 5">
            <a:extLst>
              <a:ext uri="{FF2B5EF4-FFF2-40B4-BE49-F238E27FC236}">
                <a16:creationId xmlns:a16="http://schemas.microsoft.com/office/drawing/2014/main" id="{EB622079-1E33-9DFE-3F7C-BADE6B636A79}"/>
              </a:ext>
            </a:extLst>
          </p:cNvPr>
          <p:cNvSpPr txBox="1">
            <a:spLocks/>
          </p:cNvSpPr>
          <p:nvPr/>
        </p:nvSpPr>
        <p:spPr>
          <a:xfrm>
            <a:off x="3905487"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2" name="Text Placeholder 5">
            <a:extLst>
              <a:ext uri="{FF2B5EF4-FFF2-40B4-BE49-F238E27FC236}">
                <a16:creationId xmlns:a16="http://schemas.microsoft.com/office/drawing/2014/main" id="{E4EFB238-0247-5189-C054-4387FC35B5D2}"/>
              </a:ext>
            </a:extLst>
          </p:cNvPr>
          <p:cNvSpPr txBox="1">
            <a:spLocks/>
          </p:cNvSpPr>
          <p:nvPr/>
        </p:nvSpPr>
        <p:spPr>
          <a:xfrm>
            <a:off x="3290135" y="5294915"/>
            <a:ext cx="1720992" cy="32407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Includes access to agents that use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0" name="Rectangle: Rounded Corners 69">
            <a:extLst>
              <a:ext uri="{FF2B5EF4-FFF2-40B4-BE49-F238E27FC236}">
                <a16:creationId xmlns:a16="http://schemas.microsoft.com/office/drawing/2014/main" id="{D1B6AB42-2089-4755-22B8-11CEBC722900}"/>
              </a:ext>
            </a:extLst>
          </p:cNvPr>
          <p:cNvSpPr/>
          <p:nvPr/>
        </p:nvSpPr>
        <p:spPr>
          <a:xfrm>
            <a:off x="3401320"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2" name="Text Placeholder 5">
            <a:extLst>
              <a:ext uri="{FF2B5EF4-FFF2-40B4-BE49-F238E27FC236}">
                <a16:creationId xmlns:a16="http://schemas.microsoft.com/office/drawing/2014/main" id="{89D89A9C-662E-5C7B-D03D-201EA058E46A}"/>
              </a:ext>
            </a:extLst>
          </p:cNvPr>
          <p:cNvSpPr txBox="1">
            <a:spLocks/>
          </p:cNvSpPr>
          <p:nvPr/>
        </p:nvSpPr>
        <p:spPr>
          <a:xfrm>
            <a:off x="3905485" y="643111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9" name="Text Placeholder 5">
            <a:extLst>
              <a:ext uri="{FF2B5EF4-FFF2-40B4-BE49-F238E27FC236}">
                <a16:creationId xmlns:a16="http://schemas.microsoft.com/office/drawing/2014/main" id="{059CD9B6-0539-00EC-BF7F-F49182B6279B}"/>
              </a:ext>
            </a:extLst>
          </p:cNvPr>
          <p:cNvSpPr txBox="1">
            <a:spLocks/>
          </p:cNvSpPr>
          <p:nvPr/>
        </p:nvSpPr>
        <p:spPr>
          <a:xfrm>
            <a:off x="3290135"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Adds advanced management controls and analytics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4" name="Oval 73">
            <a:extLst>
              <a:ext uri="{FF2B5EF4-FFF2-40B4-BE49-F238E27FC236}">
                <a16:creationId xmlns:a16="http://schemas.microsoft.com/office/drawing/2014/main" id="{5A17A4FF-131A-17BA-62E9-79F850F1DAC1}"/>
              </a:ext>
            </a:extLst>
          </p:cNvPr>
          <p:cNvSpPr/>
          <p:nvPr/>
        </p:nvSpPr>
        <p:spPr>
          <a:xfrm>
            <a:off x="2612149" y="2399503"/>
            <a:ext cx="443077" cy="443077"/>
          </a:xfrm>
          <a:prstGeom prst="ellipse">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78" name="Straight Connector 77">
            <a:extLst>
              <a:ext uri="{FF2B5EF4-FFF2-40B4-BE49-F238E27FC236}">
                <a16:creationId xmlns:a16="http://schemas.microsoft.com/office/drawing/2014/main" id="{A3FDD2CB-27D7-96BC-E12A-B5240FE8D23D}"/>
              </a:ext>
              <a:ext uri="{C183D7F6-B498-43B3-948B-1728B52AA6E4}">
                <adec:decorative xmlns:adec="http://schemas.microsoft.com/office/drawing/2017/decorative" val="1"/>
              </a:ext>
            </a:extLst>
          </p:cNvPr>
          <p:cNvCxnSpPr>
            <a:cxnSpLocks/>
          </p:cNvCxnSpPr>
          <p:nvPr/>
        </p:nvCxnSpPr>
        <p:spPr>
          <a:xfrm>
            <a:off x="3117589"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2" name="Graphic 81">
            <a:extLst>
              <a:ext uri="{FF2B5EF4-FFF2-40B4-BE49-F238E27FC236}">
                <a16:creationId xmlns:a16="http://schemas.microsoft.com/office/drawing/2014/main" id="{681133F1-A9E6-C101-5059-FA1B720857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1095" y="4176684"/>
            <a:ext cx="275242" cy="275242"/>
          </a:xfrm>
          <a:prstGeom prst="rect">
            <a:avLst/>
          </a:prstGeom>
        </p:spPr>
      </p:pic>
      <p:grpSp>
        <p:nvGrpSpPr>
          <p:cNvPr id="103" name="Group 102">
            <a:extLst>
              <a:ext uri="{FF2B5EF4-FFF2-40B4-BE49-F238E27FC236}">
                <a16:creationId xmlns:a16="http://schemas.microsoft.com/office/drawing/2014/main" id="{5292CF45-BE5C-778B-1FFB-1F972FB0278A}"/>
              </a:ext>
            </a:extLst>
          </p:cNvPr>
          <p:cNvGrpSpPr/>
          <p:nvPr/>
        </p:nvGrpSpPr>
        <p:grpSpPr>
          <a:xfrm>
            <a:off x="3767865" y="4176061"/>
            <a:ext cx="714038" cy="281414"/>
            <a:chOff x="3757311" y="3192823"/>
            <a:chExt cx="712038" cy="280626"/>
          </a:xfrm>
        </p:grpSpPr>
        <p:pic>
          <p:nvPicPr>
            <p:cNvPr id="83" name="Graphic 82">
              <a:extLst>
                <a:ext uri="{FF2B5EF4-FFF2-40B4-BE49-F238E27FC236}">
                  <a16:creationId xmlns:a16="http://schemas.microsoft.com/office/drawing/2014/main" id="{36B3D3CC-6CBA-BEFA-5FB7-1F904E360E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7311" y="3192823"/>
              <a:ext cx="274471" cy="274471"/>
            </a:xfrm>
            <a:prstGeom prst="rect">
              <a:avLst/>
            </a:prstGeom>
          </p:spPr>
        </p:pic>
        <p:pic>
          <p:nvPicPr>
            <p:cNvPr id="84" name="Graphic 83">
              <a:extLst>
                <a:ext uri="{FF2B5EF4-FFF2-40B4-BE49-F238E27FC236}">
                  <a16:creationId xmlns:a16="http://schemas.microsoft.com/office/drawing/2014/main" id="{E6543A4A-917E-6BA3-F224-7191F916C9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61688" y="3252010"/>
              <a:ext cx="126764" cy="126764"/>
            </a:xfrm>
            <a:prstGeom prst="rect">
              <a:avLst/>
            </a:prstGeom>
          </p:spPr>
        </p:pic>
        <p:pic>
          <p:nvPicPr>
            <p:cNvPr id="86" name="Graphic 85">
              <a:extLst>
                <a:ext uri="{FF2B5EF4-FFF2-40B4-BE49-F238E27FC236}">
                  <a16:creationId xmlns:a16="http://schemas.microsoft.com/office/drawing/2014/main" id="{A628C7A3-ACD7-2494-D9EE-34B9711B22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4878" y="3198978"/>
              <a:ext cx="274471" cy="274471"/>
            </a:xfrm>
            <a:prstGeom prst="rect">
              <a:avLst/>
            </a:prstGeom>
          </p:spPr>
        </p:pic>
      </p:grpSp>
      <p:pic>
        <p:nvPicPr>
          <p:cNvPr id="88" name="Graphic 87">
            <a:extLst>
              <a:ext uri="{FF2B5EF4-FFF2-40B4-BE49-F238E27FC236}">
                <a16:creationId xmlns:a16="http://schemas.microsoft.com/office/drawing/2014/main" id="{B1414944-5CB3-E94B-7EDB-82A1FE31F6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9676" y="4939631"/>
            <a:ext cx="212002" cy="212002"/>
          </a:xfrm>
          <a:prstGeom prst="rect">
            <a:avLst/>
          </a:prstGeom>
        </p:spPr>
      </p:pic>
      <p:pic>
        <p:nvPicPr>
          <p:cNvPr id="95" name="Graphic 94">
            <a:extLst>
              <a:ext uri="{FF2B5EF4-FFF2-40B4-BE49-F238E27FC236}">
                <a16:creationId xmlns:a16="http://schemas.microsoft.com/office/drawing/2014/main" id="{D540F8AA-7AD7-5C7A-2959-81AF51FF6D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44326" y="4939631"/>
            <a:ext cx="212002" cy="212002"/>
          </a:xfrm>
          <a:prstGeom prst="rect">
            <a:avLst/>
          </a:prstGeom>
        </p:spPr>
      </p:pic>
      <p:pic>
        <p:nvPicPr>
          <p:cNvPr id="98" name="Graphic 97">
            <a:extLst>
              <a:ext uri="{FF2B5EF4-FFF2-40B4-BE49-F238E27FC236}">
                <a16:creationId xmlns:a16="http://schemas.microsoft.com/office/drawing/2014/main" id="{42CC6AAB-6C0C-A846-8F51-85F316B77C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9676" y="6409084"/>
            <a:ext cx="229242" cy="229242"/>
          </a:xfrm>
          <a:prstGeom prst="rect">
            <a:avLst/>
          </a:prstGeom>
        </p:spPr>
      </p:pic>
      <p:pic>
        <p:nvPicPr>
          <p:cNvPr id="99" name="Graphic 98">
            <a:extLst>
              <a:ext uri="{FF2B5EF4-FFF2-40B4-BE49-F238E27FC236}">
                <a16:creationId xmlns:a16="http://schemas.microsoft.com/office/drawing/2014/main" id="{FA5B5A07-ABC3-8610-8B0D-6881734EB8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44326" y="6409084"/>
            <a:ext cx="229242" cy="229242"/>
          </a:xfrm>
          <a:prstGeom prst="rect">
            <a:avLst/>
          </a:prstGeom>
        </p:spPr>
      </p:pic>
      <p:sp>
        <p:nvSpPr>
          <p:cNvPr id="100" name="Arrow: Right 99">
            <a:extLst>
              <a:ext uri="{FF2B5EF4-FFF2-40B4-BE49-F238E27FC236}">
                <a16:creationId xmlns:a16="http://schemas.microsoft.com/office/drawing/2014/main" id="{FA5DD712-EADC-6310-22BE-446B2A2FDC9A}"/>
              </a:ext>
            </a:extLst>
          </p:cNvPr>
          <p:cNvSpPr/>
          <p:nvPr/>
        </p:nvSpPr>
        <p:spPr>
          <a:xfrm>
            <a:off x="2554843" y="3628396"/>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1" name="Arrow: Right 100">
            <a:extLst>
              <a:ext uri="{FF2B5EF4-FFF2-40B4-BE49-F238E27FC236}">
                <a16:creationId xmlns:a16="http://schemas.microsoft.com/office/drawing/2014/main" id="{B4E213C0-0774-CADA-094E-479D5912A2DA}"/>
              </a:ext>
            </a:extLst>
          </p:cNvPr>
          <p:cNvSpPr/>
          <p:nvPr/>
        </p:nvSpPr>
        <p:spPr>
          <a:xfrm>
            <a:off x="2554843" y="5106469"/>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2" name="Arrow: Right 101">
            <a:extLst>
              <a:ext uri="{FF2B5EF4-FFF2-40B4-BE49-F238E27FC236}">
                <a16:creationId xmlns:a16="http://schemas.microsoft.com/office/drawing/2014/main" id="{2A565BBE-0630-7DB7-97E7-0EF968D874FA}"/>
              </a:ext>
            </a:extLst>
          </p:cNvPr>
          <p:cNvSpPr/>
          <p:nvPr/>
        </p:nvSpPr>
        <p:spPr>
          <a:xfrm>
            <a:off x="2554843" y="6584542"/>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05ABA1B7-9910-2D65-4D24-AA801543A30A}"/>
              </a:ext>
            </a:extLst>
          </p:cNvPr>
          <p:cNvSpPr txBox="1"/>
          <p:nvPr/>
        </p:nvSpPr>
        <p:spPr>
          <a:xfrm>
            <a:off x="2633263" y="2428521"/>
            <a:ext cx="400848" cy="370369"/>
          </a:xfrm>
          <a:prstGeom prst="rect">
            <a:avLst/>
          </a:prstGeom>
          <a:noFill/>
        </p:spPr>
        <p:txBody>
          <a:bodyPr wrap="none" rtlCol="0">
            <a:spAutoFit/>
          </a:bodyPr>
          <a:lstStyle/>
          <a:p>
            <a:pPr marL="0" marR="0" lvl="0" indent="0" algn="ctr" defTabSz="458480" rtl="0" eaLnBrk="1" fontAlgn="auto" latinLnBrk="0" hangingPunct="1">
              <a:lnSpc>
                <a:spcPct val="100000"/>
              </a:lnSpc>
              <a:spcBef>
                <a:spcPts val="0"/>
              </a:spcBef>
              <a:spcAft>
                <a:spcPts val="0"/>
              </a:spcAft>
              <a:buClrTx/>
              <a:buSzTx/>
              <a:buFontTx/>
              <a:buNone/>
              <a:tabLst/>
              <a:defRPr/>
            </a:pPr>
            <a:r>
              <a:rPr kumimoji="0" lang="en-IN"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vs</a:t>
            </a:r>
            <a:endParaRPr kumimoji="0" lang="en-US"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2" y="5456352"/>
            <a:ext cx="5667375" cy="2563698"/>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sp>
        <p:nvSpPr>
          <p:cNvPr id="49" name="Text 8">
            <a:extLst>
              <a:ext uri="{FF2B5EF4-FFF2-40B4-BE49-F238E27FC236}">
                <a16:creationId xmlns:a16="http://schemas.microsoft.com/office/drawing/2014/main" id="{91AFE902-17FD-61F3-E778-58BF18FA2D93}"/>
              </a:ext>
            </a:extLst>
          </p:cNvPr>
          <p:cNvSpPr/>
          <p:nvPr/>
        </p:nvSpPr>
        <p:spPr>
          <a:xfrm>
            <a:off x="409575" y="7284687"/>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FEAEFACE-113B-1B8E-671C-B6C4E86A1D7B}"/>
              </a:ext>
            </a:extLst>
          </p:cNvPr>
          <p:cNvGraphicFramePr>
            <a:graphicFrameLocks noGrp="1"/>
          </p:cNvGraphicFramePr>
          <p:nvPr>
            <p:extLst>
              <p:ext uri="{D42A27DB-BD31-4B8C-83A1-F6EECF244321}">
                <p14:modId xmlns:p14="http://schemas.microsoft.com/office/powerpoint/2010/main" val="1446335911"/>
              </p:ext>
            </p:extLst>
          </p:nvPr>
        </p:nvGraphicFramePr>
        <p:xfrm>
          <a:off x="409573" y="625069"/>
          <a:ext cx="4848226" cy="3897494"/>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6039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742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7378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442922">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737875">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8005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2260370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dirty="0">
              <a:solidFill>
                <a:srgbClr val="FF0000"/>
              </a:solidFill>
              <a:latin typeface="Segoe UI Regular" pitchFamily="34" charset="0"/>
              <a:ea typeface="Segoe UI Regular" pitchFamily="34" charset="-122"/>
            </a:endParaRPr>
          </a:p>
          <a:p>
            <a:pPr lvl="0">
              <a:lnSpc>
                <a:spcPts val="1250"/>
              </a:lnSpc>
              <a:defRPr/>
            </a:pPr>
            <a:r>
              <a:rPr lang="en-US" sz="1000"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dirty="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dirty="0">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dirty="0">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2.xml><?xml version="1.0" encoding="utf-8"?>
<a:theme xmlns:a="http://schemas.openxmlformats.org/drawingml/2006/main" name="3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539</Words>
  <Application>Microsoft Office PowerPoint</Application>
  <PresentationFormat>Custom</PresentationFormat>
  <Paragraphs>63</Paragraphs>
  <Slides>4</Slides>
  <Notes>3</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4</vt:i4>
      </vt:variant>
    </vt:vector>
  </HeadingPairs>
  <TitlesOfParts>
    <vt:vector size="17" baseType="lpstr">
      <vt:lpstr>Aptos</vt:lpstr>
      <vt:lpstr>Aptos Display</vt:lpstr>
      <vt:lpstr>Arial</vt:lpstr>
      <vt:lpstr>Calibri</vt:lpstr>
      <vt:lpstr>Segoe Sans Display</vt:lpstr>
      <vt:lpstr>Segoe Sans Display Semibold</vt:lpstr>
      <vt:lpstr>Segoe UI</vt:lpstr>
      <vt:lpstr>Segoe UI Regular</vt:lpstr>
      <vt:lpstr>Segoe UI Semibold</vt:lpstr>
      <vt:lpstr>Segoe UI Variable Display Semib</vt:lpstr>
      <vt:lpstr>Wingdings</vt:lpstr>
      <vt:lpstr>2_CSP Template Diamond 06/23</vt:lpstr>
      <vt:lpstr>3_Office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Samarth  Teotia</cp:lastModifiedBy>
  <cp:revision>15</cp:revision>
  <dcterms:created xsi:type="dcterms:W3CDTF">2026-02-21T17:45:29Z</dcterms:created>
  <dcterms:modified xsi:type="dcterms:W3CDTF">2026-05-07T23:11:59Z</dcterms:modified>
</cp:coreProperties>
</file>
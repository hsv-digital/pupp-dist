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0"/>
  </p:notesMasterIdLst>
  <p:sldIdLst>
    <p:sldId id="2147470023" r:id="rId5"/>
    <p:sldId id="2147470008" r:id="rId6"/>
    <p:sldId id="323" r:id="rId7"/>
    <p:sldId id="2147470024" r:id="rId8"/>
    <p:sldId id="2147470015" r:id="rId9"/>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1B7AC0-B272-456F-A75C-47BC28498C27}" v="1" dt="2026-04-24T11:58:44.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8:44.029" v="43"/>
      <pc:docMkLst>
        <pc:docMk/>
      </pc:docMkLst>
      <pc:sldChg chg="add">
        <pc:chgData name="Vandan Jain" userId="4244b45b-25d1-413d-855b-6597e767c081" providerId="ADAL" clId="{67AB2A15-26B8-47FB-BEC6-EFDC03C3B3B6}" dt="2026-04-24T11:58:44.029" v="43"/>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86109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59109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281861658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02104249"/>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2738656235"/>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416953366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6313"/>
            <a:ext cx="5667374" cy="8013736"/>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9" y="565908"/>
            <a:ext cx="4123882"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16718F9F-D7F8-8AB5-49E0-F7F004721D21}"/>
              </a:ext>
            </a:extLst>
          </p:cNvPr>
          <p:cNvGrpSpPr/>
          <p:nvPr/>
        </p:nvGrpSpPr>
        <p:grpSpPr>
          <a:xfrm>
            <a:off x="271313" y="1691352"/>
            <a:ext cx="1640799" cy="2800463"/>
            <a:chOff x="271313" y="1691352"/>
            <a:chExt cx="1640799" cy="2800463"/>
          </a:xfrm>
        </p:grpSpPr>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6"/>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5" name="TextBox 4">
              <a:extLst>
                <a:ext uri="{FF2B5EF4-FFF2-40B4-BE49-F238E27FC236}">
                  <a16:creationId xmlns:a16="http://schemas.microsoft.com/office/drawing/2014/main" id="{40A7A011-A5B1-B465-6A3F-B4941EFA893C}"/>
                </a:ext>
              </a:extLst>
            </p:cNvPr>
            <p:cNvSpPr txBox="1"/>
            <p:nvPr/>
          </p:nvSpPr>
          <p:spPr>
            <a:xfrm>
              <a:off x="374982" y="2096831"/>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8"/>
              </a:ext>
            </a:extLst>
          </a:blip>
          <a:srcRect r="39635"/>
          <a:stretch>
            <a:fillRect/>
          </a:stretch>
        </p:blipFill>
        <p:spPr bwMode="black">
          <a:xfrm>
            <a:off x="275179" y="259472"/>
            <a:ext cx="796714" cy="167302"/>
          </a:xfrm>
          <a:prstGeom prst="rect">
            <a:avLst/>
          </a:prstGeom>
        </p:spPr>
      </p:pic>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56352"/>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49" name="Text 8">
            <a:extLst>
              <a:ext uri="{FF2B5EF4-FFF2-40B4-BE49-F238E27FC236}">
                <a16:creationId xmlns:a16="http://schemas.microsoft.com/office/drawing/2014/main" id="{91AFE902-17FD-61F3-E778-58BF18FA2D93}"/>
              </a:ext>
            </a:extLst>
          </p:cNvPr>
          <p:cNvSpPr/>
          <p:nvPr/>
        </p:nvSpPr>
        <p:spPr>
          <a:xfrm>
            <a:off x="409575" y="7273727"/>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D0512AC7-A619-B804-4250-4778CCE44E9F}"/>
              </a:ext>
            </a:extLst>
          </p:cNvPr>
          <p:cNvGraphicFramePr>
            <a:graphicFrameLocks noGrp="1"/>
          </p:cNvGraphicFramePr>
          <p:nvPr>
            <p:extLst>
              <p:ext uri="{D42A27DB-BD31-4B8C-83A1-F6EECF244321}">
                <p14:modId xmlns:p14="http://schemas.microsoft.com/office/powerpoint/2010/main" val="2544547443"/>
              </p:ext>
            </p:extLst>
          </p:nvPr>
        </p:nvGraphicFramePr>
        <p:xfrm>
          <a:off x="409575" y="629080"/>
          <a:ext cx="4848226" cy="386306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4579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937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7628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45793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762878">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8277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408803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749</Words>
  <Application>Microsoft Office PowerPoint</Application>
  <PresentationFormat>Custom</PresentationFormat>
  <Paragraphs>86</Paragraphs>
  <Slides>5</Slides>
  <Notes>4</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5</vt:i4>
      </vt:variant>
    </vt:vector>
  </HeadingPairs>
  <TitlesOfParts>
    <vt:vector size="21" baseType="lpstr">
      <vt:lpstr>Aptos</vt:lpstr>
      <vt:lpstr>Aptos Display</vt:lpstr>
      <vt:lpstr>Arial</vt:lpstr>
      <vt:lpstr>Calibri</vt:lpstr>
      <vt:lpstr>Segoe Sans Display</vt:lpstr>
      <vt:lpstr>Segoe Sans Display Semibold</vt:lpstr>
      <vt:lpstr>Segoe Sans Display Semilight</vt:lpstr>
      <vt:lpstr>Segoe UI</vt:lpstr>
      <vt:lpstr>Segoe UI Regular</vt:lpstr>
      <vt:lpstr>Segoe UI Semibold</vt:lpstr>
      <vt:lpstr>Segoe UI Variable Display Semib</vt:lpstr>
      <vt:lpstr>Wingdings</vt:lpstr>
      <vt:lpstr>Office Theme</vt:lpstr>
      <vt:lpstr>2_CSP Template Diamond 06/23</vt:lpstr>
      <vt:lpstr>3_CSP Template Diamond 06/23</vt:lpstr>
      <vt:lpstr>3_Office Theme</vt:lpstr>
      <vt:lpstr>PowerPoint Presentation</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7</cp:revision>
  <dcterms:created xsi:type="dcterms:W3CDTF">2026-02-21T17:45:29Z</dcterms:created>
  <dcterms:modified xsi:type="dcterms:W3CDTF">2026-05-07T23:12:37Z</dcterms:modified>
</cp:coreProperties>
</file>
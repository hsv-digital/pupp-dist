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1"/>
  </p:notesMasterIdLst>
  <p:sldIdLst>
    <p:sldId id="2147470023" r:id="rId5"/>
    <p:sldId id="2147470008" r:id="rId6"/>
    <p:sldId id="257" r:id="rId7"/>
    <p:sldId id="323"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A1485C-7F1C-4062-8903-89B5F8E16975}" v="1" dt="2026-04-24T12:05:08.5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5:08.550" v="27"/>
      <pc:docMkLst>
        <pc:docMk/>
      </pc:docMkLst>
      <pc:sldChg chg="add">
        <pc:chgData name="Vandan Jain" userId="4244b45b-25d1-413d-855b-6597e767c081" providerId="ADAL" clId="{67AB2A15-26B8-47FB-BEC6-EFDC03C3B3B6}" dt="2026-04-24T12:05:08.550" v="27"/>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411702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014514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3771374089"/>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263366257"/>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061901247"/>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51391502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0"/>
            <a:ext cx="5667374" cy="8020049"/>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481" y="1705900"/>
            <a:ext cx="1640799" cy="2800463"/>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5095875" cy="492443"/>
          </a:xfrm>
          <a:prstGeom prst="rect">
            <a:avLst/>
          </a:prstGeom>
          <a:noFill/>
          <a:ln/>
        </p:spPr>
        <p:txBody>
          <a:bodyPr wrap="square" lIns="0" tIns="0" rIns="0" bIns="0" rtlCol="0" anchor="t" anchorCtr="0">
            <a:spAutoFit/>
          </a:bodyPr>
          <a:lstStyle/>
          <a:p>
            <a:r>
              <a:rPr lang="en-US" sz="1600">
                <a:solidFill>
                  <a:srgbClr val="000000"/>
                </a:solidFill>
                <a:latin typeface="Segoe UI Semibold" pitchFamily="34" charset="0"/>
                <a:ea typeface="Segoe UI Semibold" pitchFamily="34" charset="-122"/>
                <a:cs typeface="Segoe UI Semibold" pitchFamily="34" charset="-120"/>
              </a:rPr>
              <a:t>Incremental capabilities from Business Basic to Business Premium, Copilot Business, and Purview</a:t>
            </a:r>
            <a:endParaRPr lang="en-US" sz="1600"/>
          </a:p>
        </p:txBody>
      </p:sp>
      <p:sp>
        <p:nvSpPr>
          <p:cNvPr id="11" name="Current SKU"/>
          <p:cNvSpPr/>
          <p:nvPr/>
        </p:nvSpPr>
        <p:spPr>
          <a:xfrm>
            <a:off x="437503" y="1189906"/>
            <a:ext cx="1454907" cy="166712"/>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Basic</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635138" cy="2448427"/>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 Copilot Business, and Purview</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75620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Strongest security with conditional access, automatic sensitivity and retention labels, advanced data security and compliance controls, and discovery and evaluation of risk across 400+ AI apps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2E74C90A-6204-0081-BF4D-51823BC97C84}"/>
              </a:ext>
            </a:extLst>
          </p:cNvPr>
          <p:cNvGraphicFramePr>
            <a:graphicFrameLocks noGrp="1"/>
          </p:cNvGraphicFramePr>
          <p:nvPr>
            <p:extLst>
              <p:ext uri="{D42A27DB-BD31-4B8C-83A1-F6EECF244321}">
                <p14:modId xmlns:p14="http://schemas.microsoft.com/office/powerpoint/2010/main" val="968851710"/>
              </p:ext>
            </p:extLst>
          </p:nvPr>
        </p:nvGraphicFramePr>
        <p:xfrm>
          <a:off x="409573" y="691677"/>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2844283105"/>
                    </a:ext>
                  </a:extLst>
                </a:gridCol>
                <a:gridCol w="2424113">
                  <a:extLst>
                    <a:ext uri="{9D8B030D-6E8A-4147-A177-3AD203B41FA5}">
                      <a16:colId xmlns:a16="http://schemas.microsoft.com/office/drawing/2014/main" val="185026923"/>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794126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4062384"/>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4014656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9581456"/>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1199056"/>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9615764"/>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3883859"/>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5436986"/>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81782117"/>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9149474"/>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1012</Words>
  <Application>Microsoft Office PowerPoint</Application>
  <PresentationFormat>Custom</PresentationFormat>
  <Paragraphs>115</Paragraphs>
  <Slides>6</Slides>
  <Notes>5</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2_CSP Template Diamond 06/23</vt:lpstr>
      <vt:lpstr>3_CSP Template Diamond 06/23</vt:lpstr>
      <vt:lpstr>3_Office Theme</vt:lpstr>
      <vt:lpstr>PowerPoint Presentation</vt:lpstr>
      <vt:lpstr>Microsoft Purview Suite for Microsoft 365 Business Premium</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2026-04-24T12:05:11Z</dcterms:modified>
</cp:coreProperties>
</file>
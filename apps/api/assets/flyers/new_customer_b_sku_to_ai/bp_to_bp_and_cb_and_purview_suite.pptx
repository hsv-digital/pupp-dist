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Lst>
  <p:notesMasterIdLst>
    <p:notesMasterId r:id="rId11"/>
  </p:notesMasterIdLst>
  <p:sldIdLst>
    <p:sldId id="2147470023" r:id="rId5"/>
    <p:sldId id="2147470008" r:id="rId6"/>
    <p:sldId id="257" r:id="rId7"/>
    <p:sldId id="323" r:id="rId8"/>
    <p:sldId id="2147470014" r:id="rId9"/>
    <p:sldId id="2147470015" r:id="rId10"/>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02FDE0-67D7-4A5C-8C53-948B6D708CDC}" v="1" dt="2026-04-24T12:05:40.1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8"/>
    <p:restoredTop sz="92717" autoAdjust="0"/>
  </p:normalViewPr>
  <p:slideViewPr>
    <p:cSldViewPr snapToGrid="0" snapToObjects="1">
      <p:cViewPr varScale="1">
        <p:scale>
          <a:sx n="92" d="100"/>
          <a:sy n="92" d="100"/>
        </p:scale>
        <p:origin x="2200"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2:05:40.105" v="20"/>
      <pc:docMkLst>
        <pc:docMk/>
      </pc:docMkLst>
      <pc:sldChg chg="add">
        <pc:chgData name="Vandan Jain" userId="4244b45b-25d1-413d-855b-6597e767c081" providerId="ADAL" clId="{67AB2A15-26B8-47FB-BEC6-EFDC03C3B3B6}" dt="2026-04-24T12:05:40.105" v="20"/>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1417532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18511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770560381"/>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232168639"/>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3703494142"/>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4/24/2026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30281746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png"/><Relationship Id="rId7" Type="http://schemas.openxmlformats.org/officeDocument/2006/relationships/image" Target="../media/image15.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dirty="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dirty="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a:t>
            </a:r>
            <a:r>
              <a:rPr kumimoji="0" lang="en-US" sz="1000"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dirty="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dirty="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4502"/>
            <a:ext cx="5667374" cy="8015547"/>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90094" y="1671081"/>
            <a:ext cx="1640799" cy="2800463"/>
            <a:chOff x="278481" y="1705900"/>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8481" y="1705900"/>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45419" y="3376010"/>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20988" y="3471178"/>
              <a:ext cx="1177379" cy="390472"/>
              <a:chOff x="520988" y="3471178"/>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0988" y="3471178"/>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630375" y="3501378"/>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1180544" y="3578910"/>
                <a:ext cx="320040" cy="320040"/>
                <a:chOff x="1180544" y="3578910"/>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1180544" y="3578910"/>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500" tIns="26250" rIns="52500" bIns="26250" numCol="1" spcCol="0" rtlCol="0" fromWordArt="0" anchor="ctr" anchorCtr="0" forceAA="0" compatLnSpc="1">
                  <a:prstTxWarp prst="textNoShape">
                    <a:avLst/>
                  </a:prstTxWarp>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91263" y="3689629"/>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82150" y="2111379"/>
              <a:ext cx="1436982" cy="994183"/>
            </a:xfrm>
            <a:prstGeom prst="rect">
              <a:avLst/>
            </a:prstGeom>
            <a:noFill/>
          </p:spPr>
          <p:txBody>
            <a:bodyPr wrap="square" lIns="0" tIns="0" rIns="0" bIns="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9056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91974" y="1590562"/>
            <a:ext cx="2196000" cy="5612"/>
          </a:xfrm>
          <a:prstGeom prst="rect">
            <a:avLst/>
          </a:prstGeom>
        </p:spPr>
      </p:pic>
      <p:sp>
        <p:nvSpPr>
          <p:cNvPr id="10" name="Incremental capabilities from Current SKU to Target SKU"/>
          <p:cNvSpPr/>
          <p:nvPr/>
        </p:nvSpPr>
        <p:spPr>
          <a:xfrm>
            <a:off x="304800" y="401479"/>
            <a:ext cx="3061855" cy="461665"/>
          </a:xfrm>
          <a:prstGeom prst="rect">
            <a:avLst/>
          </a:prstGeom>
          <a:noFill/>
          <a:ln/>
        </p:spPr>
        <p:txBody>
          <a:bodyPr wrap="square" lIns="0" tIns="0" rIns="0" bIns="0" rtlCol="0" anchor="t" anchorCtr="0">
            <a:spAutoFit/>
          </a:bodyPr>
          <a:lstStyle/>
          <a:p>
            <a:r>
              <a:rPr lang="en-US" sz="1500" dirty="0">
                <a:solidFill>
                  <a:srgbClr val="000000"/>
                </a:solidFill>
                <a:latin typeface="Segoe UI Semibold" pitchFamily="34" charset="0"/>
                <a:ea typeface="Segoe UI Semibold" pitchFamily="34" charset="-122"/>
                <a:cs typeface="Segoe UI Semibold" pitchFamily="34" charset="-120"/>
              </a:rPr>
              <a:t>Incremental capabilities with Copilot Business and Purview Suite</a:t>
            </a:r>
            <a:endParaRPr lang="en-US" sz="1500" dirty="0"/>
          </a:p>
        </p:txBody>
      </p:sp>
      <p:sp>
        <p:nvSpPr>
          <p:cNvPr id="11" name="Current SKU"/>
          <p:cNvSpPr/>
          <p:nvPr/>
        </p:nvSpPr>
        <p:spPr>
          <a:xfrm>
            <a:off x="437504" y="1189906"/>
            <a:ext cx="947952" cy="333425"/>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Premium</a:t>
            </a:r>
            <a:endParaRPr lang="en-US" sz="1200" dirty="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00192"/>
            <a:ext cx="1751558" cy="2602315"/>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Manual sensitivity and retention labels for content processed by Copilot in files and emails</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Data loss prevention policies to help protect sensitive data from Copilot in files and emails</a:t>
            </a:r>
          </a:p>
        </p:txBody>
      </p:sp>
      <p:sp>
        <p:nvSpPr>
          <p:cNvPr id="13" name="Target SKU"/>
          <p:cNvSpPr/>
          <p:nvPr/>
        </p:nvSpPr>
        <p:spPr>
          <a:xfrm>
            <a:off x="2791975" y="1189906"/>
            <a:ext cx="2344568" cy="333425"/>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Premium, Copilot Business, </a:t>
            </a:r>
            <a:r>
              <a:rPr lang="en-US" sz="1200" dirty="0">
                <a:solidFill>
                  <a:srgbClr val="8A226F"/>
                </a:solidFill>
                <a:latin typeface="Segoe UI Semibold" pitchFamily="34" charset="0"/>
                <a:ea typeface="Segoe UI Semibold" pitchFamily="34" charset="-122"/>
                <a:cs typeface="Segoe UI Semibold" pitchFamily="34" charset="-120"/>
              </a:rPr>
              <a:t>and Purview Suite</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91974" y="1700192"/>
            <a:ext cx="2196000" cy="2756204"/>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Advanced Chat and Office skills, including functionality like Agent mode in apps, Copilot Search and Copilot Notebooks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Model Choice with </a:t>
            </a:r>
            <a:r>
              <a:rPr lang="en-US" sz="850" dirty="0" err="1">
                <a:solidFill>
                  <a:srgbClr val="000000"/>
                </a:solidFill>
                <a:latin typeface="Segoe UI Regular" pitchFamily="34" charset="0"/>
                <a:ea typeface="Segoe UI Regular" pitchFamily="34" charset="-122"/>
                <a:cs typeface="Segoe UI Regular" pitchFamily="34" charset="-120"/>
              </a:rPr>
              <a:t>Anthropic’s</a:t>
            </a:r>
            <a:r>
              <a:rPr lang="en-US" sz="850" dirty="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Automatic sensitivity and retention labels, &amp; advanced data security and compliance controls to detect and investigate risky usage</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Discovery and evaluation of risk of 400+ </a:t>
            </a:r>
            <a:br>
              <a:rPr lang="en-US" sz="850" dirty="0">
                <a:solidFill>
                  <a:srgbClr val="000000"/>
                </a:solidFill>
                <a:latin typeface="Segoe UI Regular" pitchFamily="34" charset="0"/>
                <a:ea typeface="Segoe UI Regular" pitchFamily="34" charset="-122"/>
                <a:cs typeface="Segoe UI Regular" pitchFamily="34" charset="-120"/>
              </a:rPr>
            </a:br>
            <a:r>
              <a:rPr lang="en-US" sz="850" dirty="0">
                <a:solidFill>
                  <a:srgbClr val="000000"/>
                </a:solidFill>
                <a:latin typeface="Segoe UI Regular" pitchFamily="34" charset="0"/>
                <a:ea typeface="Segoe UI Regular" pitchFamily="34" charset="-122"/>
                <a:cs typeface="Segoe UI Regular" pitchFamily="34" charset="-120"/>
              </a:rPr>
              <a:t>AI apps in network and user devices &amp; implement controls for their use at work</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90536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523220"/>
          </a:xfrm>
          <a:prstGeom prst="rect">
            <a:avLst/>
          </a:prstGeom>
          <a:noFill/>
        </p:spPr>
        <p:txBody>
          <a:bodyPr wrap="square" lIns="91440" tIns="45720" rIns="91440" bIns="45720" anchor="t">
            <a:spAutoFit/>
          </a:bodyPr>
          <a:lstStyle/>
          <a:p>
            <a:pPr algn="ctr">
              <a:defRPr/>
            </a:pPr>
            <a:r>
              <a:rPr kumimoji="0" lang="en-IN" sz="1400" b="1" i="0" u="none" strike="noStrike" kern="1200" cap="none" spc="0" normalizeH="0" baseline="0" noProof="0" dirty="0">
                <a:ln>
                  <a:noFill/>
                </a:ln>
                <a:solidFill>
                  <a:prstClr val="white"/>
                </a:solidFill>
                <a:effectLst/>
                <a:uLnTx/>
                <a:uFillTx/>
                <a:latin typeface="Segoe UI Semibold"/>
                <a:ea typeface="Segoe UI Semibold" panose="020B0502040204020203" pitchFamily="34" charset="0"/>
                <a:cs typeface="Segoe UI Semibold"/>
              </a:rPr>
              <a:t>Take advantage of the limited time offer on </a:t>
            </a:r>
            <a:r>
              <a:rPr lang="en-IN" sz="1400" b="1">
                <a:solidFill>
                  <a:prstClr val="white"/>
                </a:solidFill>
                <a:latin typeface="Segoe UI Semibold"/>
                <a:ea typeface="Segoe UI Semibold" panose="020B0502040204020203" pitchFamily="34" charset="0"/>
                <a:cs typeface="Segoe UI Semibold"/>
              </a:rPr>
              <a:t>Copilot Business, </a:t>
            </a:r>
            <a:r>
              <a:rPr kumimoji="0" lang="en-IN" sz="14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Business Premium</a:t>
            </a:r>
            <a:r>
              <a:rPr lang="en-IN" sz="1400" b="1">
                <a:solidFill>
                  <a:prstClr val="white"/>
                </a:solidFill>
                <a:latin typeface="Segoe UI Semibold"/>
                <a:ea typeface="Segoe UI Semibold" panose="020B0502040204020203" pitchFamily="34" charset="0"/>
                <a:cs typeface="Segoe UI Semibold"/>
              </a:rPr>
              <a:t>, and Purview Suite</a:t>
            </a:r>
            <a:endParaRPr lang="en-IN" sz="140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53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37</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3263"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30</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DFF55B80-537B-C09E-F3D4-DACAD8DB8494}"/>
              </a:ext>
            </a:extLst>
          </p:cNvPr>
          <p:cNvGraphicFramePr>
            <a:graphicFrameLocks noGrp="1"/>
          </p:cNvGraphicFramePr>
          <p:nvPr>
            <p:extLst>
              <p:ext uri="{D42A27DB-BD31-4B8C-83A1-F6EECF244321}">
                <p14:modId xmlns:p14="http://schemas.microsoft.com/office/powerpoint/2010/main" val="34760830"/>
              </p:ext>
            </p:extLst>
          </p:nvPr>
        </p:nvGraphicFramePr>
        <p:xfrm>
          <a:off x="409573" y="653396"/>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456</TotalTime>
  <Words>1024</Words>
  <Application>Microsoft Office PowerPoint</Application>
  <PresentationFormat>Custom</PresentationFormat>
  <Paragraphs>115</Paragraphs>
  <Slides>6</Slides>
  <Notes>5</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6</vt:i4>
      </vt:variant>
    </vt:vector>
  </HeadingPairs>
  <TitlesOfParts>
    <vt:vector size="23" baseType="lpstr">
      <vt:lpstr>Aptos</vt:lpstr>
      <vt:lpstr>Aptos Display</vt:lpstr>
      <vt:lpstr>Arial</vt:lpstr>
      <vt:lpstr>Calibri</vt:lpstr>
      <vt:lpstr>Segoe Sans Display</vt:lpstr>
      <vt:lpstr>Segoe Sans Display Semibold</vt:lpstr>
      <vt:lpstr>Segoe Sans Display Semilight</vt:lpstr>
      <vt:lpstr>Segoe UI</vt:lpstr>
      <vt:lpstr>Segoe UI Bold</vt:lpstr>
      <vt:lpstr>Segoe UI Regular</vt:lpstr>
      <vt:lpstr>Segoe UI Semibold</vt:lpstr>
      <vt:lpstr>Segoe UI Variable Display Semib</vt:lpstr>
      <vt:lpstr>Wingdings</vt:lpstr>
      <vt:lpstr>Office Theme</vt:lpstr>
      <vt:lpstr>2_CSP Template Diamond 06/23</vt:lpstr>
      <vt:lpstr>3_CSP Template Diamond 06/23</vt:lpstr>
      <vt:lpstr>3_Office Theme</vt:lpstr>
      <vt:lpstr>PowerPoint Presentation</vt:lpstr>
      <vt:lpstr>Microsoft Purview Suite for Microsoft 365 Business Premium</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21</cp:revision>
  <dcterms:created xsi:type="dcterms:W3CDTF">2026-02-21T17:45:29Z</dcterms:created>
  <dcterms:modified xsi:type="dcterms:W3CDTF">2026-04-24T12:05:42Z</dcterms:modified>
</cp:coreProperties>
</file>
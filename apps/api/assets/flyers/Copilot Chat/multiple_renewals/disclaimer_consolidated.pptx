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48" r:id="rId6"/>
    <p:sldMasterId id="2147483750" r:id="rId7"/>
  </p:sldMasterIdLst>
  <p:notesMasterIdLst>
    <p:notesMasterId r:id="rId9"/>
  </p:notesMasterIdLst>
  <p:sldIdLst>
    <p:sldId id="262" r:id="rId8"/>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912475"/>
    <a:srgbClr val="F2E5DE"/>
    <a:srgbClr val="FEFEFE"/>
    <a:srgbClr val="F2F2F2"/>
    <a:srgbClr val="FCF2F9"/>
    <a:srgbClr val="5EA6AB"/>
    <a:srgbClr val="E9FED1"/>
    <a:srgbClr val="FFFFFF"/>
    <a:srgbClr val="091F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60D4BB-E7C2-4BAE-A2B2-9998EADC0895}" v="108" dt="2026-03-02T08:16:09.503"/>
    <p1510:client id="{A882BB55-F485-47E7-8AAB-BC45F8D605B6}" v="17" dt="2026-03-02T08:45:21.099"/>
    <p1510:client id="{CF16A5C2-3E0C-2339-3F14-B411277BBE54}" v="3" dt="2026-03-02T07:45:22.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7" d="100"/>
          <a:sy n="37" d="100"/>
        </p:scale>
        <p:origin x="2276" y="56"/>
      </p:cViewPr>
      <p:guideLst>
        <p:guide orient="horz" pos="5616"/>
        <p:guide pos="2448"/>
        <p:guide orient="horz"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4/20/2026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591E1-4EB9-E908-8711-94622DA7A76F}"/>
              </a:ext>
            </a:extLst>
          </p:cNvPr>
          <p:cNvSpPr>
            <a:spLocks noGrp="1"/>
          </p:cNvSpPr>
          <p:nvPr>
            <p:ph type="ctrTitle"/>
          </p:nvPr>
        </p:nvSpPr>
        <p:spPr>
          <a:xfrm>
            <a:off x="971550" y="1646238"/>
            <a:ext cx="5829300" cy="35020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643A97-DB8D-69F8-CF1C-299FE245BA94}"/>
              </a:ext>
            </a:extLst>
          </p:cNvPr>
          <p:cNvSpPr>
            <a:spLocks noGrp="1"/>
          </p:cNvSpPr>
          <p:nvPr>
            <p:ph type="subTitle" idx="1"/>
          </p:nvPr>
        </p:nvSpPr>
        <p:spPr>
          <a:xfrm>
            <a:off x="971550" y="5283200"/>
            <a:ext cx="5829300" cy="24288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5573227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sldLayoutIdLst>
    <p:sldLayoutId id="2147483753"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51"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4/20/2026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93A4-6C06-5866-1DF1-F36F2BFC10C8}"/>
            </a:ext>
          </a:extLst>
        </p:cNvPr>
        <p:cNvGrpSpPr/>
        <p:nvPr/>
      </p:nvGrpSpPr>
      <p:grpSpPr>
        <a:xfrm>
          <a:off x="0" y="0"/>
          <a:ext cx="0" cy="0"/>
          <a:chOff x="0" y="0"/>
          <a:chExt cx="0" cy="0"/>
        </a:xfrm>
      </p:grpSpPr>
      <p:sp>
        <p:nvSpPr>
          <p:cNvPr id="8" name="Rectangle 3468742">
            <a:extLst>
              <a:ext uri="{FF2B5EF4-FFF2-40B4-BE49-F238E27FC236}">
                <a16:creationId xmlns:a16="http://schemas.microsoft.com/office/drawing/2014/main" id="{2E8250F2-FBAB-9E3B-B0CC-4F5FAEB686D5}"/>
              </a:ext>
            </a:extLst>
          </p:cNvPr>
          <p:cNvSpPr/>
          <p:nvPr/>
        </p:nvSpPr>
        <p:spPr>
          <a:xfrm>
            <a:off x="0" y="1"/>
            <a:ext cx="7772399" cy="10058400"/>
          </a:xfrm>
          <a:prstGeom prst="rect">
            <a:avLst/>
          </a:prstGeom>
          <a:solidFill>
            <a:srgbClr val="FCF2ED"/>
          </a:solidFill>
          <a:ln/>
        </p:spPr>
        <p:txBody>
          <a:bodyPr/>
          <a:lstStyle/>
          <a:p>
            <a:pPr defTabSz="1049505">
              <a:defRPr/>
            </a:pPr>
            <a:endParaRPr lang="en-IN" sz="2067" dirty="0">
              <a:solidFill>
                <a:prstClr val="black"/>
              </a:solidFill>
              <a:latin typeface="Calibri" panose="020F0502020204030204"/>
            </a:endParaRPr>
          </a:p>
        </p:txBody>
      </p:sp>
      <p:pic>
        <p:nvPicPr>
          <p:cNvPr id="9" name="Picture 8">
            <a:extLst>
              <a:ext uri="{FF2B5EF4-FFF2-40B4-BE49-F238E27FC236}">
                <a16:creationId xmlns:a16="http://schemas.microsoft.com/office/drawing/2014/main" id="{325F66CB-6226-7300-F6DB-7F23AC9B8C26}"/>
              </a:ext>
            </a:extLst>
          </p:cNvPr>
          <p:cNvPicPr>
            <a:picLocks noChangeAspect="1"/>
          </p:cNvPicPr>
          <p:nvPr/>
        </p:nvPicPr>
        <p:blipFill>
          <a:blip r:embed="rId2">
            <a:alphaModFix amt="23000"/>
          </a:blip>
          <a:srcRect l="39784" t="39389" r="11229" b="177"/>
          <a:stretch>
            <a:fillRect/>
          </a:stretch>
        </p:blipFill>
        <p:spPr>
          <a:xfrm rot="10800000">
            <a:off x="0" y="6042233"/>
            <a:ext cx="7772397" cy="4016168"/>
          </a:xfrm>
          <a:prstGeom prst="rect">
            <a:avLst/>
          </a:prstGeom>
          <a:effectLst/>
        </p:spPr>
      </p:pic>
      <p:sp>
        <p:nvSpPr>
          <p:cNvPr id="4" name="Text 8">
            <a:extLst>
              <a:ext uri="{FF2B5EF4-FFF2-40B4-BE49-F238E27FC236}">
                <a16:creationId xmlns:a16="http://schemas.microsoft.com/office/drawing/2014/main" id="{54D869E6-F0AB-0652-007C-6EE8B34E6486}"/>
              </a:ext>
            </a:extLst>
          </p:cNvPr>
          <p:cNvSpPr/>
          <p:nvPr/>
        </p:nvSpPr>
        <p:spPr>
          <a:xfrm>
            <a:off x="805141" y="8793945"/>
            <a:ext cx="5803261" cy="882036"/>
          </a:xfrm>
          <a:prstGeom prst="rect">
            <a:avLst/>
          </a:prstGeom>
          <a:noFill/>
          <a:ln/>
        </p:spPr>
        <p:txBody>
          <a:bodyPr wrap="square" lIns="0" tIns="0" rIns="0" bIns="0" rtlCol="0" anchor="t">
            <a:spAutoFit/>
          </a:bodyPr>
          <a:lstStyle/>
          <a:p>
            <a:pPr defTabSz="1049505">
              <a:lnSpc>
                <a:spcPts val="1435"/>
              </a:lnSpc>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pic>
        <p:nvPicPr>
          <p:cNvPr id="5" name="Graphic 4">
            <a:extLst>
              <a:ext uri="{FF2B5EF4-FFF2-40B4-BE49-F238E27FC236}">
                <a16:creationId xmlns:a16="http://schemas.microsoft.com/office/drawing/2014/main" id="{29BE40B1-FA70-2AA9-B515-FFAA7E7A57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3558" y="4256825"/>
            <a:ext cx="1872293" cy="396388"/>
          </a:xfrm>
          <a:prstGeom prst="rect">
            <a:avLst/>
          </a:prstGeom>
        </p:spPr>
      </p:pic>
      <p:pic>
        <p:nvPicPr>
          <p:cNvPr id="6" name="Picture 5">
            <a:extLst>
              <a:ext uri="{FF2B5EF4-FFF2-40B4-BE49-F238E27FC236}">
                <a16:creationId xmlns:a16="http://schemas.microsoft.com/office/drawing/2014/main" id="{D97E2DE9-CFFB-05D7-71FA-3ACC3C487F04}"/>
              </a:ext>
            </a:extLst>
          </p:cNvPr>
          <p:cNvPicPr>
            <a:picLocks noChangeAspect="1"/>
          </p:cNvPicPr>
          <p:nvPr/>
        </p:nvPicPr>
        <p:blipFill>
          <a:blip r:embed="rId2">
            <a:alphaModFix amt="23000"/>
          </a:blip>
          <a:srcRect l="44438" t="63885" b="3556"/>
          <a:stretch>
            <a:fillRect/>
          </a:stretch>
        </p:blipFill>
        <p:spPr>
          <a:xfrm>
            <a:off x="-1" y="1"/>
            <a:ext cx="7772399" cy="1907658"/>
          </a:xfrm>
          <a:prstGeom prst="rect">
            <a:avLst/>
          </a:prstGeom>
          <a:effectLst/>
        </p:spPr>
      </p:pic>
    </p:spTree>
    <p:extLst>
      <p:ext uri="{BB962C8B-B14F-4D97-AF65-F5344CB8AC3E}">
        <p14:creationId xmlns:p14="http://schemas.microsoft.com/office/powerpoint/2010/main" val="142018680"/>
      </p:ext>
    </p:extLst>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Props1.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A8EFAFD-73F5-4ACC-94D9-04EFE09C58EB}">
  <ds:schemaRefs>
    <ds:schemaRef ds:uri="http://schemas.microsoft.com/sharepoint/v3/contenttype/forms"/>
  </ds:schemaRefs>
</ds:datastoreItem>
</file>

<file path=customXml/itemProps3.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TotalTime>
  <Words>82</Words>
  <Application>Microsoft Office PowerPoint</Application>
  <PresentationFormat>Custom</PresentationFormat>
  <Paragraphs>1</Paragraphs>
  <Slides>1</Slides>
  <Notes>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vt:i4>
      </vt:variant>
    </vt:vector>
  </HeadingPairs>
  <TitlesOfParts>
    <vt:vector size="12" baseType="lpstr">
      <vt:lpstr>Aptos</vt:lpstr>
      <vt:lpstr>Aptos Display</vt:lpstr>
      <vt:lpstr>Arial</vt:lpstr>
      <vt:lpstr>Calibri</vt:lpstr>
      <vt:lpstr>Segoe UI</vt:lpstr>
      <vt:lpstr>Segoe UI Semibold</vt:lpstr>
      <vt:lpstr>Wingdings</vt:lpstr>
      <vt:lpstr>CSP Template Diamond 06/23</vt:lpstr>
      <vt:lpstr>1_CSP Template Diamond 06/23</vt:lpstr>
      <vt:lpstr>CSP Template Diamond 06/23</vt:lpstr>
      <vt:lpstr>2_Office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Punit Setia</cp:lastModifiedBy>
  <cp:revision>2</cp:revision>
  <dcterms:created xsi:type="dcterms:W3CDTF">2025-03-07T21:16:33Z</dcterms:created>
  <dcterms:modified xsi:type="dcterms:W3CDTF">2026-04-20T13:22:54Z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
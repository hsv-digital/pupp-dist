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  <p:sldMasterId id="2147483744" r:id="rId5"/>
    <p:sldMasterId id="2147483746" r:id="rId6"/>
  </p:sldMasterIdLst>
  <p:notesMasterIdLst>
    <p:notesMasterId r:id="rId8"/>
  </p:notesMasterIdLst>
  <p:sldIdLst>
    <p:sldId id="2147470009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5616" userDrawn="1">
          <p15:clr>
            <a:srgbClr val="A4A3A4"/>
          </p15:clr>
        </p15:guide>
        <p15:guide id="4" pos="2448">
          <p15:clr>
            <a:srgbClr val="A4A3A4"/>
          </p15:clr>
        </p15:guide>
        <p15:guide id="5" orient="horz" pos="4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2475"/>
    <a:srgbClr val="F2E5DE"/>
    <a:srgbClr val="FEFEFE"/>
    <a:srgbClr val="B740C5"/>
    <a:srgbClr val="F2F2F2"/>
    <a:srgbClr val="FCF2F9"/>
    <a:srgbClr val="5EA6AB"/>
    <a:srgbClr val="E9FED1"/>
    <a:srgbClr val="FFFFFF"/>
    <a:srgbClr val="091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6987A-88D7-4459-8879-7DA71B3224E5}" v="23" dt="2026-03-01T19:44:01.498"/>
    <p1510:client id="{D51B8A5B-812B-2E0C-F27B-C50540E75196}" v="16" dt="2026-03-02T07:38:07.752"/>
    <p1510:client id="{F7692EED-230C-442E-22D0-F7417937BB9E}" v="7" dt="2026-03-02T07:39:40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236" y="68"/>
      </p:cViewPr>
      <p:guideLst>
        <p:guide orient="horz" pos="5616"/>
        <p:guide pos="2448"/>
        <p:guide orient="horz"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Singh" userId="S::shreya.singh@hsv.digital::b354311e-5542-4a3b-80c7-af4347e0a1ac" providerId="AD" clId="Web-{D51B8A5B-812B-2E0C-F27B-C50540E75196}"/>
    <pc:docChg chg="modSld">
      <pc:chgData name="Shreya Singh" userId="S::shreya.singh@hsv.digital::b354311e-5542-4a3b-80c7-af4347e0a1ac" providerId="AD" clId="Web-{D51B8A5B-812B-2E0C-F27B-C50540E75196}" dt="2026-03-02T07:38:07.752" v="14" actId="1076"/>
      <pc:docMkLst>
        <pc:docMk/>
      </pc:docMkLst>
      <pc:sldChg chg="modSp">
        <pc:chgData name="Shreya Singh" userId="S::shreya.singh@hsv.digital::b354311e-5542-4a3b-80c7-af4347e0a1ac" providerId="AD" clId="Web-{D51B8A5B-812B-2E0C-F27B-C50540E75196}" dt="2026-03-02T07:38:07.752" v="14" actId="1076"/>
        <pc:sldMkLst>
          <pc:docMk/>
          <pc:sldMk cId="690653102" sldId="2147470009"/>
        </pc:sldMkLst>
        <pc:spChg chg="mod">
          <ac:chgData name="Shreya Singh" userId="S::shreya.singh@hsv.digital::b354311e-5542-4a3b-80c7-af4347e0a1ac" providerId="AD" clId="Web-{D51B8A5B-812B-2E0C-F27B-C50540E75196}" dt="2026-03-02T07:37:53.470" v="12" actId="1076"/>
          <ac:spMkLst>
            <pc:docMk/>
            <pc:sldMk cId="690653102" sldId="2147470009"/>
            <ac:spMk id="5" creationId="{40A7A011-A5B1-B465-6A3F-B4941EFA893C}"/>
          </ac:spMkLst>
        </pc:spChg>
        <pc:spChg chg="mod">
          <ac:chgData name="Shreya Singh" userId="S::shreya.singh@hsv.digital::b354311e-5542-4a3b-80c7-af4347e0a1ac" providerId="AD" clId="Web-{D51B8A5B-812B-2E0C-F27B-C50540E75196}" dt="2026-03-02T07:37:53.392" v="10" actId="1076"/>
          <ac:spMkLst>
            <pc:docMk/>
            <pc:sldMk cId="690653102" sldId="2147470009"/>
            <ac:spMk id="89" creationId="{2D7F975A-EFFC-ED2A-C751-F90289DD4D12}"/>
          </ac:spMkLst>
        </pc:spChg>
        <pc:spChg chg="mod">
          <ac:chgData name="Shreya Singh" userId="S::shreya.singh@hsv.digital::b354311e-5542-4a3b-80c7-af4347e0a1ac" providerId="AD" clId="Web-{D51B8A5B-812B-2E0C-F27B-C50540E75196}" dt="2026-03-02T07:38:07.752" v="14" actId="1076"/>
          <ac:spMkLst>
            <pc:docMk/>
            <pc:sldMk cId="690653102" sldId="2147470009"/>
            <ac:spMk id="91" creationId="{1F261787-A532-6E06-5DBB-DC560E196235}"/>
          </ac:spMkLst>
        </pc:spChg>
        <pc:grpChg chg="mod">
          <ac:chgData name="Shreya Singh" userId="S::shreya.singh@hsv.digital::b354311e-5542-4a3b-80c7-af4347e0a1ac" providerId="AD" clId="Web-{D51B8A5B-812B-2E0C-F27B-C50540E75196}" dt="2026-03-02T07:37:53.439" v="11" actId="1076"/>
          <ac:grpSpMkLst>
            <pc:docMk/>
            <pc:sldMk cId="690653102" sldId="2147470009"/>
            <ac:grpSpMk id="24" creationId="{B5803776-5E8B-2132-6273-96CF7F5813DA}"/>
          </ac:grpSpMkLst>
        </pc:grpChg>
      </pc:sldChg>
    </pc:docChg>
  </pc:docChgLst>
  <pc:docChgLst>
    <pc:chgData name="Shreya Singh" userId="S::shreya.singh@hsv.digital::b354311e-5542-4a3b-80c7-af4347e0a1ac" providerId="AD" clId="Web-{F7692EED-230C-442E-22D0-F7417937BB9E}"/>
    <pc:docChg chg="modSld">
      <pc:chgData name="Shreya Singh" userId="S::shreya.singh@hsv.digital::b354311e-5542-4a3b-80c7-af4347e0a1ac" providerId="AD" clId="Web-{F7692EED-230C-442E-22D0-F7417937BB9E}" dt="2026-03-02T07:39:40.012" v="6" actId="1076"/>
      <pc:docMkLst>
        <pc:docMk/>
      </pc:docMkLst>
      <pc:sldChg chg="modSp">
        <pc:chgData name="Shreya Singh" userId="S::shreya.singh@hsv.digital::b354311e-5542-4a3b-80c7-af4347e0a1ac" providerId="AD" clId="Web-{F7692EED-230C-442E-22D0-F7417937BB9E}" dt="2026-03-02T07:39:40.012" v="6" actId="1076"/>
        <pc:sldMkLst>
          <pc:docMk/>
          <pc:sldMk cId="690653102" sldId="2147470009"/>
        </pc:sldMkLst>
        <pc:spChg chg="mod">
          <ac:chgData name="Shreya Singh" userId="S::shreya.singh@hsv.digital::b354311e-5542-4a3b-80c7-af4347e0a1ac" providerId="AD" clId="Web-{F7692EED-230C-442E-22D0-F7417937BB9E}" dt="2026-03-02T07:39:40.012" v="6" actId="1076"/>
          <ac:spMkLst>
            <pc:docMk/>
            <pc:sldMk cId="690653102" sldId="2147470009"/>
            <ac:spMk id="5" creationId="{40A7A011-A5B1-B465-6A3F-B4941EFA893C}"/>
          </ac:spMkLst>
        </pc:spChg>
        <pc:spChg chg="mod">
          <ac:chgData name="Shreya Singh" userId="S::shreya.singh@hsv.digital::b354311e-5542-4a3b-80c7-af4347e0a1ac" providerId="AD" clId="Web-{F7692EED-230C-442E-22D0-F7417937BB9E}" dt="2026-03-02T07:39:39.934" v="4" actId="1076"/>
          <ac:spMkLst>
            <pc:docMk/>
            <pc:sldMk cId="690653102" sldId="2147470009"/>
            <ac:spMk id="89" creationId="{2D7F975A-EFFC-ED2A-C751-F90289DD4D12}"/>
          </ac:spMkLst>
        </pc:spChg>
        <pc:grpChg chg="mod">
          <ac:chgData name="Shreya Singh" userId="S::shreya.singh@hsv.digital::b354311e-5542-4a3b-80c7-af4347e0a1ac" providerId="AD" clId="Web-{F7692EED-230C-442E-22D0-F7417937BB9E}" dt="2026-03-02T07:39:39.981" v="5" actId="1076"/>
          <ac:grpSpMkLst>
            <pc:docMk/>
            <pc:sldMk cId="690653102" sldId="2147470009"/>
            <ac:grpSpMk id="24" creationId="{B5803776-5E8B-2132-6273-96CF7F5813DA}"/>
          </ac:grpSpMkLst>
        </pc:grpChg>
        <pc:picChg chg="mod">
          <ac:chgData name="Shreya Singh" userId="S::shreya.singh@hsv.digital::b354311e-5542-4a3b-80c7-af4347e0a1ac" providerId="AD" clId="Web-{F7692EED-230C-442E-22D0-F7417937BB9E}" dt="2026-03-02T07:38:52.450" v="0" actId="14100"/>
          <ac:picMkLst>
            <pc:docMk/>
            <pc:sldMk cId="690653102" sldId="2147470009"/>
            <ac:picMk id="67" creationId="{935D4737-AF15-D2BD-A0CA-A169A8D5D2C5}"/>
          </ac:picMkLst>
        </pc:picChg>
      </pc:sldChg>
    </pc:docChg>
  </pc:docChgLst>
  <pc:docChgLst>
    <pc:chgData name="Vandan Jain" userId="4244b45b-25d1-413d-855b-6597e767c081" providerId="ADAL" clId="{67AB2A15-26B8-47FB-BEC6-EFDC03C3B3B6}"/>
    <pc:docChg chg="undo custSel addSld delSld modSld sldOrd delMainMaster">
      <pc:chgData name="Vandan Jain" userId="4244b45b-25d1-413d-855b-6597e767c081" providerId="ADAL" clId="{67AB2A15-26B8-47FB-BEC6-EFDC03C3B3B6}" dt="2026-03-02T08:46:39.515" v="621" actId="14100"/>
      <pc:docMkLst>
        <pc:docMk/>
      </pc:docMkLst>
      <pc:sldChg chg="addSp delSp modSp add del mod">
        <pc:chgData name="Vandan Jain" userId="4244b45b-25d1-413d-855b-6597e767c081" providerId="ADAL" clId="{67AB2A15-26B8-47FB-BEC6-EFDC03C3B3B6}" dt="2026-03-01T19:44:30.970" v="608" actId="47"/>
        <pc:sldMkLst>
          <pc:docMk/>
          <pc:sldMk cId="1630386862" sldId="2147470008"/>
        </pc:sldMkLst>
      </pc:sldChg>
      <pc:sldChg chg="addSp delSp modSp add mod">
        <pc:chgData name="Vandan Jain" userId="4244b45b-25d1-413d-855b-6597e767c081" providerId="ADAL" clId="{67AB2A15-26B8-47FB-BEC6-EFDC03C3B3B6}" dt="2026-03-02T08:46:39.515" v="621" actId="14100"/>
        <pc:sldMkLst>
          <pc:docMk/>
          <pc:sldMk cId="690653102" sldId="2147470009"/>
        </pc:sldMkLst>
        <pc:spChg chg="mod">
          <ac:chgData name="Vandan Jain" userId="4244b45b-25d1-413d-855b-6597e767c081" providerId="ADAL" clId="{67AB2A15-26B8-47FB-BEC6-EFDC03C3B3B6}" dt="2026-03-01T19:42:42.916" v="492" actId="14100"/>
          <ac:spMkLst>
            <pc:docMk/>
            <pc:sldMk cId="690653102" sldId="2147470009"/>
            <ac:spMk id="3" creationId="{DA3B5A7B-B9D1-2B64-CAD0-43CB23302445}"/>
          </ac:spMkLst>
        </pc:spChg>
        <pc:spChg chg="mod">
          <ac:chgData name="Vandan Jain" userId="4244b45b-25d1-413d-855b-6597e767c081" providerId="ADAL" clId="{67AB2A15-26B8-47FB-BEC6-EFDC03C3B3B6}" dt="2026-03-01T19:44:20.004" v="607" actId="20577"/>
          <ac:spMkLst>
            <pc:docMk/>
            <pc:sldMk cId="690653102" sldId="2147470009"/>
            <ac:spMk id="5" creationId="{40A7A011-A5B1-B465-6A3F-B4941EFA893C}"/>
          </ac:spMkLst>
        </pc:spChg>
        <pc:spChg chg="mod">
          <ac:chgData name="Vandan Jain" userId="4244b45b-25d1-413d-855b-6597e767c081" providerId="ADAL" clId="{67AB2A15-26B8-47FB-BEC6-EFDC03C3B3B6}" dt="2026-03-01T19:44:37.368" v="618" actId="1035"/>
          <ac:spMkLst>
            <pc:docMk/>
            <pc:sldMk cId="690653102" sldId="2147470009"/>
            <ac:spMk id="7" creationId="{3BAE62EA-B268-0B97-3EDC-355FC47FEB95}"/>
          </ac:spMkLst>
        </pc:spChg>
        <pc:spChg chg="add mod">
          <ac:chgData name="Vandan Jain" userId="4244b45b-25d1-413d-855b-6597e767c081" providerId="ADAL" clId="{67AB2A15-26B8-47FB-BEC6-EFDC03C3B3B6}" dt="2026-03-01T19:44:37.368" v="618" actId="1035"/>
          <ac:spMkLst>
            <pc:docMk/>
            <pc:sldMk cId="690653102" sldId="2147470009"/>
            <ac:spMk id="8" creationId="{2BF553EF-BE9C-D8AE-CE23-DE63974B3372}"/>
          </ac:spMkLst>
        </pc:spChg>
        <pc:spChg chg="add mod">
          <ac:chgData name="Vandan Jain" userId="4244b45b-25d1-413d-855b-6597e767c081" providerId="ADAL" clId="{67AB2A15-26B8-47FB-BEC6-EFDC03C3B3B6}" dt="2026-03-01T19:42:47.914" v="511" actId="1035"/>
          <ac:spMkLst>
            <pc:docMk/>
            <pc:sldMk cId="690653102" sldId="2147470009"/>
            <ac:spMk id="9" creationId="{3590D0CE-6006-CE5D-F29E-71E3686750B5}"/>
          </ac:spMkLst>
        </pc:spChg>
        <pc:spChg chg="mod">
          <ac:chgData name="Vandan Jain" userId="4244b45b-25d1-413d-855b-6597e767c081" providerId="ADAL" clId="{67AB2A15-26B8-47FB-BEC6-EFDC03C3B3B6}" dt="2026-03-01T19:43:02.127" v="524" actId="1036"/>
          <ac:spMkLst>
            <pc:docMk/>
            <pc:sldMk cId="690653102" sldId="2147470009"/>
            <ac:spMk id="10" creationId="{AE669242-A775-1B3D-588B-FC9C220A0757}"/>
          </ac:spMkLst>
        </pc:spChg>
        <pc:spChg chg="mod">
          <ac:chgData name="Vandan Jain" userId="4244b45b-25d1-413d-855b-6597e767c081" providerId="ADAL" clId="{67AB2A15-26B8-47FB-BEC6-EFDC03C3B3B6}" dt="2026-03-01T19:42:47.914" v="511" actId="1035"/>
          <ac:spMkLst>
            <pc:docMk/>
            <pc:sldMk cId="690653102" sldId="2147470009"/>
            <ac:spMk id="12" creationId="{D15B20F1-6E5B-3428-95B2-DDA83381DC81}"/>
          </ac:spMkLst>
        </pc:spChg>
        <pc:spChg chg="mod">
          <ac:chgData name="Vandan Jain" userId="4244b45b-25d1-413d-855b-6597e767c081" providerId="ADAL" clId="{67AB2A15-26B8-47FB-BEC6-EFDC03C3B3B6}" dt="2026-03-01T19:42:47.914" v="511" actId="1035"/>
          <ac:spMkLst>
            <pc:docMk/>
            <pc:sldMk cId="690653102" sldId="2147470009"/>
            <ac:spMk id="16" creationId="{8E6A6ABB-D1B7-0993-943B-0E2F43F72D10}"/>
          </ac:spMkLst>
        </pc:spChg>
        <pc:spChg chg="mod">
          <ac:chgData name="Vandan Jain" userId="4244b45b-25d1-413d-855b-6597e767c081" providerId="ADAL" clId="{67AB2A15-26B8-47FB-BEC6-EFDC03C3B3B6}" dt="2026-03-01T19:42:25.094" v="490" actId="1037"/>
          <ac:spMkLst>
            <pc:docMk/>
            <pc:sldMk cId="690653102" sldId="2147470009"/>
            <ac:spMk id="17" creationId="{A92E1932-F00B-7615-5E7D-55DC4703F1C2}"/>
          </ac:spMkLst>
        </pc:spChg>
        <pc:spChg chg="mod">
          <ac:chgData name="Vandan Jain" userId="4244b45b-25d1-413d-855b-6597e767c081" providerId="ADAL" clId="{67AB2A15-26B8-47FB-BEC6-EFDC03C3B3B6}" dt="2026-03-01T19:42:47.914" v="511" actId="1035"/>
          <ac:spMkLst>
            <pc:docMk/>
            <pc:sldMk cId="690653102" sldId="2147470009"/>
            <ac:spMk id="19" creationId="{1BC18C89-C90E-F6BC-5AC4-E216BEE6E183}"/>
          </ac:spMkLst>
        </pc:spChg>
        <pc:spChg chg="mod">
          <ac:chgData name="Vandan Jain" userId="4244b45b-25d1-413d-855b-6597e767c081" providerId="ADAL" clId="{67AB2A15-26B8-47FB-BEC6-EFDC03C3B3B6}" dt="2026-03-01T19:42:47.914" v="511" actId="1035"/>
          <ac:spMkLst>
            <pc:docMk/>
            <pc:sldMk cId="690653102" sldId="2147470009"/>
            <ac:spMk id="21" creationId="{51CF8F86-6648-1657-0BEF-1CA7137EEFB7}"/>
          </ac:spMkLst>
        </pc:spChg>
        <pc:spChg chg="mod">
          <ac:chgData name="Vandan Jain" userId="4244b45b-25d1-413d-855b-6597e767c081" providerId="ADAL" clId="{67AB2A15-26B8-47FB-BEC6-EFDC03C3B3B6}" dt="2026-03-01T19:42:47.914" v="511" actId="1035"/>
          <ac:spMkLst>
            <pc:docMk/>
            <pc:sldMk cId="690653102" sldId="2147470009"/>
            <ac:spMk id="25" creationId="{D1CE9D20-73E8-2282-B491-1580616B59A5}"/>
          </ac:spMkLst>
        </pc:spChg>
        <pc:spChg chg="add mod">
          <ac:chgData name="Vandan Jain" userId="4244b45b-25d1-413d-855b-6597e767c081" providerId="ADAL" clId="{67AB2A15-26B8-47FB-BEC6-EFDC03C3B3B6}" dt="2026-03-01T19:44:37.368" v="618" actId="1035"/>
          <ac:spMkLst>
            <pc:docMk/>
            <pc:sldMk cId="690653102" sldId="2147470009"/>
            <ac:spMk id="29" creationId="{5E1FF252-E1C6-1F21-1D71-56EF20D1D9D0}"/>
          </ac:spMkLst>
        </pc:spChg>
        <pc:spChg chg="add mod">
          <ac:chgData name="Vandan Jain" userId="4244b45b-25d1-413d-855b-6597e767c081" providerId="ADAL" clId="{67AB2A15-26B8-47FB-BEC6-EFDC03C3B3B6}" dt="2026-03-01T19:44:37.368" v="618" actId="1035"/>
          <ac:spMkLst>
            <pc:docMk/>
            <pc:sldMk cId="690653102" sldId="2147470009"/>
            <ac:spMk id="30" creationId="{05972822-D490-5A45-2E5B-A8903FD224AA}"/>
          </ac:spMkLst>
        </pc:spChg>
        <pc:spChg chg="add mod">
          <ac:chgData name="Vandan Jain" userId="4244b45b-25d1-413d-855b-6597e767c081" providerId="ADAL" clId="{67AB2A15-26B8-47FB-BEC6-EFDC03C3B3B6}" dt="2026-03-01T19:44:37.368" v="618" actId="1035"/>
          <ac:spMkLst>
            <pc:docMk/>
            <pc:sldMk cId="690653102" sldId="2147470009"/>
            <ac:spMk id="31" creationId="{C841B42B-5DFB-ED82-5456-4A667AFC4E16}"/>
          </ac:spMkLst>
        </pc:spChg>
        <pc:spChg chg="mod">
          <ac:chgData name="Vandan Jain" userId="4244b45b-25d1-413d-855b-6597e767c081" providerId="ADAL" clId="{67AB2A15-26B8-47FB-BEC6-EFDC03C3B3B6}" dt="2026-03-02T08:46:39.515" v="621" actId="14100"/>
          <ac:spMkLst>
            <pc:docMk/>
            <pc:sldMk cId="690653102" sldId="2147470009"/>
            <ac:spMk id="32" creationId="{C8230886-385E-3625-B41A-6EB929B3CECD}"/>
          </ac:spMkLst>
        </pc:spChg>
        <pc:spChg chg="add mod">
          <ac:chgData name="Vandan Jain" userId="4244b45b-25d1-413d-855b-6597e767c081" providerId="ADAL" clId="{67AB2A15-26B8-47FB-BEC6-EFDC03C3B3B6}" dt="2026-03-01T19:44:06.586" v="585" actId="1037"/>
          <ac:spMkLst>
            <pc:docMk/>
            <pc:sldMk cId="690653102" sldId="2147470009"/>
            <ac:spMk id="33" creationId="{6E630E0B-09CF-4BF6-FE86-5786B5E8AE74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2" creationId="{4607B54D-3EC6-3752-105A-D9D2701B8F61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3" creationId="{0229FE75-A857-208B-452D-3AC05899E608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4" creationId="{A7A559E7-3970-4136-DC54-7BA2820FF8F5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5" creationId="{2FBE6B00-7CF5-6B33-E396-66DF2835C682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6" creationId="{CF4731E7-05FF-532F-52AE-93BA33AE7EC1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7" creationId="{DBF849E1-2B38-8110-7D96-69D3AF3E886A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49" creationId="{07FC56BF-390F-68CB-6993-C9226762ED03}"/>
          </ac:spMkLst>
        </pc:spChg>
        <pc:spChg chg="mod">
          <ac:chgData name="Vandan Jain" userId="4244b45b-25d1-413d-855b-6597e767c081" providerId="ADAL" clId="{67AB2A15-26B8-47FB-BEC6-EFDC03C3B3B6}" dt="2026-03-01T19:41:24.973" v="392" actId="14100"/>
          <ac:spMkLst>
            <pc:docMk/>
            <pc:sldMk cId="690653102" sldId="2147470009"/>
            <ac:spMk id="61" creationId="{9E2C1D61-C97B-074D-2D5C-424C889179B7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80" creationId="{B9FF4C58-C222-0372-551A-B65DBB1DB687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82" creationId="{B1FA4B85-4927-1ABB-F554-DE4985060010}"/>
          </ac:spMkLst>
        </pc:spChg>
        <pc:spChg chg="del">
          <ac:chgData name="Vandan Jain" userId="4244b45b-25d1-413d-855b-6597e767c081" providerId="ADAL" clId="{67AB2A15-26B8-47FB-BEC6-EFDC03C3B3B6}" dt="2026-03-01T19:41:50.034" v="442" actId="478"/>
          <ac:spMkLst>
            <pc:docMk/>
            <pc:sldMk cId="690653102" sldId="2147470009"/>
            <ac:spMk id="83" creationId="{6A0AC1F0-B7CC-221C-CF2C-A8AB8A5E2099}"/>
          </ac:spMkLst>
        </pc:spChg>
        <pc:spChg chg="mod">
          <ac:chgData name="Vandan Jain" userId="4244b45b-25d1-413d-855b-6597e767c081" providerId="ADAL" clId="{67AB2A15-26B8-47FB-BEC6-EFDC03C3B3B6}" dt="2026-03-01T19:44:13.299" v="605" actId="1036"/>
          <ac:spMkLst>
            <pc:docMk/>
            <pc:sldMk cId="690653102" sldId="2147470009"/>
            <ac:spMk id="89" creationId="{2D7F975A-EFFC-ED2A-C751-F90289DD4D12}"/>
          </ac:spMkLst>
        </pc:spChg>
        <pc:spChg chg="mod">
          <ac:chgData name="Vandan Jain" userId="4244b45b-25d1-413d-855b-6597e767c081" providerId="ADAL" clId="{67AB2A15-26B8-47FB-BEC6-EFDC03C3B3B6}" dt="2026-03-01T19:42:52.464" v="512" actId="14100"/>
          <ac:spMkLst>
            <pc:docMk/>
            <pc:sldMk cId="690653102" sldId="2147470009"/>
            <ac:spMk id="91" creationId="{1F261787-A532-6E06-5DBB-DC560E196235}"/>
          </ac:spMkLst>
        </pc:spChg>
        <pc:grpChg chg="mod">
          <ac:chgData name="Vandan Jain" userId="4244b45b-25d1-413d-855b-6597e767c081" providerId="ADAL" clId="{67AB2A15-26B8-47FB-BEC6-EFDC03C3B3B6}" dt="2026-03-01T19:44:37.368" v="618" actId="1035"/>
          <ac:grpSpMkLst>
            <pc:docMk/>
            <pc:sldMk cId="690653102" sldId="2147470009"/>
            <ac:grpSpMk id="11" creationId="{6D0E581D-B458-6136-3E13-07990E84D856}"/>
          </ac:grpSpMkLst>
        </pc:grpChg>
        <pc:grpChg chg="mod">
          <ac:chgData name="Vandan Jain" userId="4244b45b-25d1-413d-855b-6597e767c081" providerId="ADAL" clId="{67AB2A15-26B8-47FB-BEC6-EFDC03C3B3B6}" dt="2026-03-01T19:44:37.368" v="618" actId="1035"/>
          <ac:grpSpMkLst>
            <pc:docMk/>
            <pc:sldMk cId="690653102" sldId="2147470009"/>
            <ac:grpSpMk id="18" creationId="{06F1F8A8-7D53-BC62-6080-D6D2CCFA8D6E}"/>
          </ac:grpSpMkLst>
        </pc:grpChg>
        <pc:grpChg chg="mod">
          <ac:chgData name="Vandan Jain" userId="4244b45b-25d1-413d-855b-6597e767c081" providerId="ADAL" clId="{67AB2A15-26B8-47FB-BEC6-EFDC03C3B3B6}" dt="2026-03-01T19:44:37.368" v="618" actId="1035"/>
          <ac:grpSpMkLst>
            <pc:docMk/>
            <pc:sldMk cId="690653102" sldId="2147470009"/>
            <ac:grpSpMk id="22" creationId="{CA14AD1E-F7C7-D875-A77D-813A7929594A}"/>
          </ac:grpSpMkLst>
        </pc:grpChg>
        <pc:grpChg chg="mod">
          <ac:chgData name="Vandan Jain" userId="4244b45b-25d1-413d-855b-6597e767c081" providerId="ADAL" clId="{67AB2A15-26B8-47FB-BEC6-EFDC03C3B3B6}" dt="2026-03-01T19:44:13.299" v="605" actId="1036"/>
          <ac:grpSpMkLst>
            <pc:docMk/>
            <pc:sldMk cId="690653102" sldId="2147470009"/>
            <ac:grpSpMk id="24" creationId="{B5803776-5E8B-2132-6273-96CF7F5813DA}"/>
          </ac:grpSpMkLst>
        </pc:grpChg>
        <pc:picChg chg="mod">
          <ac:chgData name="Vandan Jain" userId="4244b45b-25d1-413d-855b-6597e767c081" providerId="ADAL" clId="{67AB2A15-26B8-47FB-BEC6-EFDC03C3B3B6}" dt="2026-03-01T19:43:43.532" v="545" actId="14100"/>
          <ac:picMkLst>
            <pc:docMk/>
            <pc:sldMk cId="690653102" sldId="2147470009"/>
            <ac:picMk id="6" creationId="{B4B6EACD-AEF3-328C-9596-D61023B5C614}"/>
          </ac:picMkLst>
        </pc:picChg>
        <pc:picChg chg="mod">
          <ac:chgData name="Vandan Jain" userId="4244b45b-25d1-413d-855b-6597e767c081" providerId="ADAL" clId="{67AB2A15-26B8-47FB-BEC6-EFDC03C3B3B6}" dt="2026-03-01T19:42:16.083" v="461" actId="1037"/>
          <ac:picMkLst>
            <pc:docMk/>
            <pc:sldMk cId="690653102" sldId="2147470009"/>
            <ac:picMk id="26" creationId="{36292F35-2848-FBFE-9DA2-A06F3BB28FEB}"/>
          </ac:picMkLst>
        </pc:picChg>
        <pc:picChg chg="mod">
          <ac:chgData name="Vandan Jain" userId="4244b45b-25d1-413d-855b-6597e767c081" providerId="ADAL" clId="{67AB2A15-26B8-47FB-BEC6-EFDC03C3B3B6}" dt="2026-03-01T19:41:24.973" v="392" actId="14100"/>
          <ac:picMkLst>
            <pc:docMk/>
            <pc:sldMk cId="690653102" sldId="2147470009"/>
            <ac:picMk id="63" creationId="{1F8D7817-2A34-A090-10BB-8A54EB0076A2}"/>
          </ac:picMkLst>
        </pc:picChg>
        <pc:picChg chg="mod">
          <ac:chgData name="Vandan Jain" userId="4244b45b-25d1-413d-855b-6597e767c081" providerId="ADAL" clId="{67AB2A15-26B8-47FB-BEC6-EFDC03C3B3B6}" dt="2026-03-01T19:41:09.034" v="388" actId="14100"/>
          <ac:picMkLst>
            <pc:docMk/>
            <pc:sldMk cId="690653102" sldId="2147470009"/>
            <ac:picMk id="67" creationId="{935D4737-AF15-D2BD-A0CA-A169A8D5D2C5}"/>
          </ac:picMkLst>
        </pc:picChg>
        <pc:picChg chg="mod">
          <ac:chgData name="Vandan Jain" userId="4244b45b-25d1-413d-855b-6597e767c081" providerId="ADAL" clId="{67AB2A15-26B8-47FB-BEC6-EFDC03C3B3B6}" dt="2026-03-01T19:41:24.973" v="392" actId="14100"/>
          <ac:picMkLst>
            <pc:docMk/>
            <pc:sldMk cId="690653102" sldId="2147470009"/>
            <ac:picMk id="71" creationId="{9B91F6E1-310B-4DCA-D9D1-EFA8D25C3146}"/>
          </ac:picMkLst>
        </pc:picChg>
        <pc:cxnChg chg="del mod">
          <ac:chgData name="Vandan Jain" userId="4244b45b-25d1-413d-855b-6597e767c081" providerId="ADAL" clId="{67AB2A15-26B8-47FB-BEC6-EFDC03C3B3B6}" dt="2026-03-01T19:41:27.474" v="393" actId="478"/>
          <ac:cxnSpMkLst>
            <pc:docMk/>
            <pc:sldMk cId="690653102" sldId="2147470009"/>
            <ac:cxnSpMk id="72" creationId="{A48B8866-B1C4-6A69-B3E4-71B315EBC91E}"/>
          </ac:cxnSpMkLst>
        </pc:cxnChg>
      </pc:sldChg>
      <pc:sldMasterChg chg="delSldLayout">
        <pc:chgData name="Vandan Jain" userId="4244b45b-25d1-413d-855b-6597e767c081" providerId="ADAL" clId="{67AB2A15-26B8-47FB-BEC6-EFDC03C3B3B6}" dt="2026-03-01T19:44:30.970" v="608" actId="47"/>
        <pc:sldMasterMkLst>
          <pc:docMk/>
          <pc:sldMasterMk cId="2863918117" sldId="2147483744"/>
        </pc:sldMasterMkLst>
        <pc:sldLayoutChg chg="del">
          <pc:chgData name="Vandan Jain" userId="4244b45b-25d1-413d-855b-6597e767c081" providerId="ADAL" clId="{67AB2A15-26B8-47FB-BEC6-EFDC03C3B3B6}" dt="2026-03-01T19:44:30.970" v="608" actId="47"/>
          <pc:sldLayoutMkLst>
            <pc:docMk/>
            <pc:sldMasterMk cId="2863918117" sldId="2147483744"/>
            <pc:sldLayoutMk cId="724999931" sldId="2147483745"/>
          </pc:sldLayoutMkLst>
        </pc:sldLayoutChg>
      </pc:sldMasterChg>
    </pc:docChg>
  </pc:docChgLst>
  <pc:docChgLst>
    <pc:chgData name="Praveen Dehury" userId="S::praveend@hsv.digital::77009b3f-ee31-425d-b17c-2f6ea73f5149" providerId="AD" clId="Web-{03D38E37-8818-630E-92B4-E63F9477C629}"/>
    <pc:docChg chg="modSld">
      <pc:chgData name="Praveen Dehury" userId="S::praveend@hsv.digital::77009b3f-ee31-425d-b17c-2f6ea73f5149" providerId="AD" clId="Web-{03D38E37-8818-630E-92B4-E63F9477C629}" dt="2026-02-21T19:41:08.823" v="3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06FF-988B-468D-BED5-ECE17E3ED50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17BF-D6A1-41FB-AA9B-31E83E01F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B40D-F18F-E16C-414E-278D7AAC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318DB-B491-3618-A4E0-CB26CC5C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EDBEC-0C05-EE12-A0EE-36643DBB1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18F1-5568-F7B6-9411-F33C2DFF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23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806-E1D9-E4F7-E702-3D3691AA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307777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6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6">
          <p15:clr>
            <a:srgbClr val="5ACBF0"/>
          </p15:clr>
        </p15:guide>
        <p15:guide id="2" orient="horz" pos="1866">
          <p15:clr>
            <a:srgbClr val="5ACBF0"/>
          </p15:clr>
        </p15:guide>
        <p15:guide id="3" orient="horz" pos="42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E2C3-49EA-DBE1-A980-C601859CE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238"/>
            <a:ext cx="5829300" cy="3502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34704-C388-70CB-104A-A21D42383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3200"/>
            <a:ext cx="5829300" cy="24288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477889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1" y="3754488"/>
            <a:ext cx="6606540" cy="1393460"/>
          </a:xfrm>
        </p:spPr>
        <p:txBody>
          <a:bodyPr anchor="b"/>
          <a:lstStyle>
            <a:lvl1pPr algn="ctr">
              <a:defRPr sz="45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1" y="5282990"/>
            <a:ext cx="5829300" cy="278724"/>
          </a:xfrm>
        </p:spPr>
        <p:txBody>
          <a:bodyPr/>
          <a:lstStyle>
            <a:lvl1pPr marL="0" indent="0" algn="ctr">
              <a:buNone/>
              <a:defRPr sz="1811"/>
            </a:lvl1pPr>
            <a:lvl2pPr marL="344964" indent="0" algn="ctr">
              <a:buNone/>
              <a:defRPr sz="1509"/>
            </a:lvl2pPr>
            <a:lvl3pPr marL="689928" indent="0" algn="ctr">
              <a:buNone/>
              <a:defRPr sz="1358"/>
            </a:lvl3pPr>
            <a:lvl4pPr marL="1034892" indent="0" algn="ctr">
              <a:buNone/>
              <a:defRPr sz="1208"/>
            </a:lvl4pPr>
            <a:lvl5pPr marL="1379856" indent="0" algn="ctr">
              <a:buNone/>
              <a:defRPr sz="1208"/>
            </a:lvl5pPr>
            <a:lvl6pPr marL="1724820" indent="0" algn="ctr">
              <a:buNone/>
              <a:defRPr sz="1208"/>
            </a:lvl6pPr>
            <a:lvl7pPr marL="2069784" indent="0" algn="ctr">
              <a:buNone/>
              <a:defRPr sz="1208"/>
            </a:lvl7pPr>
            <a:lvl8pPr marL="2414748" indent="0" algn="ctr">
              <a:buNone/>
              <a:defRPr sz="1208"/>
            </a:lvl8pPr>
            <a:lvl9pPr marL="2759712" indent="0" algn="ctr">
              <a:buNone/>
              <a:defRPr sz="120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53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1F792-E3E4-D320-7BA5-A7D4D4104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6" y="749450"/>
            <a:ext cx="7024308" cy="2513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8" cy="8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1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7" y="1810206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1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ransition>
    <p:fade/>
  </p:transition>
  <p:hf sldNum="0" hdr="0" ftr="0" dt="0"/>
  <p:txStyles>
    <p:titleStyle>
      <a:lvl1pPr algn="l" defTabSz="543820" rtl="0" eaLnBrk="1" latinLnBrk="0" hangingPunct="1">
        <a:lnSpc>
          <a:spcPct val="100000"/>
        </a:lnSpc>
        <a:spcBef>
          <a:spcPct val="0"/>
        </a:spcBef>
        <a:buNone/>
        <a:defRPr lang="en-US" sz="1633" b="0" kern="1200" cap="none" spc="-29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43820" rtl="0" eaLnBrk="1" fontAlgn="auto" latinLnBrk="0" hangingPunct="1">
        <a:lnSpc>
          <a:spcPct val="100000"/>
        </a:lnSpc>
        <a:spcBef>
          <a:spcPts val="105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50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43820" rtl="0" eaLnBrk="1" fontAlgn="auto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933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16622" marR="0" indent="-116622" algn="l" defTabSz="543820" rtl="0" eaLnBrk="1" fontAlgn="auto" latinLnBrk="0" hangingPunct="1">
        <a:lnSpc>
          <a:spcPct val="100000"/>
        </a:lnSpc>
        <a:spcBef>
          <a:spcPts val="35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34576" marR="0" indent="-105515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51863" marR="0" indent="-117288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495504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6pPr>
      <a:lvl7pPr marL="176741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7pPr>
      <a:lvl8pPr marL="203932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6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7191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4382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1573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8764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5955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3146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0337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7528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hyperlink" Target="https://www.microsoft.com/en-us/investor/events/fy-2025/earnings-fy-2025-q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7E35-A357-6951-93B8-84DA1F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3468742" descr="preencoded.png">
            <a:extLst>
              <a:ext uri="{FF2B5EF4-FFF2-40B4-BE49-F238E27FC236}">
                <a16:creationId xmlns:a16="http://schemas.microsoft.com/office/drawing/2014/main" id="{935D4737-AF15-D2BD-A0CA-A169A8D5D2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" b="17144"/>
          <a:stretch>
            <a:fillRect/>
          </a:stretch>
        </p:blipFill>
        <p:spPr>
          <a:xfrm>
            <a:off x="0" y="-21194"/>
            <a:ext cx="7772399" cy="10079593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F261787-A532-6E06-5DBB-DC560E196235}"/>
              </a:ext>
            </a:extLst>
          </p:cNvPr>
          <p:cNvSpPr/>
          <p:nvPr/>
        </p:nvSpPr>
        <p:spPr bwMode="auto">
          <a:xfrm>
            <a:off x="230595" y="2185206"/>
            <a:ext cx="2037993" cy="3130027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829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D7F975A-EFFC-ED2A-C751-F90289DD4D12}"/>
              </a:ext>
            </a:extLst>
          </p:cNvPr>
          <p:cNvSpPr/>
          <p:nvPr/>
        </p:nvSpPr>
        <p:spPr bwMode="auto">
          <a:xfrm>
            <a:off x="412543" y="4192718"/>
            <a:ext cx="1668491" cy="698019"/>
          </a:xfrm>
          <a:prstGeom prst="roundRect">
            <a:avLst>
              <a:gd name="adj" fmla="val 896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464" dirty="0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B91F6E1-310B-4DCA-D9D1-EFA8D25C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26" t="30965" r="-63239" b="25799"/>
          <a:stretch>
            <a:fillRect/>
          </a:stretch>
        </p:blipFill>
        <p:spPr>
          <a:xfrm>
            <a:off x="0" y="-8174"/>
            <a:ext cx="7787180" cy="1909129"/>
          </a:xfrm>
          <a:prstGeom prst="rect">
            <a:avLst/>
          </a:prstGeom>
          <a:effectLst/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E2C1D61-C97B-074D-2D5C-424C889179B7}"/>
              </a:ext>
            </a:extLst>
          </p:cNvPr>
          <p:cNvSpPr/>
          <p:nvPr/>
        </p:nvSpPr>
        <p:spPr bwMode="auto">
          <a:xfrm>
            <a:off x="326" y="-4341"/>
            <a:ext cx="7764802" cy="1873223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29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8D7817-2A34-A090-10BB-8A54EB00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031" t="49290" r="56933" b="-2909"/>
          <a:stretch>
            <a:fillRect/>
          </a:stretch>
        </p:blipFill>
        <p:spPr>
          <a:xfrm>
            <a:off x="0" y="-4342"/>
            <a:ext cx="7787180" cy="1909129"/>
          </a:xfrm>
          <a:prstGeom prst="rect">
            <a:avLst/>
          </a:prstGeom>
          <a:effectLst/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C8230886-385E-3625-B41A-6EB929B3CE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41386" y="718974"/>
            <a:ext cx="5023342" cy="7881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459952">
              <a:spcBef>
                <a:spcPts val="0"/>
              </a:spcBef>
            </a:pPr>
            <a:r>
              <a:rPr lang="en-US" sz="2561" dirty="0">
                <a:solidFill>
                  <a:srgbClr val="C03BC4"/>
                </a:solidFill>
                <a:cs typeface="Segoe Sans Display Semilight" pitchFamily="2" charset="0"/>
              </a:rPr>
              <a:t>Microsoft Purview Suite </a:t>
            </a:r>
            <a:r>
              <a:rPr lang="en-US" sz="2561" dirty="0">
                <a:solidFill>
                  <a:schemeClr val="tx1"/>
                </a:solidFill>
                <a:cs typeface="Segoe Sans Display Semilight" pitchFamily="2" charset="0"/>
              </a:rPr>
              <a:t>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E1932-F00B-7615-5E7D-55DC4703F1C2}"/>
              </a:ext>
            </a:extLst>
          </p:cNvPr>
          <p:cNvSpPr txBox="1">
            <a:spLocks/>
          </p:cNvSpPr>
          <p:nvPr/>
        </p:nvSpPr>
        <p:spPr>
          <a:xfrm>
            <a:off x="2471673" y="2092707"/>
            <a:ext cx="4600436" cy="5629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36275">
              <a:spcAft>
                <a:spcPts val="1647"/>
              </a:spcAft>
              <a:defRPr/>
            </a:pPr>
            <a:r>
              <a:rPr lang="en-US" sz="1829" dirty="0">
                <a:solidFill>
                  <a:srgbClr val="000000"/>
                </a:solidFill>
                <a:latin typeface="Segoe Sans Display Semibold" pitchFamily="2" charset="0"/>
                <a:cs typeface="Segoe Sans Display Semibold" pitchFamily="2" charset="0"/>
              </a:rPr>
              <a:t>Intelligent compliance and risk management in the age of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B5A7B-B9D1-2B64-CAD0-43CB23302445}"/>
              </a:ext>
            </a:extLst>
          </p:cNvPr>
          <p:cNvSpPr txBox="1">
            <a:spLocks/>
          </p:cNvSpPr>
          <p:nvPr/>
        </p:nvSpPr>
        <p:spPr>
          <a:xfrm>
            <a:off x="2491605" y="2765428"/>
            <a:ext cx="5070026" cy="25776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36275">
              <a:spcAft>
                <a:spcPts val="731"/>
              </a:spcAft>
              <a:defRPr/>
            </a:pPr>
            <a:r>
              <a:rPr lang="en-US" sz="14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Microsoft Purview Suite, now available as an add-on to Microsoft 365 Business Premium, providers integrated data security and compliance capabilities critical for organizations looking to adopt Gen AI technologies and minimize risks related to regulatory requirements.</a:t>
            </a:r>
            <a:endParaRPr lang="en-US" sz="2400" dirty="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marL="167255" indent="-167255" defTabSz="418138">
              <a:spcBef>
                <a:spcPts val="549"/>
              </a:spcBef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Segoe Sans Display"/>
                <a:cs typeface="Segoe Sans Display"/>
              </a:rPr>
              <a:t>Safeguard sensitive data across clouds, apps, and endpoints.</a:t>
            </a:r>
          </a:p>
          <a:p>
            <a:pPr marL="167255" indent="-167255" defTabSz="418138"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Segoe Sans Display"/>
                <a:cs typeface="Segoe Sans Display"/>
              </a:rPr>
              <a:t>Identify and remediate critical risks within your organization.</a:t>
            </a:r>
          </a:p>
          <a:p>
            <a:pPr marL="167255" indent="-167255" defTabSz="418138"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Segoe Sans Display"/>
                <a:cs typeface="Segoe Sans Display"/>
              </a:rPr>
              <a:t>Investigate and respond to legal requirements with relevant data.</a:t>
            </a:r>
          </a:p>
          <a:p>
            <a:pPr marL="167255" indent="-167255" defTabSz="418138">
              <a:spcAft>
                <a:spcPts val="731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Built-in assessments and actions for 350+ regional regulations</a:t>
            </a:r>
            <a:endParaRPr lang="en-US" sz="2400" dirty="0">
              <a:solidFill>
                <a:srgbClr val="000000"/>
              </a:solidFill>
              <a:latin typeface="Segoe U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803776-5E8B-2132-6273-96CF7F5813DA}"/>
              </a:ext>
            </a:extLst>
          </p:cNvPr>
          <p:cNvGrpSpPr/>
          <p:nvPr/>
        </p:nvGrpSpPr>
        <p:grpSpPr>
          <a:xfrm>
            <a:off x="514911" y="4296871"/>
            <a:ext cx="1476618" cy="489713"/>
            <a:chOff x="45932" y="4239805"/>
            <a:chExt cx="1614691" cy="53550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8191316-8909-7296-9E20-E3BDDA338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32" y="4239805"/>
              <a:ext cx="529765" cy="535504"/>
            </a:xfrm>
            <a:prstGeom prst="rect">
              <a:avLst/>
            </a:prstGeom>
          </p:spPr>
        </p:pic>
        <p:pic>
          <p:nvPicPr>
            <p:cNvPr id="14" name="purview">
              <a:extLst>
                <a:ext uri="{FF2B5EF4-FFF2-40B4-BE49-F238E27FC236}">
                  <a16:creationId xmlns:a16="http://schemas.microsoft.com/office/drawing/2014/main" id="{F2F20322-882E-286F-3EFE-032ACDB9D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1020" r="1020"/>
            <a:stretch/>
          </p:blipFill>
          <p:spPr>
            <a:xfrm>
              <a:off x="1155319" y="4270005"/>
              <a:ext cx="505304" cy="50530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199295-2F99-24A2-64CB-B2F820A1503C}"/>
                </a:ext>
              </a:extLst>
            </p:cNvPr>
            <p:cNvGrpSpPr/>
            <p:nvPr/>
          </p:nvGrpSpPr>
          <p:grpSpPr>
            <a:xfrm>
              <a:off x="705488" y="4347537"/>
              <a:ext cx="320040" cy="320040"/>
              <a:chOff x="638372" y="546647"/>
              <a:chExt cx="479596" cy="47959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89185B8-A5BD-AA7A-49CA-5FE58A59D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638372" y="546647"/>
                <a:ext cx="479596" cy="479596"/>
              </a:xfrm>
              <a:prstGeom prst="ellipse">
                <a:avLst/>
              </a:prstGeom>
              <a:gradFill flip="none" rotWithShape="1">
                <a:gsLst>
                  <a:gs pos="32000">
                    <a:srgbClr val="C03BC4"/>
                  </a:gs>
                  <a:gs pos="100000">
                    <a:srgbClr val="399A91"/>
                  </a:gs>
                  <a:gs pos="68000">
                    <a:srgbClr val="0078D4"/>
                  </a:gs>
                  <a:gs pos="0">
                    <a:srgbClr val="FF5C39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897" cap="flat">
                <a:noFill/>
                <a:prstDash val="solid"/>
                <a:miter/>
              </a:ln>
              <a:effectLst>
                <a:outerShdw blurRad="63500" dist="63500" dir="2700000" algn="tl" rotWithShape="0">
                  <a:srgbClr val="454142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65843" tIns="32922" rIns="65843" bIns="3292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836275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647" b="1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latin typeface="Segoe UI Semibold"/>
                  <a:cs typeface="Segoe UI" pitchFamily="34" charset="0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EDF9CFBC-856B-C824-00D3-A8B41EF04B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49091" y="657366"/>
                <a:ext cx="258158" cy="258158"/>
              </a:xfrm>
              <a:prstGeom prst="rect">
                <a:avLst/>
              </a:prstGeom>
              <a:effectLst>
                <a:outerShdw blurRad="63500" dist="63500" dir="2700000" algn="ctr" rotWithShape="0">
                  <a:schemeClr val="bg1">
                    <a:alpha val="20000"/>
                  </a:schemeClr>
                </a:outerShdw>
              </a:effectLst>
            </p:spPr>
          </p:pic>
        </p:grpSp>
      </p:grp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36292F35-2848-FBFE-9DA2-A06F3BB28F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 bwMode="black">
          <a:xfrm>
            <a:off x="270497" y="314622"/>
            <a:ext cx="1655280" cy="209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A7A011-A5B1-B465-6A3F-B4941EFA893C}"/>
              </a:ext>
            </a:extLst>
          </p:cNvPr>
          <p:cNvSpPr txBox="1"/>
          <p:nvPr/>
        </p:nvSpPr>
        <p:spPr>
          <a:xfrm>
            <a:off x="331802" y="2534699"/>
            <a:ext cx="1845866" cy="130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836245">
              <a:spcBef>
                <a:spcPts val="1097"/>
              </a:spcBef>
              <a:defRPr/>
            </a:pPr>
            <a:r>
              <a:rPr lang="en-US" sz="1647" dirty="0">
                <a:solidFill>
                  <a:srgbClr val="FFFFFF"/>
                </a:solidFill>
                <a:latin typeface="Segoe UI Semibold"/>
                <a:cs typeface="Segoe Sans Display" pitchFamily="2" charset="0"/>
              </a:rPr>
              <a:t>AI transformation is </a:t>
            </a:r>
            <a:r>
              <a:rPr lang="en-US" sz="1647">
                <a:solidFill>
                  <a:srgbClr val="FFFFFF"/>
                </a:solidFill>
                <a:latin typeface="Segoe UI Semibold"/>
                <a:cs typeface="Segoe Sans Display" pitchFamily="2" charset="0"/>
              </a:rPr>
              <a:t>happening now</a:t>
            </a:r>
            <a:endParaRPr lang="en-US" sz="1647" dirty="0">
              <a:solidFill>
                <a:srgbClr val="FFFFFF"/>
              </a:solidFill>
              <a:latin typeface="Segoe UI Semibold"/>
              <a:cs typeface="Segoe Sans Display" pitchFamily="2" charset="0"/>
            </a:endParaRPr>
          </a:p>
          <a:p>
            <a:pPr algn="ctr" defTabSz="836245">
              <a:spcBef>
                <a:spcPts val="549"/>
              </a:spcBef>
              <a:defRPr/>
            </a:pPr>
            <a:r>
              <a:rPr lang="en-US" sz="1600" dirty="0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rPr>
              <a:t>Secure and govern your data estate and get ready for AI</a:t>
            </a:r>
            <a:endParaRPr lang="en-US" sz="2400" dirty="0">
              <a:solidFill>
                <a:srgbClr val="FFFFFF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pic>
        <p:nvPicPr>
          <p:cNvPr id="6" name="Rectangle 34658333" descr="preencoded.png">
            <a:extLst>
              <a:ext uri="{FF2B5EF4-FFF2-40B4-BE49-F238E27FC236}">
                <a16:creationId xmlns:a16="http://schemas.microsoft.com/office/drawing/2014/main" id="{B4B6EACD-AEF3-328C-9596-D61023B5C6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87325" y="5696445"/>
            <a:ext cx="7397750" cy="36429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AE62EA-B268-0B97-3EDC-355FC47FEB95}"/>
              </a:ext>
            </a:extLst>
          </p:cNvPr>
          <p:cNvSpPr/>
          <p:nvPr/>
        </p:nvSpPr>
        <p:spPr>
          <a:xfrm>
            <a:off x="5576331" y="6660340"/>
            <a:ext cx="1809347" cy="2376000"/>
          </a:xfrm>
          <a:prstGeom prst="rect">
            <a:avLst/>
          </a:prstGeom>
          <a:solidFill>
            <a:srgbClr val="F8F2F7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553EF-BE9C-D8AE-CE23-DE63974B3372}"/>
              </a:ext>
            </a:extLst>
          </p:cNvPr>
          <p:cNvSpPr/>
          <p:nvPr/>
        </p:nvSpPr>
        <p:spPr>
          <a:xfrm>
            <a:off x="371474" y="6701160"/>
            <a:ext cx="1835811" cy="2376000"/>
          </a:xfrm>
          <a:prstGeom prst="rect">
            <a:avLst/>
          </a:prstGeom>
          <a:solidFill>
            <a:srgbClr val="F8F2F7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3590D0CE-6006-CE5D-F29E-71E3686750B5}"/>
              </a:ext>
            </a:extLst>
          </p:cNvPr>
          <p:cNvSpPr/>
          <p:nvPr/>
        </p:nvSpPr>
        <p:spPr>
          <a:xfrm rot="16200000" flipH="1">
            <a:off x="3571646" y="2901726"/>
            <a:ext cx="629108" cy="6998956"/>
          </a:xfrm>
          <a:prstGeom prst="leftBracket">
            <a:avLst>
              <a:gd name="adj" fmla="val 0"/>
            </a:avLst>
          </a:prstGeom>
          <a:ln w="9525" cap="rnd">
            <a:solidFill>
              <a:schemeClr val="bg2">
                <a:lumMod val="90000"/>
              </a:schemeClr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669242-A775-1B3D-588B-FC9C220A0757}"/>
              </a:ext>
            </a:extLst>
          </p:cNvPr>
          <p:cNvSpPr txBox="1">
            <a:spLocks/>
          </p:cNvSpPr>
          <p:nvPr/>
        </p:nvSpPr>
        <p:spPr>
          <a:xfrm>
            <a:off x="1352766" y="5882261"/>
            <a:ext cx="5078656" cy="589061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914367">
              <a:spcAft>
                <a:spcPct val="0"/>
              </a:spcAft>
              <a:defRPr/>
            </a:pPr>
            <a:r>
              <a:rPr lang="en-US" sz="1800" spc="0" dirty="0">
                <a:solidFill>
                  <a:srgbClr val="912475"/>
                </a:solidFill>
                <a:ea typeface="+mj-lt"/>
                <a:cs typeface="+mj-lt"/>
              </a:rPr>
              <a:t>Save 47% per license with the Microsoft Purview Suite for Business Premium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0E581D-B458-6136-3E13-07990E84D856}"/>
              </a:ext>
            </a:extLst>
          </p:cNvPr>
          <p:cNvGrpSpPr/>
          <p:nvPr/>
        </p:nvGrpSpPr>
        <p:grpSpPr>
          <a:xfrm>
            <a:off x="3916864" y="7216194"/>
            <a:ext cx="1421701" cy="1421700"/>
            <a:chOff x="3916864" y="6500445"/>
            <a:chExt cx="1421701" cy="142170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D15B20F1-6E5B-3428-95B2-DDA83381DC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16864" y="6500445"/>
              <a:ext cx="1421701" cy="1421700"/>
            </a:xfrm>
            <a:custGeom>
              <a:avLst/>
              <a:gdLst>
                <a:gd name="T0" fmla="*/ 200 w 400"/>
                <a:gd name="T1" fmla="*/ 0 h 400"/>
                <a:gd name="T2" fmla="*/ 200 w 400"/>
                <a:gd name="T3" fmla="*/ 0 h 400"/>
                <a:gd name="T4" fmla="*/ 253 w 400"/>
                <a:gd name="T5" fmla="*/ 7 h 400"/>
                <a:gd name="T6" fmla="*/ 301 w 400"/>
                <a:gd name="T7" fmla="*/ 28 h 400"/>
                <a:gd name="T8" fmla="*/ 341 w 400"/>
                <a:gd name="T9" fmla="*/ 59 h 400"/>
                <a:gd name="T10" fmla="*/ 372 w 400"/>
                <a:gd name="T11" fmla="*/ 99 h 400"/>
                <a:gd name="T12" fmla="*/ 393 w 400"/>
                <a:gd name="T13" fmla="*/ 147 h 400"/>
                <a:gd name="T14" fmla="*/ 400 w 400"/>
                <a:gd name="T15" fmla="*/ 200 h 400"/>
                <a:gd name="T16" fmla="*/ 393 w 400"/>
                <a:gd name="T17" fmla="*/ 253 h 400"/>
                <a:gd name="T18" fmla="*/ 372 w 400"/>
                <a:gd name="T19" fmla="*/ 301 h 400"/>
                <a:gd name="T20" fmla="*/ 341 w 400"/>
                <a:gd name="T21" fmla="*/ 342 h 400"/>
                <a:gd name="T22" fmla="*/ 301 w 400"/>
                <a:gd name="T23" fmla="*/ 373 h 400"/>
                <a:gd name="T24" fmla="*/ 253 w 400"/>
                <a:gd name="T25" fmla="*/ 393 h 400"/>
                <a:gd name="T26" fmla="*/ 200 w 400"/>
                <a:gd name="T27" fmla="*/ 400 h 400"/>
                <a:gd name="T28" fmla="*/ 147 w 400"/>
                <a:gd name="T29" fmla="*/ 393 h 400"/>
                <a:gd name="T30" fmla="*/ 99 w 400"/>
                <a:gd name="T31" fmla="*/ 373 h 400"/>
                <a:gd name="T32" fmla="*/ 58 w 400"/>
                <a:gd name="T33" fmla="*/ 342 h 400"/>
                <a:gd name="T34" fmla="*/ 27 w 400"/>
                <a:gd name="T35" fmla="*/ 301 h 400"/>
                <a:gd name="T36" fmla="*/ 7 w 400"/>
                <a:gd name="T37" fmla="*/ 253 h 400"/>
                <a:gd name="T38" fmla="*/ 0 w 400"/>
                <a:gd name="T39" fmla="*/ 200 h 400"/>
                <a:gd name="T40" fmla="*/ 7 w 400"/>
                <a:gd name="T41" fmla="*/ 147 h 400"/>
                <a:gd name="T42" fmla="*/ 27 w 400"/>
                <a:gd name="T43" fmla="*/ 99 h 400"/>
                <a:gd name="T44" fmla="*/ 58 w 400"/>
                <a:gd name="T45" fmla="*/ 59 h 400"/>
                <a:gd name="T46" fmla="*/ 99 w 400"/>
                <a:gd name="T47" fmla="*/ 28 h 400"/>
                <a:gd name="T48" fmla="*/ 147 w 400"/>
                <a:gd name="T49" fmla="*/ 7 h 400"/>
                <a:gd name="T50" fmla="*/ 200 w 400"/>
                <a:gd name="T5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0" h="400">
                  <a:moveTo>
                    <a:pt x="200" y="0"/>
                  </a:moveTo>
                  <a:lnTo>
                    <a:pt x="200" y="0"/>
                  </a:lnTo>
                  <a:cubicBezTo>
                    <a:pt x="218" y="0"/>
                    <a:pt x="236" y="3"/>
                    <a:pt x="253" y="7"/>
                  </a:cubicBezTo>
                  <a:cubicBezTo>
                    <a:pt x="270" y="12"/>
                    <a:pt x="286" y="19"/>
                    <a:pt x="301" y="28"/>
                  </a:cubicBezTo>
                  <a:cubicBezTo>
                    <a:pt x="316" y="36"/>
                    <a:pt x="329" y="47"/>
                    <a:pt x="341" y="59"/>
                  </a:cubicBezTo>
                  <a:cubicBezTo>
                    <a:pt x="353" y="71"/>
                    <a:pt x="364" y="84"/>
                    <a:pt x="372" y="99"/>
                  </a:cubicBezTo>
                  <a:cubicBezTo>
                    <a:pt x="381" y="114"/>
                    <a:pt x="388" y="130"/>
                    <a:pt x="393" y="147"/>
                  </a:cubicBezTo>
                  <a:cubicBezTo>
                    <a:pt x="397" y="164"/>
                    <a:pt x="400" y="182"/>
                    <a:pt x="400" y="200"/>
                  </a:cubicBezTo>
                  <a:cubicBezTo>
                    <a:pt x="400" y="219"/>
                    <a:pt x="397" y="236"/>
                    <a:pt x="393" y="253"/>
                  </a:cubicBezTo>
                  <a:cubicBezTo>
                    <a:pt x="388" y="270"/>
                    <a:pt x="381" y="286"/>
                    <a:pt x="372" y="301"/>
                  </a:cubicBezTo>
                  <a:cubicBezTo>
                    <a:pt x="364" y="316"/>
                    <a:pt x="353" y="329"/>
                    <a:pt x="341" y="342"/>
                  </a:cubicBezTo>
                  <a:cubicBezTo>
                    <a:pt x="329" y="354"/>
                    <a:pt x="316" y="364"/>
                    <a:pt x="301" y="373"/>
                  </a:cubicBezTo>
                  <a:cubicBezTo>
                    <a:pt x="286" y="381"/>
                    <a:pt x="270" y="388"/>
                    <a:pt x="253" y="393"/>
                  </a:cubicBezTo>
                  <a:cubicBezTo>
                    <a:pt x="236" y="398"/>
                    <a:pt x="218" y="400"/>
                    <a:pt x="200" y="400"/>
                  </a:cubicBezTo>
                  <a:cubicBezTo>
                    <a:pt x="181" y="400"/>
                    <a:pt x="164" y="398"/>
                    <a:pt x="147" y="393"/>
                  </a:cubicBezTo>
                  <a:cubicBezTo>
                    <a:pt x="130" y="388"/>
                    <a:pt x="114" y="381"/>
                    <a:pt x="99" y="373"/>
                  </a:cubicBezTo>
                  <a:cubicBezTo>
                    <a:pt x="84" y="364"/>
                    <a:pt x="71" y="354"/>
                    <a:pt x="58" y="342"/>
                  </a:cubicBezTo>
                  <a:cubicBezTo>
                    <a:pt x="46" y="329"/>
                    <a:pt x="36" y="316"/>
                    <a:pt x="27" y="301"/>
                  </a:cubicBezTo>
                  <a:cubicBezTo>
                    <a:pt x="19" y="286"/>
                    <a:pt x="12" y="270"/>
                    <a:pt x="7" y="253"/>
                  </a:cubicBezTo>
                  <a:cubicBezTo>
                    <a:pt x="2" y="236"/>
                    <a:pt x="0" y="219"/>
                    <a:pt x="0" y="200"/>
                  </a:cubicBezTo>
                  <a:cubicBezTo>
                    <a:pt x="0" y="182"/>
                    <a:pt x="2" y="164"/>
                    <a:pt x="7" y="147"/>
                  </a:cubicBezTo>
                  <a:cubicBezTo>
                    <a:pt x="12" y="130"/>
                    <a:pt x="19" y="114"/>
                    <a:pt x="27" y="99"/>
                  </a:cubicBezTo>
                  <a:cubicBezTo>
                    <a:pt x="36" y="84"/>
                    <a:pt x="46" y="71"/>
                    <a:pt x="58" y="59"/>
                  </a:cubicBezTo>
                  <a:cubicBezTo>
                    <a:pt x="71" y="47"/>
                    <a:pt x="84" y="36"/>
                    <a:pt x="99" y="28"/>
                  </a:cubicBezTo>
                  <a:cubicBezTo>
                    <a:pt x="114" y="19"/>
                    <a:pt x="130" y="12"/>
                    <a:pt x="147" y="7"/>
                  </a:cubicBezTo>
                  <a:cubicBezTo>
                    <a:pt x="164" y="3"/>
                    <a:pt x="181" y="0"/>
                    <a:pt x="200" y="0"/>
                  </a:cubicBezTo>
                  <a:close/>
                </a:path>
              </a:pathLst>
            </a:custGeom>
            <a:solidFill>
              <a:srgbClr val="B740C5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1" i="0" u="none" strike="noStrike" kern="0" cap="none" spc="0" normalizeH="0" baseline="0" noProof="0">
                <a:ln w="3175">
                  <a:noFill/>
                </a:ln>
                <a:gradFill>
                  <a:gsLst>
                    <a:gs pos="71910">
                      <a:srgbClr val="000000"/>
                    </a:gs>
                    <a:gs pos="53933">
                      <a:srgbClr val="000000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6A6ABB-D1B7-0993-943B-0E2F43F72D10}"/>
                </a:ext>
              </a:extLst>
            </p:cNvPr>
            <p:cNvSpPr/>
            <p:nvPr/>
          </p:nvSpPr>
          <p:spPr bwMode="auto">
            <a:xfrm>
              <a:off x="4092534" y="6676115"/>
              <a:ext cx="1070360" cy="1070359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91440" rIns="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52252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" pitchFamily="2" charset="0"/>
                </a:rPr>
                <a:t>$10</a:t>
              </a:r>
            </a:p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Microsoft Purview </a:t>
              </a:r>
            </a:p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Suite for Business </a:t>
              </a:r>
            </a:p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Premium*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F1F8A8-7D53-BC62-6080-D6D2CCFA8D6E}"/>
              </a:ext>
            </a:extLst>
          </p:cNvPr>
          <p:cNvGrpSpPr/>
          <p:nvPr/>
        </p:nvGrpSpPr>
        <p:grpSpPr>
          <a:xfrm>
            <a:off x="2225040" y="6808980"/>
            <a:ext cx="3322320" cy="2252893"/>
            <a:chOff x="2198563" y="6252709"/>
            <a:chExt cx="3375273" cy="1925585"/>
          </a:xfrm>
        </p:grpSpPr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1BC18C89-C90E-F6BC-5AC4-E216BEE6E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198563" y="6252709"/>
              <a:ext cx="194085" cy="1925585"/>
            </a:xfrm>
            <a:prstGeom prst="rightBrace">
              <a:avLst/>
            </a:prstGeom>
            <a:noFill/>
            <a:ln w="19050" cap="flat" cmpd="sng" algn="ctr">
              <a:solidFill>
                <a:srgbClr val="912475"/>
              </a:solidFill>
              <a:prstDash val="solid"/>
              <a:headEnd type="none" w="lg" len="med"/>
              <a:tailEnd type="non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51CF8F86-6648-1657-0BEF-1CA7137EE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>
              <a:off x="5379751" y="6252709"/>
              <a:ext cx="194085" cy="1925585"/>
            </a:xfrm>
            <a:prstGeom prst="rightBrace">
              <a:avLst/>
            </a:prstGeom>
            <a:noFill/>
            <a:ln w="19050" cap="flat" cmpd="sng" algn="ctr">
              <a:solidFill>
                <a:srgbClr val="B740C5"/>
              </a:solidFill>
              <a:prstDash val="solid"/>
              <a:headEnd type="none" w="lg" len="med"/>
              <a:tailEnd type="none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14AD1E-F7C7-D875-A77D-813A7929594A}"/>
              </a:ext>
            </a:extLst>
          </p:cNvPr>
          <p:cNvGrpSpPr/>
          <p:nvPr/>
        </p:nvGrpSpPr>
        <p:grpSpPr>
          <a:xfrm>
            <a:off x="2442306" y="7216194"/>
            <a:ext cx="1421701" cy="1421700"/>
            <a:chOff x="2442306" y="6500445"/>
            <a:chExt cx="1421701" cy="1421700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D1CE9D20-73E8-2282-B491-1580616B5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42306" y="6500445"/>
              <a:ext cx="1421701" cy="1421700"/>
            </a:xfrm>
            <a:custGeom>
              <a:avLst/>
              <a:gdLst>
                <a:gd name="T0" fmla="*/ 200 w 400"/>
                <a:gd name="T1" fmla="*/ 0 h 400"/>
                <a:gd name="T2" fmla="*/ 200 w 400"/>
                <a:gd name="T3" fmla="*/ 0 h 400"/>
                <a:gd name="T4" fmla="*/ 253 w 400"/>
                <a:gd name="T5" fmla="*/ 7 h 400"/>
                <a:gd name="T6" fmla="*/ 301 w 400"/>
                <a:gd name="T7" fmla="*/ 28 h 400"/>
                <a:gd name="T8" fmla="*/ 341 w 400"/>
                <a:gd name="T9" fmla="*/ 59 h 400"/>
                <a:gd name="T10" fmla="*/ 372 w 400"/>
                <a:gd name="T11" fmla="*/ 99 h 400"/>
                <a:gd name="T12" fmla="*/ 393 w 400"/>
                <a:gd name="T13" fmla="*/ 147 h 400"/>
                <a:gd name="T14" fmla="*/ 400 w 400"/>
                <a:gd name="T15" fmla="*/ 200 h 400"/>
                <a:gd name="T16" fmla="*/ 393 w 400"/>
                <a:gd name="T17" fmla="*/ 253 h 400"/>
                <a:gd name="T18" fmla="*/ 372 w 400"/>
                <a:gd name="T19" fmla="*/ 301 h 400"/>
                <a:gd name="T20" fmla="*/ 341 w 400"/>
                <a:gd name="T21" fmla="*/ 342 h 400"/>
                <a:gd name="T22" fmla="*/ 301 w 400"/>
                <a:gd name="T23" fmla="*/ 373 h 400"/>
                <a:gd name="T24" fmla="*/ 253 w 400"/>
                <a:gd name="T25" fmla="*/ 393 h 400"/>
                <a:gd name="T26" fmla="*/ 200 w 400"/>
                <a:gd name="T27" fmla="*/ 400 h 400"/>
                <a:gd name="T28" fmla="*/ 147 w 400"/>
                <a:gd name="T29" fmla="*/ 393 h 400"/>
                <a:gd name="T30" fmla="*/ 99 w 400"/>
                <a:gd name="T31" fmla="*/ 373 h 400"/>
                <a:gd name="T32" fmla="*/ 58 w 400"/>
                <a:gd name="T33" fmla="*/ 342 h 400"/>
                <a:gd name="T34" fmla="*/ 27 w 400"/>
                <a:gd name="T35" fmla="*/ 301 h 400"/>
                <a:gd name="T36" fmla="*/ 7 w 400"/>
                <a:gd name="T37" fmla="*/ 253 h 400"/>
                <a:gd name="T38" fmla="*/ 0 w 400"/>
                <a:gd name="T39" fmla="*/ 200 h 400"/>
                <a:gd name="T40" fmla="*/ 7 w 400"/>
                <a:gd name="T41" fmla="*/ 147 h 400"/>
                <a:gd name="T42" fmla="*/ 27 w 400"/>
                <a:gd name="T43" fmla="*/ 99 h 400"/>
                <a:gd name="T44" fmla="*/ 58 w 400"/>
                <a:gd name="T45" fmla="*/ 59 h 400"/>
                <a:gd name="T46" fmla="*/ 99 w 400"/>
                <a:gd name="T47" fmla="*/ 28 h 400"/>
                <a:gd name="T48" fmla="*/ 147 w 400"/>
                <a:gd name="T49" fmla="*/ 7 h 400"/>
                <a:gd name="T50" fmla="*/ 200 w 400"/>
                <a:gd name="T5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00" h="400">
                  <a:moveTo>
                    <a:pt x="200" y="0"/>
                  </a:moveTo>
                  <a:lnTo>
                    <a:pt x="200" y="0"/>
                  </a:lnTo>
                  <a:cubicBezTo>
                    <a:pt x="218" y="0"/>
                    <a:pt x="236" y="3"/>
                    <a:pt x="253" y="7"/>
                  </a:cubicBezTo>
                  <a:cubicBezTo>
                    <a:pt x="270" y="12"/>
                    <a:pt x="286" y="19"/>
                    <a:pt x="301" y="28"/>
                  </a:cubicBezTo>
                  <a:cubicBezTo>
                    <a:pt x="316" y="36"/>
                    <a:pt x="329" y="47"/>
                    <a:pt x="341" y="59"/>
                  </a:cubicBezTo>
                  <a:cubicBezTo>
                    <a:pt x="353" y="71"/>
                    <a:pt x="364" y="84"/>
                    <a:pt x="372" y="99"/>
                  </a:cubicBezTo>
                  <a:cubicBezTo>
                    <a:pt x="381" y="114"/>
                    <a:pt x="388" y="130"/>
                    <a:pt x="393" y="147"/>
                  </a:cubicBezTo>
                  <a:cubicBezTo>
                    <a:pt x="397" y="164"/>
                    <a:pt x="400" y="182"/>
                    <a:pt x="400" y="200"/>
                  </a:cubicBezTo>
                  <a:cubicBezTo>
                    <a:pt x="400" y="219"/>
                    <a:pt x="397" y="236"/>
                    <a:pt x="393" y="253"/>
                  </a:cubicBezTo>
                  <a:cubicBezTo>
                    <a:pt x="388" y="270"/>
                    <a:pt x="381" y="286"/>
                    <a:pt x="372" y="301"/>
                  </a:cubicBezTo>
                  <a:cubicBezTo>
                    <a:pt x="364" y="316"/>
                    <a:pt x="353" y="329"/>
                    <a:pt x="341" y="342"/>
                  </a:cubicBezTo>
                  <a:cubicBezTo>
                    <a:pt x="329" y="354"/>
                    <a:pt x="316" y="364"/>
                    <a:pt x="301" y="373"/>
                  </a:cubicBezTo>
                  <a:cubicBezTo>
                    <a:pt x="286" y="381"/>
                    <a:pt x="270" y="388"/>
                    <a:pt x="253" y="393"/>
                  </a:cubicBezTo>
                  <a:cubicBezTo>
                    <a:pt x="236" y="398"/>
                    <a:pt x="218" y="400"/>
                    <a:pt x="200" y="400"/>
                  </a:cubicBezTo>
                  <a:cubicBezTo>
                    <a:pt x="181" y="400"/>
                    <a:pt x="164" y="398"/>
                    <a:pt x="147" y="393"/>
                  </a:cubicBezTo>
                  <a:cubicBezTo>
                    <a:pt x="130" y="388"/>
                    <a:pt x="114" y="381"/>
                    <a:pt x="99" y="373"/>
                  </a:cubicBezTo>
                  <a:cubicBezTo>
                    <a:pt x="84" y="364"/>
                    <a:pt x="71" y="354"/>
                    <a:pt x="58" y="342"/>
                  </a:cubicBezTo>
                  <a:cubicBezTo>
                    <a:pt x="46" y="329"/>
                    <a:pt x="36" y="316"/>
                    <a:pt x="27" y="301"/>
                  </a:cubicBezTo>
                  <a:cubicBezTo>
                    <a:pt x="19" y="286"/>
                    <a:pt x="12" y="270"/>
                    <a:pt x="7" y="253"/>
                  </a:cubicBezTo>
                  <a:cubicBezTo>
                    <a:pt x="2" y="236"/>
                    <a:pt x="0" y="219"/>
                    <a:pt x="0" y="200"/>
                  </a:cubicBezTo>
                  <a:cubicBezTo>
                    <a:pt x="0" y="182"/>
                    <a:pt x="2" y="164"/>
                    <a:pt x="7" y="147"/>
                  </a:cubicBezTo>
                  <a:cubicBezTo>
                    <a:pt x="12" y="130"/>
                    <a:pt x="19" y="114"/>
                    <a:pt x="27" y="99"/>
                  </a:cubicBezTo>
                  <a:cubicBezTo>
                    <a:pt x="36" y="84"/>
                    <a:pt x="46" y="71"/>
                    <a:pt x="58" y="59"/>
                  </a:cubicBezTo>
                  <a:cubicBezTo>
                    <a:pt x="71" y="47"/>
                    <a:pt x="84" y="36"/>
                    <a:pt x="99" y="28"/>
                  </a:cubicBezTo>
                  <a:cubicBezTo>
                    <a:pt x="114" y="19"/>
                    <a:pt x="130" y="12"/>
                    <a:pt x="147" y="7"/>
                  </a:cubicBezTo>
                  <a:cubicBezTo>
                    <a:pt x="164" y="3"/>
                    <a:pt x="181" y="0"/>
                    <a:pt x="200" y="0"/>
                  </a:cubicBezTo>
                  <a:close/>
                </a:path>
              </a:pathLst>
            </a:custGeom>
            <a:solidFill>
              <a:srgbClr val="912475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0" cap="none" spc="0" normalizeH="0" baseline="0" noProof="0" dirty="0">
                <a:ln w="3175">
                  <a:noFill/>
                </a:ln>
                <a:gradFill>
                  <a:gsLst>
                    <a:gs pos="76437">
                      <a:srgbClr val="FFFFFF"/>
                    </a:gs>
                    <a:gs pos="55747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447743A-882B-3948-B5C7-2F4E9EF09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617977" y="6676116"/>
              <a:ext cx="1070360" cy="1070360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91440" rIns="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B40F71F-1C1D-6777-DA8A-2AE09C3F7EFA}"/>
                </a:ext>
              </a:extLst>
            </p:cNvPr>
            <p:cNvSpPr txBox="1"/>
            <p:nvPr/>
          </p:nvSpPr>
          <p:spPr>
            <a:xfrm>
              <a:off x="2607904" y="6934296"/>
              <a:ext cx="1090504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914400">
                <a:defRPr/>
              </a:pPr>
              <a:r>
                <a:rPr lang="en-US" sz="2000" spc="-100" dirty="0">
                  <a:solidFill>
                    <a:srgbClr val="052252"/>
                  </a:solidFill>
                  <a:latin typeface="Segoe Sans Display Semibold"/>
                  <a:cs typeface="Segoe Sans Display" pitchFamily="2" charset="0"/>
                </a:rPr>
                <a:t>&gt;$19.00</a:t>
              </a:r>
            </a:p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800" dirty="0"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latin typeface="Segoe Sans Display" pitchFamily="2" charset="0"/>
                  <a:cs typeface="Segoe Sans Display" pitchFamily="2" charset="0"/>
                </a:rPr>
                <a:t>value of </a:t>
              </a:r>
              <a:br>
                <a:rPr lang="en-US" sz="800" dirty="0"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latin typeface="Segoe Sans Display" pitchFamily="2" charset="0"/>
                  <a:cs typeface="Segoe Sans Display" pitchFamily="2" charset="0"/>
                </a:rPr>
              </a:br>
              <a:r>
                <a:rPr lang="en-US" sz="800" dirty="0"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latin typeface="Segoe Sans Display" pitchFamily="2" charset="0"/>
                  <a:cs typeface="Segoe Sans Display" pitchFamily="2" charset="0"/>
                </a:rPr>
                <a:t>individual  licenses</a:t>
              </a:r>
              <a:endParaRPr lang="en-US" sz="1400" dirty="0">
                <a:solidFill>
                  <a:srgbClr val="000000"/>
                </a:solidFill>
                <a:latin typeface="Segoe Sans Display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5E1FF252-E1C6-1F21-1D71-56EF20D1D9D0}"/>
              </a:ext>
            </a:extLst>
          </p:cNvPr>
          <p:cNvSpPr txBox="1">
            <a:spLocks/>
          </p:cNvSpPr>
          <p:nvPr/>
        </p:nvSpPr>
        <p:spPr>
          <a:xfrm>
            <a:off x="2780538" y="6816256"/>
            <a:ext cx="2211324" cy="3657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914367">
              <a:spcAft>
                <a:spcPct val="0"/>
              </a:spcAft>
              <a:defRPr/>
            </a:pPr>
            <a:r>
              <a:rPr lang="en-US" sz="1200" spc="0">
                <a:solidFill>
                  <a:srgbClr val="000000"/>
                </a:solidFill>
                <a:ea typeface="+mj-lt"/>
                <a:cs typeface="+mj-lt"/>
              </a:rPr>
              <a:t>Per user, per month </a:t>
            </a:r>
            <a:endParaRPr lang="en-US" sz="2800">
              <a:ea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972822-D490-5A45-2E5B-A8903FD224AA}"/>
              </a:ext>
            </a:extLst>
          </p:cNvPr>
          <p:cNvSpPr txBox="1"/>
          <p:nvPr/>
        </p:nvSpPr>
        <p:spPr>
          <a:xfrm>
            <a:off x="5667380" y="6951884"/>
            <a:ext cx="1718297" cy="1464503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>
              <a:spcAft>
                <a:spcPts val="300"/>
              </a:spcAft>
              <a:buSzPct val="100000"/>
              <a:defRPr/>
            </a:pPr>
            <a:r>
              <a:rPr lang="en-US" sz="1100" dirty="0">
                <a:latin typeface="+mj-lt"/>
                <a:cs typeface="Segoe UI" panose="020B0502040204020203" pitchFamily="34" charset="0"/>
              </a:rPr>
              <a:t>Microsoft Purview Suite for Business Premium</a:t>
            </a:r>
          </a:p>
          <a:p>
            <a:pPr marL="171450" indent="-171450" algn="l"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91247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 ~47% </a:t>
            </a:r>
            <a:r>
              <a:rPr lang="en-US" sz="10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 license</a:t>
            </a:r>
          </a:p>
          <a:p>
            <a:pPr marL="171450" indent="-171450" algn="l"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 for Enable </a:t>
            </a:r>
            <a:r>
              <a:rPr lang="en-US" sz="1050" dirty="0">
                <a:solidFill>
                  <a:srgbClr val="91247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end-to-end</a:t>
            </a:r>
            <a:r>
              <a:rPr lang="en-US" sz="105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data security + compliance</a:t>
            </a:r>
          </a:p>
          <a:p>
            <a:pPr marL="171450" indent="-171450" algn="l">
              <a:spcAft>
                <a:spcPts val="1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rgbClr val="91247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GenAI + regulatory requirements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41B42B-5DFB-ED82-5456-4A667AFC4E16}"/>
              </a:ext>
            </a:extLst>
          </p:cNvPr>
          <p:cNvSpPr txBox="1"/>
          <p:nvPr/>
        </p:nvSpPr>
        <p:spPr>
          <a:xfrm>
            <a:off x="372563" y="6822800"/>
            <a:ext cx="1904144" cy="2239074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>
              <a:buSzPct val="100000"/>
              <a:defRPr/>
            </a:pPr>
            <a:r>
              <a:rPr lang="en-US" sz="1400" dirty="0">
                <a:solidFill>
                  <a:srgbClr val="912475"/>
                </a:solidFill>
                <a:latin typeface="+mj-lt"/>
                <a:cs typeface="Segoe UI" panose="020B0502040204020203" pitchFamily="34" charset="0"/>
              </a:rPr>
              <a:t>Microsoft Purview</a:t>
            </a:r>
          </a:p>
          <a:p>
            <a:pPr algn="l">
              <a:spcAft>
                <a:spcPts val="300"/>
              </a:spcAft>
              <a:buSzPct val="100000"/>
              <a:defRPr/>
            </a:pPr>
            <a:r>
              <a:rPr lang="en-US" sz="1000" dirty="0">
                <a:solidFill>
                  <a:srgbClr val="000000"/>
                </a:solidFill>
                <a:latin typeface="Segoe Sans Display Semibold"/>
                <a:cs typeface="Segoe Sans Display Semibold"/>
              </a:rPr>
              <a:t>Standalone bundles</a:t>
            </a:r>
          </a:p>
          <a:p>
            <a:pPr algn="l">
              <a:buSzPct val="100000"/>
              <a:defRPr/>
            </a:pPr>
            <a:r>
              <a:rPr lang="en-US" sz="1100" dirty="0">
                <a:solidFill>
                  <a:srgbClr val="912475"/>
                </a:solidFill>
                <a:latin typeface="Segoe Sans Display"/>
                <a:cs typeface="Segoe Sans Display"/>
              </a:rPr>
              <a:t>Information Protection + Governance</a:t>
            </a:r>
            <a:r>
              <a:rPr lang="en-US" sz="1050" dirty="0">
                <a:solidFill>
                  <a:srgbClr val="912475"/>
                </a:solidFill>
                <a:latin typeface="Segoe Sans Display"/>
                <a:cs typeface="Segoe Sans Display"/>
              </a:rPr>
              <a:t>	</a:t>
            </a:r>
            <a:r>
              <a:rPr lang="en-US" sz="1050" dirty="0">
                <a:solidFill>
                  <a:schemeClr val="accent1"/>
                </a:solidFill>
                <a:latin typeface="Segoe Sans Display"/>
                <a:cs typeface="Segoe Sans Display"/>
              </a:rPr>
              <a:t>                   </a:t>
            </a:r>
            <a:r>
              <a:rPr lang="en-US" sz="1100" b="1" dirty="0">
                <a:latin typeface="Segoe Sans Display"/>
                <a:cs typeface="Segoe Sans Display"/>
              </a:rPr>
              <a:t>$7</a:t>
            </a:r>
            <a:endParaRPr lang="en-US" sz="1050" b="1" dirty="0">
              <a:latin typeface="Segoe Sans Display"/>
              <a:cs typeface="Segoe Sans Display"/>
            </a:endParaRPr>
          </a:p>
          <a:p>
            <a:pPr algn="l">
              <a:spcAft>
                <a:spcPts val="300"/>
              </a:spcAft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latin typeface="Segoe Sans Display"/>
                <a:cs typeface="Segoe Sans Display"/>
              </a:rPr>
              <a:t>Data Loss Prevention Information Protection Data Lifecycle Management …and more</a:t>
            </a:r>
          </a:p>
          <a:p>
            <a:pPr algn="l">
              <a:defRPr/>
            </a:pPr>
            <a:r>
              <a:rPr lang="en-US" sz="1100" dirty="0">
                <a:solidFill>
                  <a:srgbClr val="912475"/>
                </a:solidFill>
                <a:latin typeface="Segoe Sans Display"/>
                <a:cs typeface="Segoe Sans Display"/>
              </a:rPr>
              <a:t>Insider Risk Mgmt.            </a:t>
            </a:r>
            <a:r>
              <a:rPr lang="en-US" sz="1100" b="1" dirty="0">
                <a:latin typeface="Segoe Sans Display"/>
                <a:cs typeface="Segoe Sans Display"/>
              </a:rPr>
              <a:t>$6</a:t>
            </a:r>
            <a:endParaRPr lang="en-US" sz="1800" dirty="0"/>
          </a:p>
          <a:p>
            <a:pPr algn="l">
              <a:spcAft>
                <a:spcPts val="300"/>
              </a:spcAft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latin typeface="Segoe Sans Display"/>
                <a:cs typeface="Segoe Sans Display"/>
              </a:rPr>
              <a:t>Insider Risk Management      Communication Compliance          Privileged Access </a:t>
            </a:r>
            <a:r>
              <a:rPr lang="en-US" sz="800" dirty="0" err="1">
                <a:solidFill>
                  <a:srgbClr val="000000"/>
                </a:solidFill>
                <a:latin typeface="Segoe Sans Display"/>
                <a:cs typeface="Segoe Sans Display"/>
              </a:rPr>
              <a:t>Mgmt</a:t>
            </a:r>
            <a:r>
              <a:rPr lang="en-US" sz="800" dirty="0">
                <a:solidFill>
                  <a:srgbClr val="000000"/>
                </a:solidFill>
                <a:latin typeface="Segoe Sans Display"/>
                <a:cs typeface="Segoe Sans Display"/>
              </a:rPr>
              <a:t> …and more</a:t>
            </a:r>
          </a:p>
          <a:p>
            <a:pPr algn="l">
              <a:buSzPct val="100000"/>
              <a:defRPr/>
            </a:pPr>
            <a:r>
              <a:rPr lang="en-US" sz="1100" dirty="0">
                <a:solidFill>
                  <a:srgbClr val="912475"/>
                </a:solidFill>
                <a:latin typeface="Segoe Sans Display"/>
                <a:cs typeface="Segoe Sans Display"/>
              </a:rPr>
              <a:t>eDiscovery + Audit           </a:t>
            </a:r>
            <a:r>
              <a:rPr lang="en-US" sz="1100" b="1" dirty="0">
                <a:latin typeface="Segoe Sans Display"/>
                <a:cs typeface="Segoe Sans Display"/>
              </a:rPr>
              <a:t>$6</a:t>
            </a:r>
          </a:p>
          <a:p>
            <a:pPr algn="l">
              <a:spcAft>
                <a:spcPts val="300"/>
              </a:spcAft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latin typeface="Segoe Sans Display"/>
                <a:cs typeface="Segoe Sans Display"/>
              </a:rPr>
              <a:t>eDiscovery (Premium) Audit (Premium)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630E0B-09CF-4BF6-FE86-5786B5E8AE74}"/>
              </a:ext>
            </a:extLst>
          </p:cNvPr>
          <p:cNvSpPr txBox="1"/>
          <p:nvPr/>
        </p:nvSpPr>
        <p:spPr>
          <a:xfrm>
            <a:off x="228353" y="9444278"/>
            <a:ext cx="525304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 b="0" i="0" dirty="0">
                <a:effectLst/>
                <a:latin typeface="Segoe Sans Display" pitchFamily="2" charset="0"/>
                <a:cs typeface="Segoe Sans Display" pitchFamily="2" charset="0"/>
              </a:rPr>
              <a:t>1 First Annual Generative AI study: Business Rewards vs. Security Risks, Q3 2023, ISMG, N=400</a:t>
            </a:r>
          </a:p>
          <a:p>
            <a:r>
              <a:rPr lang="en-US" sz="1000" dirty="0">
                <a:latin typeface="Segoe Sans Display" pitchFamily="2" charset="0"/>
                <a:cs typeface="Segoe Sans Display" pitchFamily="2" charset="0"/>
              </a:rPr>
              <a:t>2 Microsoft data security index 2024 report.</a:t>
            </a:r>
          </a:p>
          <a:p>
            <a:r>
              <a:rPr lang="en-US" sz="1000" dirty="0">
                <a:latin typeface="Segoe Sans Display" pitchFamily="2" charset="0"/>
                <a:cs typeface="Segoe Sans Display" pitchFamily="2" charset="0"/>
              </a:rPr>
              <a:t>3 </a:t>
            </a:r>
            <a:r>
              <a:rPr lang="en-US" sz="1000" b="0" i="0" dirty="0">
                <a:effectLst/>
                <a:latin typeface="Segoe Sans Display" pitchFamily="2" charset="0"/>
                <a:cs typeface="Segoe Sans Display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FY25 Q1 Earnings Conference Call</a:t>
            </a:r>
            <a:r>
              <a:rPr lang="en-US" sz="1000" b="0" i="0" dirty="0">
                <a:effectLst/>
                <a:latin typeface="Segoe Sans Display" pitchFamily="2" charset="0"/>
                <a:cs typeface="Segoe Sans Display" pitchFamily="2" charset="0"/>
              </a:rPr>
              <a:t>, October 2024</a:t>
            </a:r>
            <a:endParaRPr lang="en-US" sz="1000" dirty="0">
              <a:latin typeface="Segoe Sans Display" pitchFamily="2" charset="0"/>
              <a:cs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53102"/>
      </p:ext>
    </p:extLst>
  </p:cSld>
  <p:clrMapOvr>
    <a:masterClrMapping/>
  </p:clrMapOvr>
</p:sld>
</file>

<file path=ppt/theme/theme1.xml><?xml version="1.0" encoding="utf-8"?>
<a:theme xmlns:a="http://schemas.openxmlformats.org/drawingml/2006/main" name="CSP Template Diamond 06/23">
  <a:themeElements>
    <a:clrScheme name="CSP Colors 06/23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5D5BD4"/>
      </a:accent4>
      <a:accent5>
        <a:srgbClr val="737373"/>
      </a:accent5>
      <a:accent6>
        <a:srgbClr val="D2D2D2"/>
      </a:accent6>
      <a:hlink>
        <a:srgbClr val="0076D3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1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3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671BC8BD2EE04888B74DECA3082CFA" ma:contentTypeVersion="21" ma:contentTypeDescription="Create a new document." ma:contentTypeScope="" ma:versionID="9cc1df61b3026c54177684bb56f32108">
  <xsd:schema xmlns:xsd="http://www.w3.org/2001/XMLSchema" xmlns:xs="http://www.w3.org/2001/XMLSchema" xmlns:p="http://schemas.microsoft.com/office/2006/metadata/properties" xmlns:ns2="81d62c47-1ee8-4b15-a2ba-e551e210471e" xmlns:ns3="1b7c06a1-1aa9-4ffb-acc3-69175dc60550" targetNamespace="http://schemas.microsoft.com/office/2006/metadata/properties" ma:root="true" ma:fieldsID="729a61ac2665cd4365bde4269ea1574e" ns2:_="" ns3:_="">
    <xsd:import namespace="81d62c47-1ee8-4b15-a2ba-e551e210471e"/>
    <xsd:import namespace="1b7c06a1-1aa9-4ffb-acc3-69175dc60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angu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ssetDescrip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62c47-1ee8-4b15-a2ba-e551e21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anguage" ma:index="21" nillable="true" ma:displayName="Language" ma:format="Dropdown" ma:internalName="Languag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075134e-686e-41d4-a98b-2f36c81e2c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ssetDescription" ma:index="27" nillable="true" ma:displayName="Asset Description" ma:format="Dropdown" ma:internalName="AssetDescription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06a1-1aa9-4ffb-acc3-69175dc60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2d4c6e7-d7fd-4dba-9819-956db0c65ca0}" ma:internalName="TaxCatchAll" ma:showField="CatchAllData" ma:web="1b7c06a1-1aa9-4ffb-acc3-69175dc605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ssetDescription xmlns="81d62c47-1ee8-4b15-a2ba-e551e210471e" xsi:nil="true"/>
    <TaxCatchAll xmlns="1b7c06a1-1aa9-4ffb-acc3-69175dc60550" xsi:nil="true"/>
    <lcf76f155ced4ddcb4097134ff3c332f xmlns="81d62c47-1ee8-4b15-a2ba-e551e210471e">
      <Terms xmlns="http://schemas.microsoft.com/office/infopath/2007/PartnerControls"/>
    </lcf76f155ced4ddcb4097134ff3c332f>
    <Language xmlns="81d62c47-1ee8-4b15-a2ba-e551e210471e" xsi:nil="true"/>
  </documentManagement>
</p:properties>
</file>

<file path=customXml/itemProps1.xml><?xml version="1.0" encoding="utf-8"?>
<ds:datastoreItem xmlns:ds="http://schemas.openxmlformats.org/officeDocument/2006/customXml" ds:itemID="{8A8EFAFD-73F5-4ACC-94D9-04EFE09C5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D61BEA-189F-4841-900C-504B065D03CA}">
  <ds:schemaRefs>
    <ds:schemaRef ds:uri="1b7c06a1-1aa9-4ffb-acc3-69175dc60550"/>
    <ds:schemaRef ds:uri="81d62c47-1ee8-4b15-a2ba-e551e21047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DA0CC2-1119-4EEA-BD26-6E2CD1410D6F}">
  <ds:schemaRefs>
    <ds:schemaRef ds:uri="1b7c06a1-1aa9-4ffb-acc3-69175dc60550"/>
    <ds:schemaRef ds:uri="81d62c47-1ee8-4b15-a2ba-e551e21047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</TotalTime>
  <Words>264</Words>
  <Application>Microsoft Office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Segoe Sans Display</vt:lpstr>
      <vt:lpstr>Segoe Sans Display Semibold</vt:lpstr>
      <vt:lpstr>Segoe Sans Display Semilight</vt:lpstr>
      <vt:lpstr>Segoe UI</vt:lpstr>
      <vt:lpstr>Segoe UI Semibold</vt:lpstr>
      <vt:lpstr>Wingdings</vt:lpstr>
      <vt:lpstr>CSP Template Diamond 06/23</vt:lpstr>
      <vt:lpstr>1_CSP Template Diamond 06/23</vt:lpstr>
      <vt:lpstr>3_CSP Template Diamond 06/23</vt:lpstr>
      <vt:lpstr>Microsoft Purview Suite for Microsoft 365 Business Premium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Vandan Jain</cp:lastModifiedBy>
  <cp:revision>18</cp:revision>
  <dcterms:created xsi:type="dcterms:W3CDTF">2025-03-07T21:16:33Z</dcterms:created>
  <dcterms:modified xsi:type="dcterms:W3CDTF">2026-03-02T08:46:40Z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0x0101009C671BC8BD2EE04888B74DECA3082CFA</vt:lpwstr>
  </property>
</Properties>
</file>
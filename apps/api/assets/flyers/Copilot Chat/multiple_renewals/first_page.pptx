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0" r:id="rId4"/>
    <p:sldMasterId id="2147483744" r:id="rId5"/>
  </p:sldMasterIdLst>
  <p:notesMasterIdLst>
    <p:notesMasterId r:id="rId7"/>
  </p:notesMasterIdLst>
  <p:sldIdLst>
    <p:sldId id="2147470020" r:id="rId6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5616" userDrawn="1">
          <p15:clr>
            <a:srgbClr val="A4A3A4"/>
          </p15:clr>
        </p15:guide>
        <p15:guide id="4" pos="2448">
          <p15:clr>
            <a:srgbClr val="A4A3A4"/>
          </p15:clr>
        </p15:guide>
        <p15:guide id="5" orient="horz" pos="40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40C5"/>
    <a:srgbClr val="912475"/>
    <a:srgbClr val="F2E5DE"/>
    <a:srgbClr val="FEFEFE"/>
    <a:srgbClr val="F2F2F2"/>
    <a:srgbClr val="FCF2F9"/>
    <a:srgbClr val="5EA6AB"/>
    <a:srgbClr val="E9FED1"/>
    <a:srgbClr val="FFFFFF"/>
    <a:srgbClr val="091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60D4BB-E7C2-4BAE-A2B2-9998EADC0895}" v="108" dt="2026-03-02T08:16:09.503"/>
    <p1510:client id="{A882BB55-F485-47E7-8AAB-BC45F8D605B6}" v="17" dt="2026-03-02T08:45:21.099"/>
    <p1510:client id="{CF16A5C2-3E0C-2339-3F14-B411277BBE54}" v="3" dt="2026-03-02T07:45:22.7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5616"/>
        <p:guide pos="2448"/>
        <p:guide orient="horz" pos="40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een Dehury" userId="S::praveend@hsv.digital::77009b3f-ee31-425d-b17c-2f6ea73f5149" providerId="AD" clId="Web-{03D38E37-8818-630E-92B4-E63F9477C629}"/>
    <pc:docChg chg="modSld">
      <pc:chgData name="Praveen Dehury" userId="S::praveend@hsv.digital::77009b3f-ee31-425d-b17c-2f6ea73f5149" providerId="AD" clId="Web-{03D38E37-8818-630E-92B4-E63F9477C629}" dt="2026-02-21T19:41:08.823" v="3" actId="20577"/>
      <pc:docMkLst>
        <pc:docMk/>
      </pc:docMkLst>
    </pc:docChg>
  </pc:docChgLst>
  <pc:docChgLst>
    <pc:chgData name="Shreya Singh" userId="S::shreya.singh@hsv.digital::b354311e-5542-4a3b-80c7-af4347e0a1ac" providerId="AD" clId="Web-{CF16A5C2-3E0C-2339-3F14-B411277BBE54}"/>
    <pc:docChg chg="addSld modSld">
      <pc:chgData name="Shreya Singh" userId="S::shreya.singh@hsv.digital::b354311e-5542-4a3b-80c7-af4347e0a1ac" providerId="AD" clId="Web-{CF16A5C2-3E0C-2339-3F14-B411277BBE54}" dt="2026-03-02T07:45:22.742" v="2" actId="1076"/>
      <pc:docMkLst>
        <pc:docMk/>
      </pc:docMkLst>
      <pc:sldChg chg="modSp add replId">
        <pc:chgData name="Shreya Singh" userId="S::shreya.singh@hsv.digital::b354311e-5542-4a3b-80c7-af4347e0a1ac" providerId="AD" clId="Web-{CF16A5C2-3E0C-2339-3F14-B411277BBE54}" dt="2026-03-02T07:45:22.742" v="2" actId="1076"/>
        <pc:sldMkLst>
          <pc:docMk/>
          <pc:sldMk cId="3374235036" sldId="2147470019"/>
        </pc:sldMkLst>
        <pc:picChg chg="mod">
          <ac:chgData name="Shreya Singh" userId="S::shreya.singh@hsv.digital::b354311e-5542-4a3b-80c7-af4347e0a1ac" providerId="AD" clId="Web-{CF16A5C2-3E0C-2339-3F14-B411277BBE54}" dt="2026-03-02T07:45:22.742" v="2" actId="1076"/>
          <ac:picMkLst>
            <pc:docMk/>
            <pc:sldMk cId="3374235036" sldId="2147470019"/>
            <ac:picMk id="5" creationId="{124E5614-80AF-6529-651E-BBAA2379A06B}"/>
          </ac:picMkLst>
        </pc:picChg>
      </pc:sldChg>
    </pc:docChg>
  </pc:docChgLst>
  <pc:docChgLst>
    <pc:chgData name="Vandan Jain" userId="4244b45b-25d1-413d-855b-6597e767c081" providerId="ADAL" clId="{67AB2A15-26B8-47FB-BEC6-EFDC03C3B3B6}"/>
    <pc:docChg chg="undo custSel addSld delSld modSld sldOrd delMainMaster">
      <pc:chgData name="Vandan Jain" userId="4244b45b-25d1-413d-855b-6597e767c081" providerId="ADAL" clId="{67AB2A15-26B8-47FB-BEC6-EFDC03C3B3B6}" dt="2026-03-02T08:45:21.099" v="402" actId="207"/>
      <pc:docMkLst>
        <pc:docMk/>
      </pc:docMkLst>
      <pc:sldChg chg="addSp delSp modSp add del mod">
        <pc:chgData name="Vandan Jain" userId="4244b45b-25d1-413d-855b-6597e767c081" providerId="ADAL" clId="{67AB2A15-26B8-47FB-BEC6-EFDC03C3B3B6}" dt="2026-03-02T08:24:05.056" v="386" actId="47"/>
        <pc:sldMkLst>
          <pc:docMk/>
          <pc:sldMk cId="1792408348" sldId="2147470018"/>
        </pc:sldMkLst>
      </pc:sldChg>
      <pc:sldChg chg="del">
        <pc:chgData name="Vandan Jain" userId="4244b45b-25d1-413d-855b-6597e767c081" providerId="ADAL" clId="{67AB2A15-26B8-47FB-BEC6-EFDC03C3B3B6}" dt="2026-03-02T08:24:05.056" v="386" actId="47"/>
        <pc:sldMkLst>
          <pc:docMk/>
          <pc:sldMk cId="3374235036" sldId="2147470019"/>
        </pc:sldMkLst>
      </pc:sldChg>
      <pc:sldChg chg="delSp modSp mod">
        <pc:chgData name="Vandan Jain" userId="4244b45b-25d1-413d-855b-6597e767c081" providerId="ADAL" clId="{67AB2A15-26B8-47FB-BEC6-EFDC03C3B3B6}" dt="2026-03-02T08:45:21.099" v="402" actId="207"/>
        <pc:sldMkLst>
          <pc:docMk/>
          <pc:sldMk cId="250216974" sldId="2147470020"/>
        </pc:sldMkLst>
        <pc:spChg chg="del mod">
          <ac:chgData name="Vandan Jain" userId="4244b45b-25d1-413d-855b-6597e767c081" providerId="ADAL" clId="{67AB2A15-26B8-47FB-BEC6-EFDC03C3B3B6}" dt="2026-03-02T08:45:07.165" v="398" actId="478"/>
          <ac:spMkLst>
            <pc:docMk/>
            <pc:sldMk cId="250216974" sldId="2147470020"/>
            <ac:spMk id="9" creationId="{0BB6CEA0-6A70-CF5A-2099-FAF6928F0459}"/>
          </ac:spMkLst>
        </pc:spChg>
        <pc:spChg chg="del">
          <ac:chgData name="Vandan Jain" userId="4244b45b-25d1-413d-855b-6597e767c081" providerId="ADAL" clId="{67AB2A15-26B8-47FB-BEC6-EFDC03C3B3B6}" dt="2026-03-02T08:24:20.212" v="387" actId="478"/>
          <ac:spMkLst>
            <pc:docMk/>
            <pc:sldMk cId="250216974" sldId="2147470020"/>
            <ac:spMk id="10" creationId="{7796A7C4-5F0A-D377-5E46-0CCDF2353503}"/>
          </ac:spMkLst>
        </pc:spChg>
        <pc:spChg chg="del mod">
          <ac:chgData name="Vandan Jain" userId="4244b45b-25d1-413d-855b-6597e767c081" providerId="ADAL" clId="{67AB2A15-26B8-47FB-BEC6-EFDC03C3B3B6}" dt="2026-03-02T08:45:07.165" v="398" actId="478"/>
          <ac:spMkLst>
            <pc:docMk/>
            <pc:sldMk cId="250216974" sldId="2147470020"/>
            <ac:spMk id="11" creationId="{00639808-44DF-7F9C-A6C7-5ECBDC7D60EC}"/>
          </ac:spMkLst>
        </pc:spChg>
        <pc:grpChg chg="del mod">
          <ac:chgData name="Vandan Jain" userId="4244b45b-25d1-413d-855b-6597e767c081" providerId="ADAL" clId="{67AB2A15-26B8-47FB-BEC6-EFDC03C3B3B6}" dt="2026-03-02T08:24:46.284" v="390" actId="478"/>
          <ac:grpSpMkLst>
            <pc:docMk/>
            <pc:sldMk cId="250216974" sldId="2147470020"/>
            <ac:grpSpMk id="23" creationId="{C3D5A481-6218-4D8B-FEC0-42EE1B1813A3}"/>
          </ac:grpSpMkLst>
        </pc:grpChg>
        <pc:grpChg chg="del mod">
          <ac:chgData name="Vandan Jain" userId="4244b45b-25d1-413d-855b-6597e767c081" providerId="ADAL" clId="{67AB2A15-26B8-47FB-BEC6-EFDC03C3B3B6}" dt="2026-03-02T08:24:44.404" v="389" actId="478"/>
          <ac:grpSpMkLst>
            <pc:docMk/>
            <pc:sldMk cId="250216974" sldId="2147470020"/>
            <ac:grpSpMk id="26" creationId="{979A1EBC-EC0C-4321-B53F-7A99AD4CC958}"/>
          </ac:grpSpMkLst>
        </pc:grpChg>
        <pc:graphicFrameChg chg="mod modGraphic">
          <ac:chgData name="Vandan Jain" userId="4244b45b-25d1-413d-855b-6597e767c081" providerId="ADAL" clId="{67AB2A15-26B8-47FB-BEC6-EFDC03C3B3B6}" dt="2026-03-02T08:45:21.099" v="402" actId="207"/>
          <ac:graphicFrameMkLst>
            <pc:docMk/>
            <pc:sldMk cId="250216974" sldId="2147470020"/>
            <ac:graphicFrameMk id="3" creationId="{31A1B255-2514-AB7D-6ADF-32E001B7419A}"/>
          </ac:graphicFrameMkLst>
        </pc:graphicFrameChg>
      </pc:sldChg>
      <pc:sldMasterChg chg="delSldLayout">
        <pc:chgData name="Vandan Jain" userId="4244b45b-25d1-413d-855b-6597e767c081" providerId="ADAL" clId="{67AB2A15-26B8-47FB-BEC6-EFDC03C3B3B6}" dt="2026-02-22T19:21:53.710" v="384" actId="47"/>
        <pc:sldMasterMkLst>
          <pc:docMk/>
          <pc:sldMasterMk cId="2863918117" sldId="2147483744"/>
        </pc:sldMasterMkLst>
      </pc:sldMasterChg>
    </pc:docChg>
  </pc:docChgLst>
  <pc:docChgLst>
    <pc:chgData name="Shreya Singh" userId="b354311e-5542-4a3b-80c7-af4347e0a1ac" providerId="ADAL" clId="{24CE2105-6015-495D-A54D-6F3B21ACCFC8}"/>
    <pc:docChg chg="undo custSel addSld delSld modSld sldOrd">
      <pc:chgData name="Shreya Singh" userId="b354311e-5542-4a3b-80c7-af4347e0a1ac" providerId="ADAL" clId="{24CE2105-6015-495D-A54D-6F3B21ACCFC8}" dt="2026-03-02T08:16:09.503" v="582" actId="2890"/>
      <pc:docMkLst>
        <pc:docMk/>
      </pc:docMkLst>
      <pc:sldChg chg="addSp delSp modSp mod ord setBg">
        <pc:chgData name="Shreya Singh" userId="b354311e-5542-4a3b-80c7-af4347e0a1ac" providerId="ADAL" clId="{24CE2105-6015-495D-A54D-6F3B21ACCFC8}" dt="2026-03-02T08:10:07.834" v="493" actId="207"/>
        <pc:sldMkLst>
          <pc:docMk/>
          <pc:sldMk cId="1792408348" sldId="2147470018"/>
        </pc:sldMkLst>
        <pc:spChg chg="mod">
          <ac:chgData name="Shreya Singh" userId="b354311e-5542-4a3b-80c7-af4347e0a1ac" providerId="ADAL" clId="{24CE2105-6015-495D-A54D-6F3B21ACCFC8}" dt="2026-03-02T08:10:07.834" v="493" actId="207"/>
          <ac:spMkLst>
            <pc:docMk/>
            <pc:sldMk cId="1792408348" sldId="2147470018"/>
            <ac:spMk id="2" creationId="{CAC32995-1F1B-AC66-7F4C-88FE24B0F5A5}"/>
          </ac:spMkLst>
        </pc:spChg>
        <pc:spChg chg="add mod ord">
          <ac:chgData name="Shreya Singh" userId="b354311e-5542-4a3b-80c7-af4347e0a1ac" providerId="ADAL" clId="{24CE2105-6015-495D-A54D-6F3B21ACCFC8}" dt="2026-03-02T08:02:59.035" v="228" actId="1076"/>
          <ac:spMkLst>
            <pc:docMk/>
            <pc:sldMk cId="1792408348" sldId="2147470018"/>
            <ac:spMk id="9" creationId="{11B08FFE-4B4A-EB5A-4866-8C40B76594CC}"/>
          </ac:spMkLst>
        </pc:spChg>
        <pc:spChg chg="add mod ord">
          <ac:chgData name="Shreya Singh" userId="b354311e-5542-4a3b-80c7-af4347e0a1ac" providerId="ADAL" clId="{24CE2105-6015-495D-A54D-6F3B21ACCFC8}" dt="2026-03-02T08:02:59.035" v="228" actId="1076"/>
          <ac:spMkLst>
            <pc:docMk/>
            <pc:sldMk cId="1792408348" sldId="2147470018"/>
            <ac:spMk id="10" creationId="{FBEF722E-A5E8-1C4C-882C-2D4C7A1E4839}"/>
          </ac:spMkLst>
        </pc:spChg>
        <pc:spChg chg="add mod">
          <ac:chgData name="Shreya Singh" userId="b354311e-5542-4a3b-80c7-af4347e0a1ac" providerId="ADAL" clId="{24CE2105-6015-495D-A54D-6F3B21ACCFC8}" dt="2026-03-02T08:02:59.035" v="228" actId="1076"/>
          <ac:spMkLst>
            <pc:docMk/>
            <pc:sldMk cId="1792408348" sldId="2147470018"/>
            <ac:spMk id="11" creationId="{5EBA84FC-877C-13F8-3F3E-BBC67472DFF0}"/>
          </ac:spMkLst>
        </pc:spChg>
        <pc:grpChg chg="add del mod">
          <ac:chgData name="Shreya Singh" userId="b354311e-5542-4a3b-80c7-af4347e0a1ac" providerId="ADAL" clId="{24CE2105-6015-495D-A54D-6F3B21ACCFC8}" dt="2026-03-02T07:59:45.163" v="200" actId="165"/>
          <ac:grpSpMkLst>
            <pc:docMk/>
            <pc:sldMk cId="1792408348" sldId="2147470018"/>
            <ac:grpSpMk id="13" creationId="{0532E52F-2120-1A9F-55D5-42B6C519636A}"/>
          </ac:grpSpMkLst>
        </pc:grpChg>
        <pc:grpChg chg="add mod">
          <ac:chgData name="Shreya Singh" userId="b354311e-5542-4a3b-80c7-af4347e0a1ac" providerId="ADAL" clId="{24CE2105-6015-495D-A54D-6F3B21ACCFC8}" dt="2026-03-02T08:02:59.035" v="228" actId="1076"/>
          <ac:grpSpMkLst>
            <pc:docMk/>
            <pc:sldMk cId="1792408348" sldId="2147470018"/>
            <ac:grpSpMk id="23" creationId="{660E25F1-CD45-9DAA-EE36-96F8821E79B2}"/>
          </ac:grpSpMkLst>
        </pc:grpChg>
        <pc:grpChg chg="add mod">
          <ac:chgData name="Shreya Singh" userId="b354311e-5542-4a3b-80c7-af4347e0a1ac" providerId="ADAL" clId="{24CE2105-6015-495D-A54D-6F3B21ACCFC8}" dt="2026-03-02T08:02:59.035" v="228" actId="1076"/>
          <ac:grpSpMkLst>
            <pc:docMk/>
            <pc:sldMk cId="1792408348" sldId="2147470018"/>
            <ac:grpSpMk id="26" creationId="{06ED13EB-18DA-5C41-3F01-A0CEB0A8348E}"/>
          </ac:grpSpMkLst>
        </pc:grpChg>
        <pc:graphicFrameChg chg="mod ord modGraphic">
          <ac:chgData name="Shreya Singh" userId="b354311e-5542-4a3b-80c7-af4347e0a1ac" providerId="ADAL" clId="{24CE2105-6015-495D-A54D-6F3B21ACCFC8}" dt="2026-03-02T08:02:59.035" v="228" actId="1076"/>
          <ac:graphicFrameMkLst>
            <pc:docMk/>
            <pc:sldMk cId="1792408348" sldId="2147470018"/>
            <ac:graphicFrameMk id="3" creationId="{165C5923-588E-25C4-1181-5CF3C7931B6C}"/>
          </ac:graphicFrameMkLst>
        </pc:graphicFrameChg>
        <pc:picChg chg="add del mod modCrop">
          <ac:chgData name="Shreya Singh" userId="b354311e-5542-4a3b-80c7-af4347e0a1ac" providerId="ADAL" clId="{24CE2105-6015-495D-A54D-6F3B21ACCFC8}" dt="2026-03-02T08:08:26.642" v="458" actId="478"/>
          <ac:picMkLst>
            <pc:docMk/>
            <pc:sldMk cId="1792408348" sldId="2147470018"/>
            <ac:picMk id="4" creationId="{6CC3B2B0-C482-3E6C-F3B8-E971DB47BA96}"/>
          </ac:picMkLst>
        </pc:picChg>
        <pc:picChg chg="del mod">
          <ac:chgData name="Shreya Singh" userId="b354311e-5542-4a3b-80c7-af4347e0a1ac" providerId="ADAL" clId="{24CE2105-6015-495D-A54D-6F3B21ACCFC8}" dt="2026-03-02T07:45:29.536" v="1" actId="478"/>
          <ac:picMkLst>
            <pc:docMk/>
            <pc:sldMk cId="1792408348" sldId="2147470018"/>
            <ac:picMk id="5" creationId="{09750304-C7FC-35F6-897A-903D5B33D764}"/>
          </ac:picMkLst>
        </pc:picChg>
        <pc:picChg chg="add del mod ord modCrop">
          <ac:chgData name="Shreya Singh" userId="b354311e-5542-4a3b-80c7-af4347e0a1ac" providerId="ADAL" clId="{24CE2105-6015-495D-A54D-6F3B21ACCFC8}" dt="2026-03-02T08:08:33.786" v="460" actId="478"/>
          <ac:picMkLst>
            <pc:docMk/>
            <pc:sldMk cId="1792408348" sldId="2147470018"/>
            <ac:picMk id="7" creationId="{6FD1542B-6893-AC85-5D0A-297B9F60BE69}"/>
          </ac:picMkLst>
        </pc:picChg>
        <pc:picChg chg="mod">
          <ac:chgData name="Shreya Singh" userId="b354311e-5542-4a3b-80c7-af4347e0a1ac" providerId="ADAL" clId="{24CE2105-6015-495D-A54D-6F3B21ACCFC8}" dt="2026-03-02T08:09:58.563" v="491" actId="1037"/>
          <ac:picMkLst>
            <pc:docMk/>
            <pc:sldMk cId="1792408348" sldId="2147470018"/>
            <ac:picMk id="8" creationId="{9C203285-AA40-3EC8-1050-28BACA79D4CC}"/>
          </ac:picMkLst>
        </pc:picChg>
        <pc:picChg chg="add mod">
          <ac:chgData name="Shreya Singh" userId="b354311e-5542-4a3b-80c7-af4347e0a1ac" providerId="ADAL" clId="{24CE2105-6015-495D-A54D-6F3B21ACCFC8}" dt="2026-03-02T08:08:27.057" v="459"/>
          <ac:picMkLst>
            <pc:docMk/>
            <pc:sldMk cId="1792408348" sldId="2147470018"/>
            <ac:picMk id="27" creationId="{71C9BDE5-C3FB-8152-9377-6A9A7233FBAD}"/>
          </ac:picMkLst>
        </pc:picChg>
        <pc:picChg chg="add mod ord">
          <ac:chgData name="Shreya Singh" userId="b354311e-5542-4a3b-80c7-af4347e0a1ac" providerId="ADAL" clId="{24CE2105-6015-495D-A54D-6F3B21ACCFC8}" dt="2026-03-02T08:08:36.563" v="462" actId="167"/>
          <ac:picMkLst>
            <pc:docMk/>
            <pc:sldMk cId="1792408348" sldId="2147470018"/>
            <ac:picMk id="28" creationId="{B84B8206-9C57-FBE2-A279-3372E8D08129}"/>
          </ac:picMkLst>
        </pc:picChg>
        <pc:picChg chg="add del mod">
          <ac:chgData name="Shreya Singh" userId="b354311e-5542-4a3b-80c7-af4347e0a1ac" providerId="ADAL" clId="{24CE2105-6015-495D-A54D-6F3B21ACCFC8}" dt="2026-03-02T07:52:49.075" v="120" actId="478"/>
          <ac:picMkLst>
            <pc:docMk/>
            <pc:sldMk cId="1792408348" sldId="2147470018"/>
            <ac:picMk id="1026" creationId="{DFDB1E1F-09DD-2B54-1484-C159BCFDAA07}"/>
          </ac:picMkLst>
        </pc:picChg>
        <pc:picChg chg="add del mod">
          <ac:chgData name="Shreya Singh" userId="b354311e-5542-4a3b-80c7-af4347e0a1ac" providerId="ADAL" clId="{24CE2105-6015-495D-A54D-6F3B21ACCFC8}" dt="2026-03-02T07:51:48.018" v="47" actId="478"/>
          <ac:picMkLst>
            <pc:docMk/>
            <pc:sldMk cId="1792408348" sldId="2147470018"/>
            <ac:picMk id="1028" creationId="{3E87A64C-473F-724F-404F-86FC427A7547}"/>
          </ac:picMkLst>
        </pc:picChg>
        <pc:cxnChg chg="add mod">
          <ac:chgData name="Shreya Singh" userId="b354311e-5542-4a3b-80c7-af4347e0a1ac" providerId="ADAL" clId="{24CE2105-6015-495D-A54D-6F3B21ACCFC8}" dt="2026-03-02T08:01:28.152" v="214" actId="164"/>
          <ac:cxnSpMkLst>
            <pc:docMk/>
            <pc:sldMk cId="1792408348" sldId="2147470018"/>
            <ac:cxnSpMk id="12" creationId="{CB4A4CC7-1BF8-8EB6-BE37-56C8C37F23EB}"/>
          </ac:cxnSpMkLst>
        </pc:cxnChg>
        <pc:cxnChg chg="add mod topLvl">
          <ac:chgData name="Shreya Singh" userId="b354311e-5542-4a3b-80c7-af4347e0a1ac" providerId="ADAL" clId="{24CE2105-6015-495D-A54D-6F3B21ACCFC8}" dt="2026-03-02T08:01:54.082" v="217" actId="1076"/>
          <ac:cxnSpMkLst>
            <pc:docMk/>
            <pc:sldMk cId="1792408348" sldId="2147470018"/>
            <ac:cxnSpMk id="14" creationId="{F7DEC3EF-4F58-6C4A-6003-C653D43A657F}"/>
          </ac:cxnSpMkLst>
        </pc:cxnChg>
        <pc:cxnChg chg="add del mod topLvl">
          <ac:chgData name="Shreya Singh" userId="b354311e-5542-4a3b-80c7-af4347e0a1ac" providerId="ADAL" clId="{24CE2105-6015-495D-A54D-6F3B21ACCFC8}" dt="2026-03-02T07:59:52.569" v="201" actId="478"/>
          <ac:cxnSpMkLst>
            <pc:docMk/>
            <pc:sldMk cId="1792408348" sldId="2147470018"/>
            <ac:cxnSpMk id="15" creationId="{4FE8A8B7-B1C7-388B-2224-F7272B5F3979}"/>
          </ac:cxnSpMkLst>
        </pc:cxnChg>
        <pc:cxnChg chg="add del mod topLvl">
          <ac:chgData name="Shreya Singh" userId="b354311e-5542-4a3b-80c7-af4347e0a1ac" providerId="ADAL" clId="{24CE2105-6015-495D-A54D-6F3B21ACCFC8}" dt="2026-03-02T07:59:52.569" v="201" actId="478"/>
          <ac:cxnSpMkLst>
            <pc:docMk/>
            <pc:sldMk cId="1792408348" sldId="2147470018"/>
            <ac:cxnSpMk id="16" creationId="{E75709A2-CB82-9CE6-8820-C613FA844A97}"/>
          </ac:cxnSpMkLst>
        </pc:cxnChg>
        <pc:cxnChg chg="add del mod topLvl">
          <ac:chgData name="Shreya Singh" userId="b354311e-5542-4a3b-80c7-af4347e0a1ac" providerId="ADAL" clId="{24CE2105-6015-495D-A54D-6F3B21ACCFC8}" dt="2026-03-02T07:59:52.569" v="201" actId="478"/>
          <ac:cxnSpMkLst>
            <pc:docMk/>
            <pc:sldMk cId="1792408348" sldId="2147470018"/>
            <ac:cxnSpMk id="17" creationId="{186A2F42-4516-71B2-0981-A0D3083991C8}"/>
          </ac:cxnSpMkLst>
        </pc:cxnChg>
        <pc:cxnChg chg="add del mod topLvl">
          <ac:chgData name="Shreya Singh" userId="b354311e-5542-4a3b-80c7-af4347e0a1ac" providerId="ADAL" clId="{24CE2105-6015-495D-A54D-6F3B21ACCFC8}" dt="2026-03-02T07:59:52.569" v="201" actId="478"/>
          <ac:cxnSpMkLst>
            <pc:docMk/>
            <pc:sldMk cId="1792408348" sldId="2147470018"/>
            <ac:cxnSpMk id="18" creationId="{5D0ABD50-0663-D5B6-17A1-7728958B21BD}"/>
          </ac:cxnSpMkLst>
        </pc:cxnChg>
        <pc:cxnChg chg="add mod topLvl">
          <ac:chgData name="Shreya Singh" userId="b354311e-5542-4a3b-80c7-af4347e0a1ac" providerId="ADAL" clId="{24CE2105-6015-495D-A54D-6F3B21ACCFC8}" dt="2026-03-02T08:01:57.497" v="218" actId="1036"/>
          <ac:cxnSpMkLst>
            <pc:docMk/>
            <pc:sldMk cId="1792408348" sldId="2147470018"/>
            <ac:cxnSpMk id="19" creationId="{1952BBF0-F332-6F68-FCA0-2C1BC213E0F2}"/>
          </ac:cxnSpMkLst>
        </pc:cxnChg>
        <pc:cxnChg chg="add del mod topLvl">
          <ac:chgData name="Shreya Singh" userId="b354311e-5542-4a3b-80c7-af4347e0a1ac" providerId="ADAL" clId="{24CE2105-6015-495D-A54D-6F3B21ACCFC8}" dt="2026-03-02T07:59:52.569" v="201" actId="478"/>
          <ac:cxnSpMkLst>
            <pc:docMk/>
            <pc:sldMk cId="1792408348" sldId="2147470018"/>
            <ac:cxnSpMk id="20" creationId="{41DF009A-BB9C-13A8-025F-0FE45437F522}"/>
          </ac:cxnSpMkLst>
        </pc:cxnChg>
        <pc:cxnChg chg="del mod topLvl">
          <ac:chgData name="Shreya Singh" userId="b354311e-5542-4a3b-80c7-af4347e0a1ac" providerId="ADAL" clId="{24CE2105-6015-495D-A54D-6F3B21ACCFC8}" dt="2026-03-02T07:59:52.569" v="201" actId="478"/>
          <ac:cxnSpMkLst>
            <pc:docMk/>
            <pc:sldMk cId="1792408348" sldId="2147470018"/>
            <ac:cxnSpMk id="21" creationId="{F91A71AE-F1CD-FF27-5062-585D58B909FD}"/>
          </ac:cxnSpMkLst>
        </pc:cxnChg>
        <pc:cxnChg chg="add del mod topLvl">
          <ac:chgData name="Shreya Singh" userId="b354311e-5542-4a3b-80c7-af4347e0a1ac" providerId="ADAL" clId="{24CE2105-6015-495D-A54D-6F3B21ACCFC8}" dt="2026-03-02T07:59:52.569" v="201" actId="478"/>
          <ac:cxnSpMkLst>
            <pc:docMk/>
            <pc:sldMk cId="1792408348" sldId="2147470018"/>
            <ac:cxnSpMk id="22" creationId="{58E538D9-3CD1-2EB5-29C6-747C899DDB5D}"/>
          </ac:cxnSpMkLst>
        </pc:cxnChg>
        <pc:cxnChg chg="add mod">
          <ac:chgData name="Shreya Singh" userId="b354311e-5542-4a3b-80c7-af4347e0a1ac" providerId="ADAL" clId="{24CE2105-6015-495D-A54D-6F3B21ACCFC8}" dt="2026-03-02T08:01:28.152" v="214" actId="164"/>
          <ac:cxnSpMkLst>
            <pc:docMk/>
            <pc:sldMk cId="1792408348" sldId="2147470018"/>
            <ac:cxnSpMk id="25" creationId="{2287D1A7-30B9-ACC7-A3D4-2E3B5646ACB8}"/>
          </ac:cxnSpMkLst>
        </pc:cxnChg>
      </pc:sldChg>
      <pc:sldChg chg="addSp delSp modSp add mod ord setBg">
        <pc:chgData name="Shreya Singh" userId="b354311e-5542-4a3b-80c7-af4347e0a1ac" providerId="ADAL" clId="{24CE2105-6015-495D-A54D-6F3B21ACCFC8}" dt="2026-03-02T08:10:26.963" v="566" actId="29295"/>
        <pc:sldMkLst>
          <pc:docMk/>
          <pc:sldMk cId="250216974" sldId="2147470020"/>
        </pc:sldMkLst>
        <pc:spChg chg="mod">
          <ac:chgData name="Shreya Singh" userId="b354311e-5542-4a3b-80c7-af4347e0a1ac" providerId="ADAL" clId="{24CE2105-6015-495D-A54D-6F3B21ACCFC8}" dt="2026-03-02T08:09:44.932" v="484" actId="1076"/>
          <ac:spMkLst>
            <pc:docMk/>
            <pc:sldMk cId="250216974" sldId="2147470020"/>
            <ac:spMk id="2" creationId="{2B75B86C-579F-EF1C-31CA-59164AA2A4C2}"/>
          </ac:spMkLst>
        </pc:spChg>
        <pc:spChg chg="mod">
          <ac:chgData name="Shreya Singh" userId="b354311e-5542-4a3b-80c7-af4347e0a1ac" providerId="ADAL" clId="{24CE2105-6015-495D-A54D-6F3B21ACCFC8}" dt="2026-03-02T08:08:04.822" v="453" actId="14100"/>
          <ac:spMkLst>
            <pc:docMk/>
            <pc:sldMk cId="250216974" sldId="2147470020"/>
            <ac:spMk id="10" creationId="{7796A7C4-5F0A-D377-5E46-0CCDF2353503}"/>
          </ac:spMkLst>
        </pc:spChg>
        <pc:picChg chg="del mod">
          <ac:chgData name="Shreya Singh" userId="b354311e-5542-4a3b-80c7-af4347e0a1ac" providerId="ADAL" clId="{24CE2105-6015-495D-A54D-6F3B21ACCFC8}" dt="2026-03-02T08:03:50.424" v="237" actId="478"/>
          <ac:picMkLst>
            <pc:docMk/>
            <pc:sldMk cId="250216974" sldId="2147470020"/>
            <ac:picMk id="4" creationId="{6FBB657A-413B-98E3-71D7-4A15BDF7219F}"/>
          </ac:picMkLst>
        </pc:picChg>
        <pc:picChg chg="add mod ord modCrop">
          <ac:chgData name="Shreya Singh" userId="b354311e-5542-4a3b-80c7-af4347e0a1ac" providerId="ADAL" clId="{24CE2105-6015-495D-A54D-6F3B21ACCFC8}" dt="2026-03-02T08:10:18.499" v="495" actId="14100"/>
          <ac:picMkLst>
            <pc:docMk/>
            <pc:sldMk cId="250216974" sldId="2147470020"/>
            <ac:picMk id="5" creationId="{B8BC4FF2-22EA-9E04-8C3C-DE48ABE9C03E}"/>
          </ac:picMkLst>
        </pc:picChg>
        <pc:picChg chg="add del mod ord modCrop">
          <ac:chgData name="Shreya Singh" userId="b354311e-5542-4a3b-80c7-af4347e0a1ac" providerId="ADAL" clId="{24CE2105-6015-495D-A54D-6F3B21ACCFC8}" dt="2026-03-02T08:07:10.133" v="344" actId="478"/>
          <ac:picMkLst>
            <pc:docMk/>
            <pc:sldMk cId="250216974" sldId="2147470020"/>
            <ac:picMk id="6" creationId="{7CB5C03C-F22C-5EDC-B289-C15AB80873B8}"/>
          </ac:picMkLst>
        </pc:picChg>
        <pc:picChg chg="mod modCrop">
          <ac:chgData name="Shreya Singh" userId="b354311e-5542-4a3b-80c7-af4347e0a1ac" providerId="ADAL" clId="{24CE2105-6015-495D-A54D-6F3B21ACCFC8}" dt="2026-03-02T08:10:26.963" v="566" actId="29295"/>
          <ac:picMkLst>
            <pc:docMk/>
            <pc:sldMk cId="250216974" sldId="2147470020"/>
            <ac:picMk id="7" creationId="{85120218-9938-33E1-CEC2-F30F2FFDD416}"/>
          </ac:picMkLst>
        </pc:picChg>
        <pc:picChg chg="del mod">
          <ac:chgData name="Shreya Singh" userId="b354311e-5542-4a3b-80c7-af4347e0a1ac" providerId="ADAL" clId="{24CE2105-6015-495D-A54D-6F3B21ACCFC8}" dt="2026-03-02T08:09:35.633" v="482" actId="478"/>
          <ac:picMkLst>
            <pc:docMk/>
            <pc:sldMk cId="250216974" sldId="2147470020"/>
            <ac:picMk id="8" creationId="{A49FE43E-126B-193C-164E-A115E5E47C43}"/>
          </ac:picMkLst>
        </pc:picChg>
        <pc:picChg chg="add mod">
          <ac:chgData name="Shreya Singh" userId="b354311e-5542-4a3b-80c7-af4347e0a1ac" providerId="ADAL" clId="{24CE2105-6015-495D-A54D-6F3B21ACCFC8}" dt="2026-03-02T08:06:28.345" v="337" actId="571"/>
          <ac:picMkLst>
            <pc:docMk/>
            <pc:sldMk cId="250216974" sldId="2147470020"/>
            <ac:picMk id="13" creationId="{8E451D3F-D54A-146B-F6EB-330D1BD07361}"/>
          </ac:picMkLst>
        </pc:picChg>
        <pc:picChg chg="add del mod">
          <ac:chgData name="Shreya Singh" userId="b354311e-5542-4a3b-80c7-af4347e0a1ac" providerId="ADAL" clId="{24CE2105-6015-495D-A54D-6F3B21ACCFC8}" dt="2026-03-02T08:09:33.236" v="481" actId="21"/>
          <ac:picMkLst>
            <pc:docMk/>
            <pc:sldMk cId="250216974" sldId="2147470020"/>
            <ac:picMk id="16" creationId="{D4295BAD-E0FE-3B68-7321-ED1D46D690A0}"/>
          </ac:picMkLst>
        </pc:picChg>
        <pc:picChg chg="add mod">
          <ac:chgData name="Shreya Singh" userId="b354311e-5542-4a3b-80c7-af4347e0a1ac" providerId="ADAL" clId="{24CE2105-6015-495D-A54D-6F3B21ACCFC8}" dt="2026-03-02T08:09:44.932" v="484" actId="1076"/>
          <ac:picMkLst>
            <pc:docMk/>
            <pc:sldMk cId="250216974" sldId="2147470020"/>
            <ac:picMk id="17" creationId="{D4295BAD-E0FE-3B68-7321-ED1D46D690A0}"/>
          </ac:picMkLst>
        </pc:picChg>
      </pc:sldChg>
      <pc:sldChg chg="modSp add del mod setBg">
        <pc:chgData name="Shreya Singh" userId="b354311e-5542-4a3b-80c7-af4347e0a1ac" providerId="ADAL" clId="{24CE2105-6015-495D-A54D-6F3B21ACCFC8}" dt="2026-03-02T08:16:09.503" v="582" actId="2890"/>
        <pc:sldMkLst>
          <pc:docMk/>
          <pc:sldMk cId="1400680320" sldId="2147470021"/>
        </pc:sldMkLst>
        <pc:picChg chg="mod">
          <ac:chgData name="Shreya Singh" userId="b354311e-5542-4a3b-80c7-af4347e0a1ac" providerId="ADAL" clId="{24CE2105-6015-495D-A54D-6F3B21ACCFC8}" dt="2026-03-02T08:15:35.194" v="577" actId="29295"/>
          <ac:picMkLst>
            <pc:docMk/>
            <pc:sldMk cId="1400680320" sldId="2147470021"/>
            <ac:picMk id="7" creationId="{504E46BB-8846-3998-028E-8BCA1330243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906FF-988B-468D-BED5-ECE17E3ED50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717BF-D6A1-41FB-AA9B-31E83E01F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3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7C806-E1D9-E4F7-E702-3D3691AA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307777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7166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6">
          <p15:clr>
            <a:srgbClr val="5ACBF0"/>
          </p15:clr>
        </p15:guide>
        <p15:guide id="2" orient="horz" pos="1866">
          <p15:clr>
            <a:srgbClr val="5ACBF0"/>
          </p15:clr>
        </p15:guide>
        <p15:guide id="3" orient="horz" pos="422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591E1-4EB9-E908-8711-94622DA7A7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550" y="1646238"/>
            <a:ext cx="5829300" cy="35020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643A97-DB8D-69F8-CF1C-299FE245B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550" y="5283200"/>
            <a:ext cx="5829300" cy="242887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5573227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66445" y="749450"/>
            <a:ext cx="7024307" cy="27469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372427" y="2105404"/>
            <a:ext cx="7024307" cy="954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9E1F792-E3E4-D320-7BA5-A7D4D41040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5400000">
            <a:off x="6140156" y="1810207"/>
            <a:ext cx="4525518" cy="90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965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</p:sldLayoutIdLst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1785" b="0" kern="1200" cap="none" spc="-32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594623" rtl="0" eaLnBrk="1" fontAlgn="auto" latinLnBrk="0" hangingPunct="1">
        <a:lnSpc>
          <a:spcPct val="100000"/>
        </a:lnSpc>
        <a:spcBef>
          <a:spcPts val="114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148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594623" rtl="0" eaLnBrk="1" fontAlgn="auto" latinLnBrk="0" hangingPunct="1">
        <a:lnSpc>
          <a:spcPct val="100000"/>
        </a:lnSpc>
        <a:spcBef>
          <a:spcPts val="765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20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127516" marR="0" indent="-127516" algn="l" defTabSz="594623" rtl="0" eaLnBrk="1" fontAlgn="auto" latinLnBrk="0" hangingPunct="1">
        <a:lnSpc>
          <a:spcPct val="100000"/>
        </a:lnSpc>
        <a:spcBef>
          <a:spcPts val="383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2564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384734" marR="0" indent="-12824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66445" y="749450"/>
            <a:ext cx="7024307" cy="27469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372427" y="2105404"/>
            <a:ext cx="7024307" cy="954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7DE8FB-8705-13E5-38E7-D0D35B44AD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5400000">
            <a:off x="6140156" y="1810207"/>
            <a:ext cx="4525518" cy="90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18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</p:sldLayoutIdLst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1785" b="0" kern="1200" cap="none" spc="-32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594623" rtl="0" eaLnBrk="1" fontAlgn="auto" latinLnBrk="0" hangingPunct="1">
        <a:lnSpc>
          <a:spcPct val="100000"/>
        </a:lnSpc>
        <a:spcBef>
          <a:spcPts val="114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148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594623" rtl="0" eaLnBrk="1" fontAlgn="auto" latinLnBrk="0" hangingPunct="1">
        <a:lnSpc>
          <a:spcPct val="100000"/>
        </a:lnSpc>
        <a:spcBef>
          <a:spcPts val="765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20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127516" marR="0" indent="-127516" algn="l" defTabSz="594623" rtl="0" eaLnBrk="1" fontAlgn="auto" latinLnBrk="0" hangingPunct="1">
        <a:lnSpc>
          <a:spcPct val="100000"/>
        </a:lnSpc>
        <a:spcBef>
          <a:spcPts val="383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2564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384734" marR="0" indent="-12824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3BC4"/>
            </a:gs>
            <a:gs pos="100000">
              <a:srgbClr val="0F6CBD"/>
            </a:gs>
          </a:gsLst>
          <a:lin ang="15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C0658-C4C5-CE8A-8801-A23CA96C4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features a dynamic, swirling, iridescent curved design with shades of pink, purple, and white.&#10;&#10;AI-generated content may be incorrect.">
            <a:extLst>
              <a:ext uri="{FF2B5EF4-FFF2-40B4-BE49-F238E27FC236}">
                <a16:creationId xmlns:a16="http://schemas.microsoft.com/office/drawing/2014/main" id="{B8BC4FF2-22EA-9E04-8C3C-DE48ABE9C03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14575" t="34109" r="-6907" b="-21334"/>
          <a:stretch>
            <a:fillRect/>
          </a:stretch>
        </p:blipFill>
        <p:spPr>
          <a:xfrm rot="10800000" flipV="1">
            <a:off x="-22458" y="-1"/>
            <a:ext cx="7794858" cy="2957861"/>
          </a:xfrm>
          <a:prstGeom prst="rect">
            <a:avLst/>
          </a:prstGeom>
        </p:spPr>
      </p:pic>
      <p:pic>
        <p:nvPicPr>
          <p:cNvPr id="7" name="Picture 6" descr="The image features a dynamic, swirling, iridescent curved design with shades of pink, purple, and white.&#10;&#10;AI-generated content may be incorrect.">
            <a:extLst>
              <a:ext uri="{FF2B5EF4-FFF2-40B4-BE49-F238E27FC236}">
                <a16:creationId xmlns:a16="http://schemas.microsoft.com/office/drawing/2014/main" id="{85120218-9938-33E1-CEC2-F30F2FFDD41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1000"/>
          </a:blip>
          <a:srcRect l="115" t="30964" r="37710" b="-21692"/>
          <a:stretch>
            <a:fillRect/>
          </a:stretch>
        </p:blipFill>
        <p:spPr>
          <a:xfrm rot="10800000">
            <a:off x="-22458" y="5497940"/>
            <a:ext cx="7780498" cy="45604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75B86C-579F-EF1C-31CA-59164AA2A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747" y="2532098"/>
            <a:ext cx="6332538" cy="1354217"/>
          </a:xfrm>
        </p:spPr>
        <p:txBody>
          <a:bodyPr/>
          <a:lstStyle/>
          <a:p>
            <a:r>
              <a:rPr lang="en-IN" sz="4400"/>
              <a:t>Proposal to unlock secure, AI transformation</a:t>
            </a:r>
            <a:endParaRPr lang="en-US" sz="44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A1B255-2514-AB7D-6ADF-32E001B74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235569"/>
              </p:ext>
            </p:extLst>
          </p:nvPr>
        </p:nvGraphicFramePr>
        <p:xfrm>
          <a:off x="503746" y="4235947"/>
          <a:ext cx="6700617" cy="2508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4399">
                  <a:extLst>
                    <a:ext uri="{9D8B030D-6E8A-4147-A177-3AD203B41FA5}">
                      <a16:colId xmlns:a16="http://schemas.microsoft.com/office/drawing/2014/main" val="405133606"/>
                    </a:ext>
                  </a:extLst>
                </a:gridCol>
                <a:gridCol w="2516324">
                  <a:extLst>
                    <a:ext uri="{9D8B030D-6E8A-4147-A177-3AD203B41FA5}">
                      <a16:colId xmlns:a16="http://schemas.microsoft.com/office/drawing/2014/main" val="4286156688"/>
                    </a:ext>
                  </a:extLst>
                </a:gridCol>
                <a:gridCol w="1839894">
                  <a:extLst>
                    <a:ext uri="{9D8B030D-6E8A-4147-A177-3AD203B41FA5}">
                      <a16:colId xmlns:a16="http://schemas.microsoft.com/office/drawing/2014/main" val="1295300013"/>
                    </a:ext>
                  </a:extLst>
                </a:gridCol>
              </a:tblGrid>
              <a:tr h="627007">
                <a:tc>
                  <a:txBody>
                    <a:bodyPr/>
                    <a:lstStyle/>
                    <a:p>
                      <a:r>
                        <a:rPr lang="en-IN" sz="2000"/>
                        <a:t>From</a:t>
                      </a:r>
                      <a:endParaRPr 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To</a:t>
                      </a:r>
                      <a:endParaRPr lang="en-US" sz="20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# Seats</a:t>
                      </a:r>
                      <a:endParaRPr lang="en-US" sz="20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492329"/>
                  </a:ext>
                </a:extLst>
              </a:tr>
              <a:tr h="627007">
                <a:tc>
                  <a:txBody>
                    <a:bodyPr/>
                    <a:lstStyle/>
                    <a:p>
                      <a:r>
                        <a:rPr lang="en-IN" sz="1800"/>
                        <a:t>{</a:t>
                      </a:r>
                      <a:r>
                        <a:rPr lang="en-IN" sz="1800" err="1"/>
                        <a:t>start_sku</a:t>
                      </a:r>
                      <a:r>
                        <a:rPr lang="en-IN" sz="1800"/>
                        <a:t>}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{</a:t>
                      </a:r>
                      <a:r>
                        <a:rPr lang="en-IN" sz="1800" err="1"/>
                        <a:t>target_sku</a:t>
                      </a:r>
                      <a:r>
                        <a:rPr lang="en-IN" sz="1800"/>
                        <a:t>}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{seats}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468374"/>
                  </a:ext>
                </a:extLst>
              </a:tr>
              <a:tr h="627007">
                <a:tc>
                  <a:txBody>
                    <a:bodyPr/>
                    <a:lstStyle/>
                    <a:p>
                      <a:r>
                        <a:rPr lang="en-IN" sz="1800"/>
                        <a:t>{start_sku}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{</a:t>
                      </a:r>
                      <a:r>
                        <a:rPr lang="en-IN" sz="1800" err="1"/>
                        <a:t>target_sku</a:t>
                      </a:r>
                      <a:r>
                        <a:rPr lang="en-IN" sz="1800"/>
                        <a:t>}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{seats}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20991"/>
                  </a:ext>
                </a:extLst>
              </a:tr>
              <a:tr h="627007">
                <a:tc>
                  <a:txBody>
                    <a:bodyPr/>
                    <a:lstStyle/>
                    <a:p>
                      <a:r>
                        <a:rPr lang="en-IN" sz="1800"/>
                        <a:t>{start_sku}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{</a:t>
                      </a:r>
                      <a:r>
                        <a:rPr lang="en-IN" sz="1800" err="1"/>
                        <a:t>target_sku</a:t>
                      </a:r>
                      <a:r>
                        <a:rPr lang="en-IN" sz="1800"/>
                        <a:t>}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{seats}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807370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D4295BAD-E0FE-3B68-7321-ED1D46D69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47" y="1873693"/>
            <a:ext cx="1382016" cy="29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1697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SP Template Diamond 06/23">
  <a:themeElements>
    <a:clrScheme name="CSP Colors 06/23">
      <a:dk1>
        <a:srgbClr val="1A1A1A"/>
      </a:dk1>
      <a:lt1>
        <a:srgbClr val="FFFFFF"/>
      </a:lt1>
      <a:dk2>
        <a:srgbClr val="0D0D0D"/>
      </a:dk2>
      <a:lt2>
        <a:srgbClr val="E6E6E6"/>
      </a:lt2>
      <a:accent1>
        <a:srgbClr val="0078D4"/>
      </a:accent1>
      <a:accent2>
        <a:srgbClr val="243A5E"/>
      </a:accent2>
      <a:accent3>
        <a:srgbClr val="50E6FF"/>
      </a:accent3>
      <a:accent4>
        <a:srgbClr val="5D5BD4"/>
      </a:accent4>
      <a:accent5>
        <a:srgbClr val="737373"/>
      </a:accent5>
      <a:accent6>
        <a:srgbClr val="D2D2D2"/>
      </a:accent6>
      <a:hlink>
        <a:srgbClr val="0076D3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2.xml><?xml version="1.0" encoding="utf-8"?>
<a:theme xmlns:a="http://schemas.openxmlformats.org/drawingml/2006/main" name="1_CSP Template Diamond 06/23">
  <a:themeElements>
    <a:clrScheme name="SCI new branding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FFB900"/>
      </a:accent2>
      <a:accent3>
        <a:srgbClr val="07641D"/>
      </a:accent3>
      <a:accent4>
        <a:srgbClr val="454142"/>
      </a:accent4>
      <a:accent5>
        <a:srgbClr val="8DE971"/>
      </a:accent5>
      <a:accent6>
        <a:srgbClr val="8DC8E8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671BC8BD2EE04888B74DECA3082CFA" ma:contentTypeVersion="21" ma:contentTypeDescription="Create a new document." ma:contentTypeScope="" ma:versionID="9cc1df61b3026c54177684bb56f32108">
  <xsd:schema xmlns:xsd="http://www.w3.org/2001/XMLSchema" xmlns:xs="http://www.w3.org/2001/XMLSchema" xmlns:p="http://schemas.microsoft.com/office/2006/metadata/properties" xmlns:ns2="81d62c47-1ee8-4b15-a2ba-e551e210471e" xmlns:ns3="1b7c06a1-1aa9-4ffb-acc3-69175dc60550" targetNamespace="http://schemas.microsoft.com/office/2006/metadata/properties" ma:root="true" ma:fieldsID="729a61ac2665cd4365bde4269ea1574e" ns2:_="" ns3:_="">
    <xsd:import namespace="81d62c47-1ee8-4b15-a2ba-e551e210471e"/>
    <xsd:import namespace="1b7c06a1-1aa9-4ffb-acc3-69175dc605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anguag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ssetDescrip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62c47-1ee8-4b15-a2ba-e551e21047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anguage" ma:index="21" nillable="true" ma:displayName="Language" ma:format="Dropdown" ma:internalName="Language">
      <xsd:simpleType>
        <xsd:restriction base="dms:Text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b075134e-686e-41d4-a98b-2f36c81e2c5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ssetDescription" ma:index="27" nillable="true" ma:displayName="Asset Description" ma:format="Dropdown" ma:internalName="AssetDescription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7c06a1-1aa9-4ffb-acc3-69175dc6055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92d4c6e7-d7fd-4dba-9819-956db0c65ca0}" ma:internalName="TaxCatchAll" ma:showField="CatchAllData" ma:web="1b7c06a1-1aa9-4ffb-acc3-69175dc605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ssetDescription xmlns="81d62c47-1ee8-4b15-a2ba-e551e210471e" xsi:nil="true"/>
    <TaxCatchAll xmlns="1b7c06a1-1aa9-4ffb-acc3-69175dc60550" xsi:nil="true"/>
    <lcf76f155ced4ddcb4097134ff3c332f xmlns="81d62c47-1ee8-4b15-a2ba-e551e210471e">
      <Terms xmlns="http://schemas.microsoft.com/office/infopath/2007/PartnerControls"/>
    </lcf76f155ced4ddcb4097134ff3c332f>
    <Language xmlns="81d62c47-1ee8-4b15-a2ba-e551e210471e" xsi:nil="true"/>
  </documentManagement>
</p:properties>
</file>

<file path=customXml/itemProps1.xml><?xml version="1.0" encoding="utf-8"?>
<ds:datastoreItem xmlns:ds="http://schemas.openxmlformats.org/officeDocument/2006/customXml" ds:itemID="{8A8EFAFD-73F5-4ACC-94D9-04EFE09C5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6D61BEA-189F-4841-900C-504B065D03CA}">
  <ds:schemaRefs>
    <ds:schemaRef ds:uri="1b7c06a1-1aa9-4ffb-acc3-69175dc60550"/>
    <ds:schemaRef ds:uri="81d62c47-1ee8-4b15-a2ba-e551e21047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9DA0CC2-1119-4EEA-BD26-6E2CD1410D6F}">
  <ds:schemaRefs>
    <ds:schemaRef ds:uri="1b7c06a1-1aa9-4ffb-acc3-69175dc60550"/>
    <ds:schemaRef ds:uri="81d62c47-1ee8-4b15-a2ba-e551e210471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CSP Template Diamond 06/23</vt:lpstr>
      <vt:lpstr>1_CSP Template Diamond 06/23</vt:lpstr>
      <vt:lpstr>Proposal to unlock secure, AI transformation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2025-03-07T21:16:33Z</dcterms:created>
  <dcterms:modified xsi:type="dcterms:W3CDTF">2026-03-02T08:45:22Z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0x0101009C671BC8BD2EE04888B74DECA3082CFA</vt:lpwstr>
  </property>
</Properties>
</file>
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  <p:sldMasterId id="2147483744" r:id="rId5"/>
    <p:sldMasterId id="2147483746" r:id="rId6"/>
    <p:sldMasterId id="2147483749" r:id="rId7"/>
    <p:sldMasterId id="2147483751" r:id="rId8"/>
  </p:sldMasterIdLst>
  <p:notesMasterIdLst>
    <p:notesMasterId r:id="rId12"/>
  </p:notesMasterIdLst>
  <p:sldIdLst>
    <p:sldId id="2147470016" r:id="rId9"/>
    <p:sldId id="2147470008" r:id="rId10"/>
    <p:sldId id="2147470021" r:id="rId11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5616" userDrawn="1">
          <p15:clr>
            <a:srgbClr val="A4A3A4"/>
          </p15:clr>
        </p15:guide>
        <p15:guide id="4" pos="2448">
          <p15:clr>
            <a:srgbClr val="A4A3A4"/>
          </p15:clr>
        </p15:guide>
        <p15:guide id="5" orient="horz" pos="4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2475"/>
    <a:srgbClr val="F2E5DE"/>
    <a:srgbClr val="FEFEFE"/>
    <a:srgbClr val="B740C5"/>
    <a:srgbClr val="F2F2F2"/>
    <a:srgbClr val="FCF2F9"/>
    <a:srgbClr val="5EA6AB"/>
    <a:srgbClr val="E9FED1"/>
    <a:srgbClr val="FFFFFF"/>
    <a:srgbClr val="091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CAA6A-C397-1CD9-DFA1-8743BFA24F1E}" v="13" dt="2026-03-02T07:41:15.901"/>
    <p1510:client id="{B1CFDCE1-D84D-45C2-89DB-88D3EC40CA83}" v="397" dt="2026-03-02T08:44:30.819"/>
    <p1510:client id="{F859820A-5FAE-4B89-8AA7-CEC1C52601B8}" v="62" dt="2026-03-02T08:33:54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616"/>
        <p:guide pos="2448"/>
        <p:guide orient="horz" pos="40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ehury" userId="S::praveend@hsv.digital::77009b3f-ee31-425d-b17c-2f6ea73f5149" providerId="AD" clId="Web-{03D38E37-8818-630E-92B4-E63F9477C629}"/>
    <pc:docChg chg="modSld">
      <pc:chgData name="Praveen Dehury" userId="S::praveend@hsv.digital::77009b3f-ee31-425d-b17c-2f6ea73f5149" providerId="AD" clId="Web-{03D38E37-8818-630E-92B4-E63F9477C629}" dt="2026-02-21T19:41:08.823" v="3" actId="20577"/>
      <pc:docMkLst>
        <pc:docMk/>
      </pc:docMkLst>
    </pc:docChg>
  </pc:docChgLst>
  <pc:docChgLst>
    <pc:chgData name="Shreya Singh" userId="S::shreya.singh@hsv.digital::b354311e-5542-4a3b-80c7-af4347e0a1ac" providerId="AD" clId="Web-{7E1CAA6A-C397-1CD9-DFA1-8743BFA24F1E}"/>
    <pc:docChg chg="modSld">
      <pc:chgData name="Shreya Singh" userId="S::shreya.singh@hsv.digital::b354311e-5542-4a3b-80c7-af4347e0a1ac" providerId="AD" clId="Web-{7E1CAA6A-C397-1CD9-DFA1-8743BFA24F1E}" dt="2026-03-02T07:41:15.901" v="11"/>
      <pc:docMkLst>
        <pc:docMk/>
      </pc:docMkLst>
      <pc:sldChg chg="addSp delSp modSp">
        <pc:chgData name="Shreya Singh" userId="S::shreya.singh@hsv.digital::b354311e-5542-4a3b-80c7-af4347e0a1ac" providerId="AD" clId="Web-{7E1CAA6A-C397-1CD9-DFA1-8743BFA24F1E}" dt="2026-03-02T07:41:15.901" v="11"/>
        <pc:sldMkLst>
          <pc:docMk/>
          <pc:sldMk cId="3120473942" sldId="2147470021"/>
        </pc:sldMkLst>
        <pc:picChg chg="add mod">
          <ac:chgData name="Shreya Singh" userId="S::shreya.singh@hsv.digital::b354311e-5542-4a3b-80c7-af4347e0a1ac" providerId="AD" clId="Web-{7E1CAA6A-C397-1CD9-DFA1-8743BFA24F1E}" dt="2026-03-02T07:40:39.198" v="5"/>
          <ac:picMkLst>
            <pc:docMk/>
            <pc:sldMk cId="3120473942" sldId="2147470021"/>
            <ac:picMk id="2" creationId="{F4973285-5912-C42B-2BD5-4C081235F53E}"/>
          </ac:picMkLst>
        </pc:picChg>
        <pc:picChg chg="add mod ord">
          <ac:chgData name="Shreya Singh" userId="S::shreya.singh@hsv.digital::b354311e-5542-4a3b-80c7-af4347e0a1ac" providerId="AD" clId="Web-{7E1CAA6A-C397-1CD9-DFA1-8743BFA24F1E}" dt="2026-03-02T07:41:15.901" v="11"/>
          <ac:picMkLst>
            <pc:docMk/>
            <pc:sldMk cId="3120473942" sldId="2147470021"/>
            <ac:picMk id="3" creationId="{5183A55F-3F3F-0226-9194-CE7B504E0403}"/>
          </ac:picMkLst>
        </pc:picChg>
        <pc:picChg chg="del">
          <ac:chgData name="Shreya Singh" userId="S::shreya.singh@hsv.digital::b354311e-5542-4a3b-80c7-af4347e0a1ac" providerId="AD" clId="Web-{7E1CAA6A-C397-1CD9-DFA1-8743BFA24F1E}" dt="2026-03-02T07:40:22.026" v="0"/>
          <ac:picMkLst>
            <pc:docMk/>
            <pc:sldMk cId="3120473942" sldId="2147470021"/>
            <ac:picMk id="8" creationId="{93CD1B8A-379B-FEA4-DBB7-79C33AE9FA31}"/>
          </ac:picMkLst>
        </pc:picChg>
        <pc:picChg chg="add del">
          <ac:chgData name="Shreya Singh" userId="S::shreya.singh@hsv.digital::b354311e-5542-4a3b-80c7-af4347e0a1ac" providerId="AD" clId="Web-{7E1CAA6A-C397-1CD9-DFA1-8743BFA24F1E}" dt="2026-03-02T07:40:37.948" v="4"/>
          <ac:picMkLst>
            <pc:docMk/>
            <pc:sldMk cId="3120473942" sldId="2147470021"/>
            <ac:picMk id="16" creationId="{0A7E4DF8-9603-4F2C-E5FE-9A33AC4B900C}"/>
          </ac:picMkLst>
        </pc:picChg>
        <pc:picChg chg="del">
          <ac:chgData name="Shreya Singh" userId="S::shreya.singh@hsv.digital::b354311e-5542-4a3b-80c7-af4347e0a1ac" providerId="AD" clId="Web-{7E1CAA6A-C397-1CD9-DFA1-8743BFA24F1E}" dt="2026-03-02T07:40:34.026" v="3"/>
          <ac:picMkLst>
            <pc:docMk/>
            <pc:sldMk cId="3120473942" sldId="2147470021"/>
            <ac:picMk id="19" creationId="{7E4166AD-4418-C14A-FC7A-5C00E98EC53A}"/>
          </ac:picMkLst>
        </pc:picChg>
      </pc:sldChg>
    </pc:docChg>
  </pc:docChgLst>
  <pc:docChgLst>
    <pc:chgData name="Vandan Jain" userId="4244b45b-25d1-413d-855b-6597e767c081" providerId="ADAL" clId="{67AB2A15-26B8-47FB-BEC6-EFDC03C3B3B6}"/>
    <pc:docChg chg="undo custSel addSld delSld modSld sldOrd delMainMaster">
      <pc:chgData name="Vandan Jain" userId="4244b45b-25d1-413d-855b-6597e767c081" providerId="ADAL" clId="{67AB2A15-26B8-47FB-BEC6-EFDC03C3B3B6}" dt="2026-03-02T08:44:30.819" v="799" actId="20577"/>
      <pc:docMkLst>
        <pc:docMk/>
      </pc:docMkLst>
      <pc:sldChg chg="delSp modSp add mod">
        <pc:chgData name="Vandan Jain" userId="4244b45b-25d1-413d-855b-6597e767c081" providerId="ADAL" clId="{67AB2A15-26B8-47FB-BEC6-EFDC03C3B3B6}" dt="2026-03-02T08:44:30.819" v="799" actId="20577"/>
        <pc:sldMkLst>
          <pc:docMk/>
          <pc:sldMk cId="1630386862" sldId="2147470008"/>
        </pc:sldMkLst>
        <pc:spChg chg="mod">
          <ac:chgData name="Vandan Jain" userId="4244b45b-25d1-413d-855b-6597e767c081" providerId="ADAL" clId="{67AB2A15-26B8-47FB-BEC6-EFDC03C3B3B6}" dt="2026-03-02T08:17:59.731" v="455" actId="255"/>
          <ac:spMkLst>
            <pc:docMk/>
            <pc:sldMk cId="1630386862" sldId="2147470008"/>
            <ac:spMk id="3" creationId="{DA3B5A7B-B9D1-2B64-CAD0-43CB23302445}"/>
          </ac:spMkLst>
        </pc:spChg>
        <pc:spChg chg="mod">
          <ac:chgData name="Vandan Jain" userId="4244b45b-25d1-413d-855b-6597e767c081" providerId="ADAL" clId="{67AB2A15-26B8-47FB-BEC6-EFDC03C3B3B6}" dt="2026-03-02T08:17:47.660" v="450" actId="1036"/>
          <ac:spMkLst>
            <pc:docMk/>
            <pc:sldMk cId="1630386862" sldId="2147470008"/>
            <ac:spMk id="5" creationId="{40A7A011-A5B1-B465-6A3F-B4941EFA893C}"/>
          </ac:spMkLst>
        </pc:spChg>
        <pc:spChg chg="mod">
          <ac:chgData name="Vandan Jain" userId="4244b45b-25d1-413d-855b-6597e767c081" providerId="ADAL" clId="{67AB2A15-26B8-47FB-BEC6-EFDC03C3B3B6}" dt="2026-03-02T08:17:47.660" v="450" actId="1036"/>
          <ac:spMkLst>
            <pc:docMk/>
            <pc:sldMk cId="1630386862" sldId="2147470008"/>
            <ac:spMk id="17" creationId="{A92E1932-F00B-7615-5E7D-55DC4703F1C2}"/>
          </ac:spMkLst>
        </pc:spChg>
        <pc:spChg chg="mod">
          <ac:chgData name="Vandan Jain" userId="4244b45b-25d1-413d-855b-6597e767c081" providerId="ADAL" clId="{67AB2A15-26B8-47FB-BEC6-EFDC03C3B3B6}" dt="2026-03-02T08:44:30.819" v="799" actId="20577"/>
          <ac:spMkLst>
            <pc:docMk/>
            <pc:sldMk cId="1630386862" sldId="2147470008"/>
            <ac:spMk id="32" creationId="{C8230886-385E-3625-B41A-6EB929B3CECD}"/>
          </ac:spMkLst>
        </pc:spChg>
        <pc:spChg chg="mod">
          <ac:chgData name="Vandan Jain" userId="4244b45b-25d1-413d-855b-6597e767c081" providerId="ADAL" clId="{67AB2A15-26B8-47FB-BEC6-EFDC03C3B3B6}" dt="2026-03-02T08:20:07.493" v="609" actId="14100"/>
          <ac:spMkLst>
            <pc:docMk/>
            <pc:sldMk cId="1630386862" sldId="2147470008"/>
            <ac:spMk id="42" creationId="{4607B54D-3EC6-3752-105A-D9D2701B8F61}"/>
          </ac:spMkLst>
        </pc:spChg>
        <pc:spChg chg="mod">
          <ac:chgData name="Vandan Jain" userId="4244b45b-25d1-413d-855b-6597e767c081" providerId="ADAL" clId="{67AB2A15-26B8-47FB-BEC6-EFDC03C3B3B6}" dt="2026-03-02T08:20:16.315" v="635" actId="1037"/>
          <ac:spMkLst>
            <pc:docMk/>
            <pc:sldMk cId="1630386862" sldId="2147470008"/>
            <ac:spMk id="43" creationId="{0229FE75-A857-208B-452D-3AC05899E608}"/>
          </ac:spMkLst>
        </pc:spChg>
        <pc:spChg chg="mod">
          <ac:chgData name="Vandan Jain" userId="4244b45b-25d1-413d-855b-6597e767c081" providerId="ADAL" clId="{67AB2A15-26B8-47FB-BEC6-EFDC03C3B3B6}" dt="2026-03-02T08:19:47.598" v="604" actId="14100"/>
          <ac:spMkLst>
            <pc:docMk/>
            <pc:sldMk cId="1630386862" sldId="2147470008"/>
            <ac:spMk id="44" creationId="{A7A559E7-3970-4136-DC54-7BA2820FF8F5}"/>
          </ac:spMkLst>
        </pc:spChg>
        <pc:spChg chg="mod">
          <ac:chgData name="Vandan Jain" userId="4244b45b-25d1-413d-855b-6597e767c081" providerId="ADAL" clId="{67AB2A15-26B8-47FB-BEC6-EFDC03C3B3B6}" dt="2026-03-02T08:19:51.466" v="605" actId="14100"/>
          <ac:spMkLst>
            <pc:docMk/>
            <pc:sldMk cId="1630386862" sldId="2147470008"/>
            <ac:spMk id="45" creationId="{2FBE6B00-7CF5-6B33-E396-66DF2835C682}"/>
          </ac:spMkLst>
        </pc:spChg>
        <pc:spChg chg="mod">
          <ac:chgData name="Vandan Jain" userId="4244b45b-25d1-413d-855b-6597e767c081" providerId="ADAL" clId="{67AB2A15-26B8-47FB-BEC6-EFDC03C3B3B6}" dt="2026-03-02T08:19:57.570" v="608" actId="14100"/>
          <ac:spMkLst>
            <pc:docMk/>
            <pc:sldMk cId="1630386862" sldId="2147470008"/>
            <ac:spMk id="46" creationId="{CF4731E7-05FF-532F-52AE-93BA33AE7EC1}"/>
          </ac:spMkLst>
        </pc:spChg>
        <pc:spChg chg="mod">
          <ac:chgData name="Vandan Jain" userId="4244b45b-25d1-413d-855b-6597e767c081" providerId="ADAL" clId="{67AB2A15-26B8-47FB-BEC6-EFDC03C3B3B6}" dt="2026-03-02T08:19:47.598" v="604" actId="14100"/>
          <ac:spMkLst>
            <pc:docMk/>
            <pc:sldMk cId="1630386862" sldId="2147470008"/>
            <ac:spMk id="47" creationId="{DBF849E1-2B38-8110-7D96-69D3AF3E886A}"/>
          </ac:spMkLst>
        </pc:spChg>
        <pc:spChg chg="mod">
          <ac:chgData name="Vandan Jain" userId="4244b45b-25d1-413d-855b-6597e767c081" providerId="ADAL" clId="{67AB2A15-26B8-47FB-BEC6-EFDC03C3B3B6}" dt="2026-03-02T08:19:51.466" v="605" actId="14100"/>
          <ac:spMkLst>
            <pc:docMk/>
            <pc:sldMk cId="1630386862" sldId="2147470008"/>
            <ac:spMk id="48" creationId="{3CC0BE90-57FC-7645-EC41-2A5A4441D26E}"/>
          </ac:spMkLst>
        </pc:spChg>
        <pc:spChg chg="mod">
          <ac:chgData name="Vandan Jain" userId="4244b45b-25d1-413d-855b-6597e767c081" providerId="ADAL" clId="{67AB2A15-26B8-47FB-BEC6-EFDC03C3B3B6}" dt="2026-03-02T08:19:57.570" v="608" actId="14100"/>
          <ac:spMkLst>
            <pc:docMk/>
            <pc:sldMk cId="1630386862" sldId="2147470008"/>
            <ac:spMk id="49" creationId="{07FC56BF-390F-68CB-6993-C9226762ED03}"/>
          </ac:spMkLst>
        </pc:spChg>
        <pc:spChg chg="mod">
          <ac:chgData name="Vandan Jain" userId="4244b45b-25d1-413d-855b-6597e767c081" providerId="ADAL" clId="{67AB2A15-26B8-47FB-BEC6-EFDC03C3B3B6}" dt="2026-03-02T08:18:05.692" v="456" actId="1076"/>
          <ac:spMkLst>
            <pc:docMk/>
            <pc:sldMk cId="1630386862" sldId="2147470008"/>
            <ac:spMk id="56" creationId="{CEEF4C83-13A7-1861-04DA-79288535A308}"/>
          </ac:spMkLst>
        </pc:spChg>
        <pc:spChg chg="mod">
          <ac:chgData name="Vandan Jain" userId="4244b45b-25d1-413d-855b-6597e767c081" providerId="ADAL" clId="{67AB2A15-26B8-47FB-BEC6-EFDC03C3B3B6}" dt="2026-03-02T08:18:05.692" v="456" actId="1076"/>
          <ac:spMkLst>
            <pc:docMk/>
            <pc:sldMk cId="1630386862" sldId="2147470008"/>
            <ac:spMk id="59" creationId="{E701CB2E-F682-E7D9-5624-1AE07B8C969B}"/>
          </ac:spMkLst>
        </pc:spChg>
        <pc:spChg chg="mod">
          <ac:chgData name="Vandan Jain" userId="4244b45b-25d1-413d-855b-6597e767c081" providerId="ADAL" clId="{67AB2A15-26B8-47FB-BEC6-EFDC03C3B3B6}" dt="2026-03-02T08:18:05.692" v="456" actId="1076"/>
          <ac:spMkLst>
            <pc:docMk/>
            <pc:sldMk cId="1630386862" sldId="2147470008"/>
            <ac:spMk id="60" creationId="{43DF6BA3-36A8-7F9E-4827-840F024E2CA7}"/>
          </ac:spMkLst>
        </pc:spChg>
        <pc:spChg chg="mod">
          <ac:chgData name="Vandan Jain" userId="4244b45b-25d1-413d-855b-6597e767c081" providerId="ADAL" clId="{67AB2A15-26B8-47FB-BEC6-EFDC03C3B3B6}" dt="2026-03-02T08:17:27.757" v="408" actId="14100"/>
          <ac:spMkLst>
            <pc:docMk/>
            <pc:sldMk cId="1630386862" sldId="2147470008"/>
            <ac:spMk id="61" creationId="{9E2C1D61-C97B-074D-2D5C-424C889179B7}"/>
          </ac:spMkLst>
        </pc:spChg>
        <pc:spChg chg="mod">
          <ac:chgData name="Vandan Jain" userId="4244b45b-25d1-413d-855b-6597e767c081" providerId="ADAL" clId="{67AB2A15-26B8-47FB-BEC6-EFDC03C3B3B6}" dt="2026-03-02T08:19:33.699" v="599" actId="1038"/>
          <ac:spMkLst>
            <pc:docMk/>
            <pc:sldMk cId="1630386862" sldId="2147470008"/>
            <ac:spMk id="79" creationId="{F81BFA34-B18A-5D19-CB2E-5EFFFD85E75F}"/>
          </ac:spMkLst>
        </pc:spChg>
        <pc:spChg chg="mod">
          <ac:chgData name="Vandan Jain" userId="4244b45b-25d1-413d-855b-6597e767c081" providerId="ADAL" clId="{67AB2A15-26B8-47FB-BEC6-EFDC03C3B3B6}" dt="2026-03-02T08:19:27.703" v="596" actId="1038"/>
          <ac:spMkLst>
            <pc:docMk/>
            <pc:sldMk cId="1630386862" sldId="2147470008"/>
            <ac:spMk id="80" creationId="{B9FF4C58-C222-0372-551A-B65DBB1DB687}"/>
          </ac:spMkLst>
        </pc:spChg>
        <pc:spChg chg="mod">
          <ac:chgData name="Vandan Jain" userId="4244b45b-25d1-413d-855b-6597e767c081" providerId="ADAL" clId="{67AB2A15-26B8-47FB-BEC6-EFDC03C3B3B6}" dt="2026-03-02T08:19:15.193" v="575" actId="1038"/>
          <ac:spMkLst>
            <pc:docMk/>
            <pc:sldMk cId="1630386862" sldId="2147470008"/>
            <ac:spMk id="81" creationId="{40975A17-5A4C-D6C3-AEC2-7F7BB3AB4AF3}"/>
          </ac:spMkLst>
        </pc:spChg>
        <pc:spChg chg="mod">
          <ac:chgData name="Vandan Jain" userId="4244b45b-25d1-413d-855b-6597e767c081" providerId="ADAL" clId="{67AB2A15-26B8-47FB-BEC6-EFDC03C3B3B6}" dt="2026-03-02T08:19:33.699" v="599" actId="1038"/>
          <ac:spMkLst>
            <pc:docMk/>
            <pc:sldMk cId="1630386862" sldId="2147470008"/>
            <ac:spMk id="82" creationId="{B1FA4B85-4927-1ABB-F554-DE4985060010}"/>
          </ac:spMkLst>
        </pc:spChg>
        <pc:spChg chg="mod">
          <ac:chgData name="Vandan Jain" userId="4244b45b-25d1-413d-855b-6597e767c081" providerId="ADAL" clId="{67AB2A15-26B8-47FB-BEC6-EFDC03C3B3B6}" dt="2026-03-02T08:19:27.703" v="596" actId="1038"/>
          <ac:spMkLst>
            <pc:docMk/>
            <pc:sldMk cId="1630386862" sldId="2147470008"/>
            <ac:spMk id="83" creationId="{6A0AC1F0-B7CC-221C-CF2C-A8AB8A5E2099}"/>
          </ac:spMkLst>
        </pc:spChg>
        <pc:spChg chg="mod">
          <ac:chgData name="Vandan Jain" userId="4244b45b-25d1-413d-855b-6597e767c081" providerId="ADAL" clId="{67AB2A15-26B8-47FB-BEC6-EFDC03C3B3B6}" dt="2026-03-02T08:19:15.193" v="575" actId="1038"/>
          <ac:spMkLst>
            <pc:docMk/>
            <pc:sldMk cId="1630386862" sldId="2147470008"/>
            <ac:spMk id="84" creationId="{BB100D5B-0759-0B55-0C50-3142C9A438E7}"/>
          </ac:spMkLst>
        </pc:spChg>
        <pc:spChg chg="mod">
          <ac:chgData name="Vandan Jain" userId="4244b45b-25d1-413d-855b-6597e767c081" providerId="ADAL" clId="{67AB2A15-26B8-47FB-BEC6-EFDC03C3B3B6}" dt="2026-03-02T08:17:47.660" v="450" actId="1036"/>
          <ac:spMkLst>
            <pc:docMk/>
            <pc:sldMk cId="1630386862" sldId="2147470008"/>
            <ac:spMk id="89" creationId="{2D7F975A-EFFC-ED2A-C751-F90289DD4D12}"/>
          </ac:spMkLst>
        </pc:spChg>
        <pc:spChg chg="mod">
          <ac:chgData name="Vandan Jain" userId="4244b45b-25d1-413d-855b-6597e767c081" providerId="ADAL" clId="{67AB2A15-26B8-47FB-BEC6-EFDC03C3B3B6}" dt="2026-03-02T08:17:47.660" v="450" actId="1036"/>
          <ac:spMkLst>
            <pc:docMk/>
            <pc:sldMk cId="1630386862" sldId="2147470008"/>
            <ac:spMk id="91" creationId="{1F261787-A532-6E06-5DBB-DC560E196235}"/>
          </ac:spMkLst>
        </pc:spChg>
        <pc:grpChg chg="mod">
          <ac:chgData name="Vandan Jain" userId="4244b45b-25d1-413d-855b-6597e767c081" providerId="ADAL" clId="{67AB2A15-26B8-47FB-BEC6-EFDC03C3B3B6}" dt="2026-03-02T08:17:47.660" v="450" actId="1036"/>
          <ac:grpSpMkLst>
            <pc:docMk/>
            <pc:sldMk cId="1630386862" sldId="2147470008"/>
            <ac:grpSpMk id="24" creationId="{B5803776-5E8B-2132-6273-96CF7F5813DA}"/>
          </ac:grpSpMkLst>
        </pc:grpChg>
        <pc:grpChg chg="mod">
          <ac:chgData name="Vandan Jain" userId="4244b45b-25d1-413d-855b-6597e767c081" providerId="ADAL" clId="{67AB2A15-26B8-47FB-BEC6-EFDC03C3B3B6}" dt="2026-03-02T08:19:33.699" v="599" actId="1038"/>
          <ac:grpSpMkLst>
            <pc:docMk/>
            <pc:sldMk cId="1630386862" sldId="2147470008"/>
            <ac:grpSpMk id="50" creationId="{1DAC263C-DD68-2093-183D-563923E8995E}"/>
          </ac:grpSpMkLst>
        </pc:grpChg>
        <pc:grpChg chg="mod">
          <ac:chgData name="Vandan Jain" userId="4244b45b-25d1-413d-855b-6597e767c081" providerId="ADAL" clId="{67AB2A15-26B8-47FB-BEC6-EFDC03C3B3B6}" dt="2026-03-02T08:19:27.703" v="596" actId="1038"/>
          <ac:grpSpMkLst>
            <pc:docMk/>
            <pc:sldMk cId="1630386862" sldId="2147470008"/>
            <ac:grpSpMk id="55" creationId="{6147BE28-4AEC-895D-F51C-A5F4B37367EA}"/>
          </ac:grpSpMkLst>
        </pc:grpChg>
        <pc:grpChg chg="mod">
          <ac:chgData name="Vandan Jain" userId="4244b45b-25d1-413d-855b-6597e767c081" providerId="ADAL" clId="{67AB2A15-26B8-47FB-BEC6-EFDC03C3B3B6}" dt="2026-03-02T08:19:15.193" v="575" actId="1038"/>
          <ac:grpSpMkLst>
            <pc:docMk/>
            <pc:sldMk cId="1630386862" sldId="2147470008"/>
            <ac:grpSpMk id="58" creationId="{8C7538A5-9030-EA87-C481-53D0C489301C}"/>
          </ac:grpSpMkLst>
        </pc:grpChg>
        <pc:picChg chg="mod">
          <ac:chgData name="Vandan Jain" userId="4244b45b-25d1-413d-855b-6597e767c081" providerId="ADAL" clId="{67AB2A15-26B8-47FB-BEC6-EFDC03C3B3B6}" dt="2026-03-02T08:17:39.376" v="442" actId="1036"/>
          <ac:picMkLst>
            <pc:docMk/>
            <pc:sldMk cId="1630386862" sldId="2147470008"/>
            <ac:picMk id="26" creationId="{36292F35-2848-FBFE-9DA2-A06F3BB28FEB}"/>
          </ac:picMkLst>
        </pc:picChg>
        <pc:picChg chg="mod">
          <ac:chgData name="Vandan Jain" userId="4244b45b-25d1-413d-855b-6597e767c081" providerId="ADAL" clId="{67AB2A15-26B8-47FB-BEC6-EFDC03C3B3B6}" dt="2026-03-02T08:17:27.757" v="408" actId="14100"/>
          <ac:picMkLst>
            <pc:docMk/>
            <pc:sldMk cId="1630386862" sldId="2147470008"/>
            <ac:picMk id="63" creationId="{1F8D7817-2A34-A090-10BB-8A54EB0076A2}"/>
          </ac:picMkLst>
        </pc:picChg>
        <pc:picChg chg="mod">
          <ac:chgData name="Vandan Jain" userId="4244b45b-25d1-413d-855b-6597e767c081" providerId="ADAL" clId="{67AB2A15-26B8-47FB-BEC6-EFDC03C3B3B6}" dt="2026-03-02T08:17:17.394" v="406" actId="14100"/>
          <ac:picMkLst>
            <pc:docMk/>
            <pc:sldMk cId="1630386862" sldId="2147470008"/>
            <ac:picMk id="67" creationId="{935D4737-AF15-D2BD-A0CA-A169A8D5D2C5}"/>
          </ac:picMkLst>
        </pc:picChg>
        <pc:picChg chg="mod">
          <ac:chgData name="Vandan Jain" userId="4244b45b-25d1-413d-855b-6597e767c081" providerId="ADAL" clId="{67AB2A15-26B8-47FB-BEC6-EFDC03C3B3B6}" dt="2026-03-02T08:17:27.757" v="408" actId="14100"/>
          <ac:picMkLst>
            <pc:docMk/>
            <pc:sldMk cId="1630386862" sldId="2147470008"/>
            <ac:picMk id="71" creationId="{9B91F6E1-310B-4DCA-D9D1-EFA8D25C3146}"/>
          </ac:picMkLst>
        </pc:picChg>
        <pc:cxnChg chg="del mod">
          <ac:chgData name="Vandan Jain" userId="4244b45b-25d1-413d-855b-6597e767c081" providerId="ADAL" clId="{67AB2A15-26B8-47FB-BEC6-EFDC03C3B3B6}" dt="2026-03-02T08:17:30.337" v="409" actId="478"/>
          <ac:cxnSpMkLst>
            <pc:docMk/>
            <pc:sldMk cId="1630386862" sldId="2147470008"/>
            <ac:cxnSpMk id="72" creationId="{A48B8866-B1C4-6A69-B3E4-71B315EBC91E}"/>
          </ac:cxnSpMkLst>
        </pc:cxnChg>
        <pc:cxnChg chg="mod">
          <ac:chgData name="Vandan Jain" userId="4244b45b-25d1-413d-855b-6597e767c081" providerId="ADAL" clId="{67AB2A15-26B8-47FB-BEC6-EFDC03C3B3B6}" dt="2026-03-02T08:19:33.699" v="599" actId="1038"/>
          <ac:cxnSpMkLst>
            <pc:docMk/>
            <pc:sldMk cId="1630386862" sldId="2147470008"/>
            <ac:cxnSpMk id="85" creationId="{D53D3556-994F-A25F-DDA0-46DAB9D9C7E2}"/>
          </ac:cxnSpMkLst>
        </pc:cxnChg>
        <pc:cxnChg chg="mod">
          <ac:chgData name="Vandan Jain" userId="4244b45b-25d1-413d-855b-6597e767c081" providerId="ADAL" clId="{67AB2A15-26B8-47FB-BEC6-EFDC03C3B3B6}" dt="2026-03-02T08:19:27.703" v="596" actId="1038"/>
          <ac:cxnSpMkLst>
            <pc:docMk/>
            <pc:sldMk cId="1630386862" sldId="2147470008"/>
            <ac:cxnSpMk id="87" creationId="{AE1EB94C-5A1D-76A4-70FB-CC6D2FD0C410}"/>
          </ac:cxnSpMkLst>
        </pc:cxnChg>
        <pc:cxnChg chg="mod">
          <ac:chgData name="Vandan Jain" userId="4244b45b-25d1-413d-855b-6597e767c081" providerId="ADAL" clId="{67AB2A15-26B8-47FB-BEC6-EFDC03C3B3B6}" dt="2026-03-02T08:19:15.193" v="575" actId="1038"/>
          <ac:cxnSpMkLst>
            <pc:docMk/>
            <pc:sldMk cId="1630386862" sldId="2147470008"/>
            <ac:cxnSpMk id="88" creationId="{64AE2C17-053F-26EA-40BE-817289A0DC60}"/>
          </ac:cxnSpMkLst>
        </pc:cxnChg>
      </pc:sldChg>
      <pc:sldChg chg="addSp delSp modSp add mod modNotesTx">
        <pc:chgData name="Vandan Jain" userId="4244b45b-25d1-413d-855b-6597e767c081" providerId="ADAL" clId="{67AB2A15-26B8-47FB-BEC6-EFDC03C3B3B6}" dt="2026-03-02T08:44:28.558" v="798" actId="20577"/>
        <pc:sldMkLst>
          <pc:docMk/>
          <pc:sldMk cId="4067805866" sldId="2147470016"/>
        </pc:sldMkLst>
        <pc:spChg chg="mod">
          <ac:chgData name="Vandan Jain" userId="4244b45b-25d1-413d-855b-6597e767c081" providerId="ADAL" clId="{67AB2A15-26B8-47FB-BEC6-EFDC03C3B3B6}" dt="2026-03-02T08:21:50.038" v="683" actId="1036"/>
          <ac:spMkLst>
            <pc:docMk/>
            <pc:sldMk cId="4067805866" sldId="2147470016"/>
            <ac:spMk id="2" creationId="{CC410421-35D7-13B2-19F6-E270E00A31DF}"/>
          </ac:spMkLst>
        </pc:spChg>
        <pc:spChg chg="add mod">
          <ac:chgData name="Vandan Jain" userId="4244b45b-25d1-413d-855b-6597e767c081" providerId="ADAL" clId="{67AB2A15-26B8-47FB-BEC6-EFDC03C3B3B6}" dt="2026-03-02T08:44:28.558" v="798" actId="20577"/>
          <ac:spMkLst>
            <pc:docMk/>
            <pc:sldMk cId="4067805866" sldId="2147470016"/>
            <ac:spMk id="3" creationId="{2C0969B5-AF06-02F8-CF75-1D58DBD095EE}"/>
          </ac:spMkLst>
        </pc:spChg>
        <pc:spChg chg="mod">
          <ac:chgData name="Vandan Jain" userId="4244b45b-25d1-413d-855b-6597e767c081" providerId="ADAL" clId="{67AB2A15-26B8-47FB-BEC6-EFDC03C3B3B6}" dt="2026-03-02T08:22:03.911" v="703" actId="14100"/>
          <ac:spMkLst>
            <pc:docMk/>
            <pc:sldMk cId="4067805866" sldId="2147470016"/>
            <ac:spMk id="4" creationId="{32D52542-94BE-EFA3-6259-A9AF7AA68D6B}"/>
          </ac:spMkLst>
        </pc:spChg>
        <pc:spChg chg="mod">
          <ac:chgData name="Vandan Jain" userId="4244b45b-25d1-413d-855b-6597e767c081" providerId="ADAL" clId="{67AB2A15-26B8-47FB-BEC6-EFDC03C3B3B6}" dt="2026-03-02T08:22:16.686" v="717" actId="408"/>
          <ac:spMkLst>
            <pc:docMk/>
            <pc:sldMk cId="4067805866" sldId="2147470016"/>
            <ac:spMk id="5" creationId="{CE6CFC70-06C7-C291-DA51-1D3359F2C52E}"/>
          </ac:spMkLst>
        </pc:spChg>
        <pc:spChg chg="mod">
          <ac:chgData name="Vandan Jain" userId="4244b45b-25d1-413d-855b-6597e767c081" providerId="ADAL" clId="{67AB2A15-26B8-47FB-BEC6-EFDC03C3B3B6}" dt="2026-03-02T08:22:16.686" v="717" actId="408"/>
          <ac:spMkLst>
            <pc:docMk/>
            <pc:sldMk cId="4067805866" sldId="2147470016"/>
            <ac:spMk id="6" creationId="{6643373C-AB83-B631-F611-FB8BFCAF135E}"/>
          </ac:spMkLst>
        </pc:spChg>
        <pc:spChg chg="mod">
          <ac:chgData name="Vandan Jain" userId="4244b45b-25d1-413d-855b-6597e767c081" providerId="ADAL" clId="{67AB2A15-26B8-47FB-BEC6-EFDC03C3B3B6}" dt="2026-03-02T08:22:16.686" v="717" actId="408"/>
          <ac:spMkLst>
            <pc:docMk/>
            <pc:sldMk cId="4067805866" sldId="2147470016"/>
            <ac:spMk id="9" creationId="{A1B8BB60-2805-B2B9-A781-B5FC7BD20E36}"/>
          </ac:spMkLst>
        </pc:spChg>
        <pc:spChg chg="mod">
          <ac:chgData name="Vandan Jain" userId="4244b45b-25d1-413d-855b-6597e767c081" providerId="ADAL" clId="{67AB2A15-26B8-47FB-BEC6-EFDC03C3B3B6}" dt="2026-03-02T08:22:10.767" v="716" actId="1037"/>
          <ac:spMkLst>
            <pc:docMk/>
            <pc:sldMk cId="4067805866" sldId="2147470016"/>
            <ac:spMk id="10" creationId="{7501D1C1-B340-0CCA-6ED7-0F68AE847688}"/>
          </ac:spMkLst>
        </pc:spChg>
        <pc:spChg chg="mod">
          <ac:chgData name="Vandan Jain" userId="4244b45b-25d1-413d-855b-6597e767c081" providerId="ADAL" clId="{67AB2A15-26B8-47FB-BEC6-EFDC03C3B3B6}" dt="2026-03-02T08:22:48.244" v="759" actId="1037"/>
          <ac:spMkLst>
            <pc:docMk/>
            <pc:sldMk cId="4067805866" sldId="2147470016"/>
            <ac:spMk id="15" creationId="{FDC09689-9230-8774-332C-E0502BB2667B}"/>
          </ac:spMkLst>
        </pc:spChg>
        <pc:spChg chg="mod">
          <ac:chgData name="Vandan Jain" userId="4244b45b-25d1-413d-855b-6597e767c081" providerId="ADAL" clId="{67AB2A15-26B8-47FB-BEC6-EFDC03C3B3B6}" dt="2026-03-02T08:21:41.989" v="677" actId="14100"/>
          <ac:spMkLst>
            <pc:docMk/>
            <pc:sldMk cId="4067805866" sldId="2147470016"/>
            <ac:spMk id="17" creationId="{C205F477-06BB-0464-B7D7-F14F37D38EC1}"/>
          </ac:spMkLst>
        </pc:spChg>
        <pc:spChg chg="mod">
          <ac:chgData name="Vandan Jain" userId="4244b45b-25d1-413d-855b-6597e767c081" providerId="ADAL" clId="{67AB2A15-26B8-47FB-BEC6-EFDC03C3B3B6}" dt="2026-03-02T08:22:48.244" v="759" actId="1037"/>
          <ac:spMkLst>
            <pc:docMk/>
            <pc:sldMk cId="4067805866" sldId="2147470016"/>
            <ac:spMk id="18" creationId="{776AAF97-9212-E6FA-5DCB-13B6B6C5B179}"/>
          </ac:spMkLst>
        </pc:spChg>
        <pc:spChg chg="mod">
          <ac:chgData name="Vandan Jain" userId="4244b45b-25d1-413d-855b-6597e767c081" providerId="ADAL" clId="{67AB2A15-26B8-47FB-BEC6-EFDC03C3B3B6}" dt="2026-03-02T08:22:51.936" v="770" actId="1038"/>
          <ac:spMkLst>
            <pc:docMk/>
            <pc:sldMk cId="4067805866" sldId="2147470016"/>
            <ac:spMk id="21" creationId="{058930A1-FD77-508B-448D-7B8276947F22}"/>
          </ac:spMkLst>
        </pc:spChg>
        <pc:spChg chg="mod">
          <ac:chgData name="Vandan Jain" userId="4244b45b-25d1-413d-855b-6597e767c081" providerId="ADAL" clId="{67AB2A15-26B8-47FB-BEC6-EFDC03C3B3B6}" dt="2026-03-02T08:22:51.936" v="770" actId="1038"/>
          <ac:spMkLst>
            <pc:docMk/>
            <pc:sldMk cId="4067805866" sldId="2147470016"/>
            <ac:spMk id="23" creationId="{BABB45DB-3E40-0CF7-6744-E0B2062194C7}"/>
          </ac:spMkLst>
        </pc:spChg>
        <pc:spChg chg="mod">
          <ac:chgData name="Vandan Jain" userId="4244b45b-25d1-413d-855b-6597e767c081" providerId="ADAL" clId="{67AB2A15-26B8-47FB-BEC6-EFDC03C3B3B6}" dt="2026-03-02T08:22:55.658" v="775" actId="1038"/>
          <ac:spMkLst>
            <pc:docMk/>
            <pc:sldMk cId="4067805866" sldId="2147470016"/>
            <ac:spMk id="25" creationId="{8ACFB9E0-57EC-A667-BD67-1FCD18922E87}"/>
          </ac:spMkLst>
        </pc:spChg>
        <pc:spChg chg="mod">
          <ac:chgData name="Vandan Jain" userId="4244b45b-25d1-413d-855b-6597e767c081" providerId="ADAL" clId="{67AB2A15-26B8-47FB-BEC6-EFDC03C3B3B6}" dt="2026-03-02T08:22:55.658" v="775" actId="1038"/>
          <ac:spMkLst>
            <pc:docMk/>
            <pc:sldMk cId="4067805866" sldId="2147470016"/>
            <ac:spMk id="28" creationId="{60FD9765-BB48-31C0-F235-A24DE8372F92}"/>
          </ac:spMkLst>
        </pc:spChg>
        <pc:spChg chg="mod">
          <ac:chgData name="Vandan Jain" userId="4244b45b-25d1-413d-855b-6597e767c081" providerId="ADAL" clId="{67AB2A15-26B8-47FB-BEC6-EFDC03C3B3B6}" dt="2026-03-02T08:22:58.913" v="782" actId="1037"/>
          <ac:spMkLst>
            <pc:docMk/>
            <pc:sldMk cId="4067805866" sldId="2147470016"/>
            <ac:spMk id="29" creationId="{D8E6A2D5-943C-CCFD-15E1-74D78E2C1224}"/>
          </ac:spMkLst>
        </pc:spChg>
        <pc:spChg chg="mod">
          <ac:chgData name="Vandan Jain" userId="4244b45b-25d1-413d-855b-6597e767c081" providerId="ADAL" clId="{67AB2A15-26B8-47FB-BEC6-EFDC03C3B3B6}" dt="2026-03-02T08:22:58.913" v="782" actId="1037"/>
          <ac:spMkLst>
            <pc:docMk/>
            <pc:sldMk cId="4067805866" sldId="2147470016"/>
            <ac:spMk id="30" creationId="{B7AA6581-4A62-F733-84E1-D95525161BF1}"/>
          </ac:spMkLst>
        </pc:spChg>
        <pc:spChg chg="mod">
          <ac:chgData name="Vandan Jain" userId="4244b45b-25d1-413d-855b-6597e767c081" providerId="ADAL" clId="{67AB2A15-26B8-47FB-BEC6-EFDC03C3B3B6}" dt="2026-03-02T08:23:04.574" v="793" actId="1038"/>
          <ac:spMkLst>
            <pc:docMk/>
            <pc:sldMk cId="4067805866" sldId="2147470016"/>
            <ac:spMk id="31" creationId="{7619480A-D377-F04B-D795-8C3BA6F6AE38}"/>
          </ac:spMkLst>
        </pc:spChg>
        <pc:spChg chg="del mod">
          <ac:chgData name="Vandan Jain" userId="4244b45b-25d1-413d-855b-6597e767c081" providerId="ADAL" clId="{67AB2A15-26B8-47FB-BEC6-EFDC03C3B3B6}" dt="2026-03-02T08:21:11.948" v="647" actId="478"/>
          <ac:spMkLst>
            <pc:docMk/>
            <pc:sldMk cId="4067805866" sldId="2147470016"/>
            <ac:spMk id="32" creationId="{F30B6FEB-AEE6-4C74-E944-EEC317349239}"/>
          </ac:spMkLst>
        </pc:spChg>
        <pc:spChg chg="mod">
          <ac:chgData name="Vandan Jain" userId="4244b45b-25d1-413d-855b-6597e767c081" providerId="ADAL" clId="{67AB2A15-26B8-47FB-BEC6-EFDC03C3B3B6}" dt="2026-03-02T08:23:04.574" v="793" actId="1038"/>
          <ac:spMkLst>
            <pc:docMk/>
            <pc:sldMk cId="4067805866" sldId="2147470016"/>
            <ac:spMk id="33" creationId="{BB9CDA12-6566-B28E-C400-3DB3F950322F}"/>
          </ac:spMkLst>
        </pc:spChg>
        <pc:spChg chg="mod">
          <ac:chgData name="Vandan Jain" userId="4244b45b-25d1-413d-855b-6597e767c081" providerId="ADAL" clId="{67AB2A15-26B8-47FB-BEC6-EFDC03C3B3B6}" dt="2026-03-02T08:20:58.323" v="645" actId="14100"/>
          <ac:spMkLst>
            <pc:docMk/>
            <pc:sldMk cId="4067805866" sldId="2147470016"/>
            <ac:spMk id="54" creationId="{5163C4AA-CD72-86F0-9D5C-40BEE0D737B9}"/>
          </ac:spMkLst>
        </pc:spChg>
        <pc:spChg chg="mod">
          <ac:chgData name="Vandan Jain" userId="4244b45b-25d1-413d-855b-6597e767c081" providerId="ADAL" clId="{67AB2A15-26B8-47FB-BEC6-EFDC03C3B3B6}" dt="2026-03-02T08:21:44.193" v="678" actId="2710"/>
          <ac:spMkLst>
            <pc:docMk/>
            <pc:sldMk cId="4067805866" sldId="2147470016"/>
            <ac:spMk id="64" creationId="{8EF4C970-0AEB-3507-DC4C-9293BE9B49C6}"/>
          </ac:spMkLst>
        </pc:spChg>
        <pc:spChg chg="mod">
          <ac:chgData name="Vandan Jain" userId="4244b45b-25d1-413d-855b-6597e767c081" providerId="ADAL" clId="{67AB2A15-26B8-47FB-BEC6-EFDC03C3B3B6}" dt="2026-03-02T08:21:29.875" v="669" actId="1036"/>
          <ac:spMkLst>
            <pc:docMk/>
            <pc:sldMk cId="4067805866" sldId="2147470016"/>
            <ac:spMk id="66" creationId="{20E541FA-397B-06A1-8116-BCFA09464965}"/>
          </ac:spMkLst>
        </pc:spChg>
        <pc:grpChg chg="mod">
          <ac:chgData name="Vandan Jain" userId="4244b45b-25d1-413d-855b-6597e767c081" providerId="ADAL" clId="{67AB2A15-26B8-47FB-BEC6-EFDC03C3B3B6}" dt="2026-03-02T08:22:37.544" v="746" actId="552"/>
          <ac:grpSpMkLst>
            <pc:docMk/>
            <pc:sldMk cId="4067805866" sldId="2147470016"/>
            <ac:grpSpMk id="34" creationId="{43FAA6D2-FA43-D5BA-DE51-35FA7FFC3D8E}"/>
          </ac:grpSpMkLst>
        </pc:grpChg>
        <pc:grpChg chg="mod">
          <ac:chgData name="Vandan Jain" userId="4244b45b-25d1-413d-855b-6597e767c081" providerId="ADAL" clId="{67AB2A15-26B8-47FB-BEC6-EFDC03C3B3B6}" dt="2026-03-02T08:22:40.234" v="747" actId="408"/>
          <ac:grpSpMkLst>
            <pc:docMk/>
            <pc:sldMk cId="4067805866" sldId="2147470016"/>
            <ac:grpSpMk id="39" creationId="{C87767FA-E0F4-1A8A-86B1-2E35771B5DD2}"/>
          </ac:grpSpMkLst>
        </pc:grpChg>
        <pc:grpChg chg="mod">
          <ac:chgData name="Vandan Jain" userId="4244b45b-25d1-413d-855b-6597e767c081" providerId="ADAL" clId="{67AB2A15-26B8-47FB-BEC6-EFDC03C3B3B6}" dt="2026-03-02T08:22:40.234" v="747" actId="408"/>
          <ac:grpSpMkLst>
            <pc:docMk/>
            <pc:sldMk cId="4067805866" sldId="2147470016"/>
            <ac:grpSpMk id="42" creationId="{BEDDA49E-C309-5EFC-3371-7B26398053F5}"/>
          </ac:grpSpMkLst>
        </pc:grpChg>
        <pc:grpChg chg="mod">
          <ac:chgData name="Vandan Jain" userId="4244b45b-25d1-413d-855b-6597e767c081" providerId="ADAL" clId="{67AB2A15-26B8-47FB-BEC6-EFDC03C3B3B6}" dt="2026-03-02T08:22:40.234" v="747" actId="408"/>
          <ac:grpSpMkLst>
            <pc:docMk/>
            <pc:sldMk cId="4067805866" sldId="2147470016"/>
            <ac:grpSpMk id="45" creationId="{DB383756-F3A8-8B6B-47DD-7B83711A3BD3}"/>
          </ac:grpSpMkLst>
        </pc:grpChg>
        <pc:grpChg chg="mod">
          <ac:chgData name="Vandan Jain" userId="4244b45b-25d1-413d-855b-6597e767c081" providerId="ADAL" clId="{67AB2A15-26B8-47FB-BEC6-EFDC03C3B3B6}" dt="2026-03-02T08:22:37.544" v="746" actId="552"/>
          <ac:grpSpMkLst>
            <pc:docMk/>
            <pc:sldMk cId="4067805866" sldId="2147470016"/>
            <ac:grpSpMk id="48" creationId="{9EE7FCA8-F2C6-D8B9-172C-6604FBC9C661}"/>
          </ac:grpSpMkLst>
        </pc:grpChg>
        <pc:grpChg chg="mod">
          <ac:chgData name="Vandan Jain" userId="4244b45b-25d1-413d-855b-6597e767c081" providerId="ADAL" clId="{67AB2A15-26B8-47FB-BEC6-EFDC03C3B3B6}" dt="2026-03-02T08:21:29.875" v="669" actId="1036"/>
          <ac:grpSpMkLst>
            <pc:docMk/>
            <pc:sldMk cId="4067805866" sldId="2147470016"/>
            <ac:grpSpMk id="53" creationId="{08936B67-2860-1765-5A2D-0ED8C7EC7FC0}"/>
          </ac:grpSpMkLst>
        </pc:grpChg>
        <pc:picChg chg="add mod">
          <ac:chgData name="Vandan Jain" userId="4244b45b-25d1-413d-855b-6597e767c081" providerId="ADAL" clId="{67AB2A15-26B8-47FB-BEC6-EFDC03C3B3B6}" dt="2026-03-02T08:21:21.828" v="665" actId="1036"/>
          <ac:picMkLst>
            <pc:docMk/>
            <pc:sldMk cId="4067805866" sldId="2147470016"/>
            <ac:picMk id="7" creationId="{EC9E2E41-899F-AB8F-FA7F-1471A6C51691}"/>
          </ac:picMkLst>
        </pc:picChg>
        <pc:picChg chg="del mod">
          <ac:chgData name="Vandan Jain" userId="4244b45b-25d1-413d-855b-6597e767c081" providerId="ADAL" clId="{67AB2A15-26B8-47FB-BEC6-EFDC03C3B3B6}" dt="2026-03-02T08:21:11.948" v="647" actId="478"/>
          <ac:picMkLst>
            <pc:docMk/>
            <pc:sldMk cId="4067805866" sldId="2147470016"/>
            <ac:picMk id="26" creationId="{C05D0F52-F000-4B6A-9F4C-E053389E1EAB}"/>
          </ac:picMkLst>
        </pc:picChg>
        <pc:picChg chg="mod">
          <ac:chgData name="Vandan Jain" userId="4244b45b-25d1-413d-855b-6597e767c081" providerId="ADAL" clId="{67AB2A15-26B8-47FB-BEC6-EFDC03C3B3B6}" dt="2026-03-02T08:20:28.209" v="637" actId="14100"/>
          <ac:picMkLst>
            <pc:docMk/>
            <pc:sldMk cId="4067805866" sldId="2147470016"/>
            <ac:picMk id="51" creationId="{BFF46BAB-9533-7D37-D484-C2349D03577B}"/>
          </ac:picMkLst>
        </pc:picChg>
        <pc:picChg chg="mod">
          <ac:chgData name="Vandan Jain" userId="4244b45b-25d1-413d-855b-6597e767c081" providerId="ADAL" clId="{67AB2A15-26B8-47FB-BEC6-EFDC03C3B3B6}" dt="2026-03-02T08:20:58.323" v="645" actId="14100"/>
          <ac:picMkLst>
            <pc:docMk/>
            <pc:sldMk cId="4067805866" sldId="2147470016"/>
            <ac:picMk id="72" creationId="{C559E1BB-F98E-571B-2C8F-760632D7CD71}"/>
          </ac:picMkLst>
        </pc:picChg>
        <pc:picChg chg="mod">
          <ac:chgData name="Vandan Jain" userId="4244b45b-25d1-413d-855b-6597e767c081" providerId="ADAL" clId="{67AB2A15-26B8-47FB-BEC6-EFDC03C3B3B6}" dt="2026-03-02T08:21:29.875" v="669" actId="1036"/>
          <ac:picMkLst>
            <pc:docMk/>
            <pc:sldMk cId="4067805866" sldId="2147470016"/>
            <ac:picMk id="81" creationId="{819C957E-4281-888B-D955-41CE846A0331}"/>
          </ac:picMkLst>
        </pc:picChg>
      </pc:sldChg>
      <pc:sldChg chg="modSp add mod">
        <pc:chgData name="Vandan Jain" userId="4244b45b-25d1-413d-855b-6597e767c081" providerId="ADAL" clId="{67AB2A15-26B8-47FB-BEC6-EFDC03C3B3B6}" dt="2026-03-02T05:59:48.463" v="402" actId="1036"/>
        <pc:sldMkLst>
          <pc:docMk/>
          <pc:sldMk cId="3120473942" sldId="2147470021"/>
        </pc:sldMkLst>
        <pc:spChg chg="mod">
          <ac:chgData name="Vandan Jain" userId="4244b45b-25d1-413d-855b-6597e767c081" providerId="ADAL" clId="{67AB2A15-26B8-47FB-BEC6-EFDC03C3B3B6}" dt="2026-03-02T05:59:48.463" v="402" actId="1036"/>
          <ac:spMkLst>
            <pc:docMk/>
            <pc:sldMk cId="3120473942" sldId="2147470021"/>
            <ac:spMk id="43" creationId="{FF872E0B-793C-5A5C-39D1-B14D743A2FFB}"/>
          </ac:spMkLst>
        </pc:spChg>
      </pc:sldChg>
      <pc:sldMasterChg chg="delSldLayout">
        <pc:chgData name="Vandan Jain" userId="4244b45b-25d1-413d-855b-6597e767c081" providerId="ADAL" clId="{67AB2A15-26B8-47FB-BEC6-EFDC03C3B3B6}" dt="2026-02-22T19:19:09.346" v="384" actId="47"/>
        <pc:sldMasterMkLst>
          <pc:docMk/>
          <pc:sldMasterMk cId="2863918117" sldId="2147483744"/>
        </pc:sldMasterMkLst>
      </pc:sldMasterChg>
    </pc:docChg>
  </pc:docChgLst>
  <pc:docChgLst>
    <pc:chgData name="Shreya Singh" userId="b354311e-5542-4a3b-80c7-af4347e0a1ac" providerId="ADAL" clId="{24CE2105-6015-495D-A54D-6F3B21ACCFC8}"/>
    <pc:docChg chg="undo custSel modSld">
      <pc:chgData name="Shreya Singh" userId="b354311e-5542-4a3b-80c7-af4347e0a1ac" providerId="ADAL" clId="{24CE2105-6015-495D-A54D-6F3B21ACCFC8}" dt="2026-03-02T08:33:54.233" v="83" actId="1036"/>
      <pc:docMkLst>
        <pc:docMk/>
      </pc:docMkLst>
      <pc:sldChg chg="modSp mod">
        <pc:chgData name="Shreya Singh" userId="b354311e-5542-4a3b-80c7-af4347e0a1ac" providerId="ADAL" clId="{24CE2105-6015-495D-A54D-6F3B21ACCFC8}" dt="2026-03-02T08:33:54.233" v="83" actId="1036"/>
        <pc:sldMkLst>
          <pc:docMk/>
          <pc:sldMk cId="1630386862" sldId="2147470008"/>
        </pc:sldMkLst>
        <pc:spChg chg="mod">
          <ac:chgData name="Shreya Singh" userId="b354311e-5542-4a3b-80c7-af4347e0a1ac" providerId="ADAL" clId="{24CE2105-6015-495D-A54D-6F3B21ACCFC8}" dt="2026-03-02T08:33:54.233" v="83" actId="1036"/>
          <ac:spMkLst>
            <pc:docMk/>
            <pc:sldMk cId="1630386862" sldId="2147470008"/>
            <ac:spMk id="3" creationId="{DA3B5A7B-B9D1-2B64-CAD0-43CB23302445}"/>
          </ac:spMkLst>
        </pc:spChg>
        <pc:spChg chg="mod">
          <ac:chgData name="Shreya Singh" userId="b354311e-5542-4a3b-80c7-af4347e0a1ac" providerId="ADAL" clId="{24CE2105-6015-495D-A54D-6F3B21ACCFC8}" dt="2026-03-02T08:33:54.233" v="83" actId="1036"/>
          <ac:spMkLst>
            <pc:docMk/>
            <pc:sldMk cId="1630386862" sldId="2147470008"/>
            <ac:spMk id="5" creationId="{40A7A011-A5B1-B465-6A3F-B4941EFA893C}"/>
          </ac:spMkLst>
        </pc:spChg>
        <pc:spChg chg="mod">
          <ac:chgData name="Shreya Singh" userId="b354311e-5542-4a3b-80c7-af4347e0a1ac" providerId="ADAL" clId="{24CE2105-6015-495D-A54D-6F3B21ACCFC8}" dt="2026-03-02T08:33:54.233" v="83" actId="1036"/>
          <ac:spMkLst>
            <pc:docMk/>
            <pc:sldMk cId="1630386862" sldId="2147470008"/>
            <ac:spMk id="17" creationId="{A92E1932-F00B-7615-5E7D-55DC4703F1C2}"/>
          </ac:spMkLst>
        </pc:spChg>
        <pc:spChg chg="mod">
          <ac:chgData name="Shreya Singh" userId="b354311e-5542-4a3b-80c7-af4347e0a1ac" providerId="ADAL" clId="{24CE2105-6015-495D-A54D-6F3B21ACCFC8}" dt="2026-03-02T08:33:54.233" v="83" actId="1036"/>
          <ac:spMkLst>
            <pc:docMk/>
            <pc:sldMk cId="1630386862" sldId="2147470008"/>
            <ac:spMk id="89" creationId="{2D7F975A-EFFC-ED2A-C751-F90289DD4D12}"/>
          </ac:spMkLst>
        </pc:spChg>
        <pc:spChg chg="mod">
          <ac:chgData name="Shreya Singh" userId="b354311e-5542-4a3b-80c7-af4347e0a1ac" providerId="ADAL" clId="{24CE2105-6015-495D-A54D-6F3B21ACCFC8}" dt="2026-03-02T08:33:54.233" v="83" actId="1036"/>
          <ac:spMkLst>
            <pc:docMk/>
            <pc:sldMk cId="1630386862" sldId="2147470008"/>
            <ac:spMk id="91" creationId="{1F261787-A532-6E06-5DBB-DC560E196235}"/>
          </ac:spMkLst>
        </pc:spChg>
        <pc:grpChg chg="mod">
          <ac:chgData name="Shreya Singh" userId="b354311e-5542-4a3b-80c7-af4347e0a1ac" providerId="ADAL" clId="{24CE2105-6015-495D-A54D-6F3B21ACCFC8}" dt="2026-03-02T08:33:54.233" v="83" actId="1036"/>
          <ac:grpSpMkLst>
            <pc:docMk/>
            <pc:sldMk cId="1630386862" sldId="2147470008"/>
            <ac:grpSpMk id="24" creationId="{B5803776-5E8B-2132-6273-96CF7F5813DA}"/>
          </ac:grpSpMkLst>
        </pc:grpChg>
      </pc:sldChg>
      <pc:sldChg chg="addSp modSp mod">
        <pc:chgData name="Shreya Singh" userId="b354311e-5542-4a3b-80c7-af4347e0a1ac" providerId="ADAL" clId="{24CE2105-6015-495D-A54D-6F3B21ACCFC8}" dt="2026-03-02T08:20:39.031" v="60" actId="1035"/>
        <pc:sldMkLst>
          <pc:docMk/>
          <pc:sldMk cId="3120473942" sldId="2147470021"/>
        </pc:sldMkLst>
        <pc:spChg chg="mod ord">
          <ac:chgData name="Shreya Singh" userId="b354311e-5542-4a3b-80c7-af4347e0a1ac" providerId="ADAL" clId="{24CE2105-6015-495D-A54D-6F3B21ACCFC8}" dt="2026-03-02T08:20:39.031" v="60" actId="1035"/>
          <ac:spMkLst>
            <pc:docMk/>
            <pc:sldMk cId="3120473942" sldId="2147470021"/>
            <ac:spMk id="32" creationId="{2B7296DD-C2C6-C96D-CAAA-50B400897B48}"/>
          </ac:spMkLst>
        </pc:spChg>
        <pc:spChg chg="mod">
          <ac:chgData name="Shreya Singh" userId="b354311e-5542-4a3b-80c7-af4347e0a1ac" providerId="ADAL" clId="{24CE2105-6015-495D-A54D-6F3B21ACCFC8}" dt="2026-03-02T08:20:31.881" v="57" actId="1035"/>
          <ac:spMkLst>
            <pc:docMk/>
            <pc:sldMk cId="3120473942" sldId="2147470021"/>
            <ac:spMk id="38" creationId="{BE677EFB-5162-0315-F0F0-43987902C36F}"/>
          </ac:spMkLst>
        </pc:spChg>
        <pc:spChg chg="mod">
          <ac:chgData name="Shreya Singh" userId="b354311e-5542-4a3b-80c7-af4347e0a1ac" providerId="ADAL" clId="{24CE2105-6015-495D-A54D-6F3B21ACCFC8}" dt="2026-03-02T08:20:31.881" v="57" actId="1035"/>
          <ac:spMkLst>
            <pc:docMk/>
            <pc:sldMk cId="3120473942" sldId="2147470021"/>
            <ac:spMk id="43" creationId="{FF872E0B-793C-5A5C-39D1-B14D743A2FFB}"/>
          </ac:spMkLst>
        </pc:spChg>
        <pc:grpChg chg="mod">
          <ac:chgData name="Shreya Singh" userId="b354311e-5542-4a3b-80c7-af4347e0a1ac" providerId="ADAL" clId="{24CE2105-6015-495D-A54D-6F3B21ACCFC8}" dt="2026-03-02T08:20:31.881" v="57" actId="1035"/>
          <ac:grpSpMkLst>
            <pc:docMk/>
            <pc:sldMk cId="3120473942" sldId="2147470021"/>
            <ac:grpSpMk id="39" creationId="{0721547A-3D42-3808-BFC8-B73A66A78D42}"/>
          </ac:grpSpMkLst>
        </pc:grpChg>
        <pc:graphicFrameChg chg="mod">
          <ac:chgData name="Shreya Singh" userId="b354311e-5542-4a3b-80c7-af4347e0a1ac" providerId="ADAL" clId="{24CE2105-6015-495D-A54D-6F3B21ACCFC8}" dt="2026-03-02T08:20:31.881" v="57" actId="1035"/>
          <ac:graphicFrameMkLst>
            <pc:docMk/>
            <pc:sldMk cId="3120473942" sldId="2147470021"/>
            <ac:graphicFrameMk id="36" creationId="{6D0E01E6-050E-A4E4-55C5-262EB2256E2A}"/>
          </ac:graphicFrameMkLst>
        </pc:graphicFrameChg>
        <pc:picChg chg="mod ord">
          <ac:chgData name="Shreya Singh" userId="b354311e-5542-4a3b-80c7-af4347e0a1ac" providerId="ADAL" clId="{24CE2105-6015-495D-A54D-6F3B21ACCFC8}" dt="2026-03-02T07:41:59.857" v="3" actId="1038"/>
          <ac:picMkLst>
            <pc:docMk/>
            <pc:sldMk cId="3120473942" sldId="2147470021"/>
            <ac:picMk id="2" creationId="{F4973285-5912-C42B-2BD5-4C081235F53E}"/>
          </ac:picMkLst>
        </pc:picChg>
        <pc:picChg chg="ord">
          <ac:chgData name="Shreya Singh" userId="b354311e-5542-4a3b-80c7-af4347e0a1ac" providerId="ADAL" clId="{24CE2105-6015-495D-A54D-6F3B21ACCFC8}" dt="2026-03-02T07:44:03.534" v="12" actId="167"/>
          <ac:picMkLst>
            <pc:docMk/>
            <pc:sldMk cId="3120473942" sldId="2147470021"/>
            <ac:picMk id="3" creationId="{5183A55F-3F3F-0226-9194-CE7B504E0403}"/>
          </ac:picMkLst>
        </pc:picChg>
        <pc:picChg chg="add mod ord modCrop">
          <ac:chgData name="Shreya Singh" userId="b354311e-5542-4a3b-80c7-af4347e0a1ac" providerId="ADAL" clId="{24CE2105-6015-495D-A54D-6F3B21ACCFC8}" dt="2026-03-02T07:43:56.300" v="11" actId="732"/>
          <ac:picMkLst>
            <pc:docMk/>
            <pc:sldMk cId="3120473942" sldId="2147470021"/>
            <ac:picMk id="4" creationId="{FECBBD0C-33BB-FCF5-277D-AFBC656D63A1}"/>
          </ac:picMkLst>
        </pc:picChg>
        <pc:picChg chg="mod">
          <ac:chgData name="Shreya Singh" userId="b354311e-5542-4a3b-80c7-af4347e0a1ac" providerId="ADAL" clId="{24CE2105-6015-495D-A54D-6F3B21ACCFC8}" dt="2026-03-02T08:20:31.881" v="57" actId="1035"/>
          <ac:picMkLst>
            <pc:docMk/>
            <pc:sldMk cId="3120473942" sldId="2147470021"/>
            <ac:picMk id="35" creationId="{949B0A9B-FAD2-EFDE-2B8A-CDEED4923C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06FF-988B-468D-BED5-ECE17E3ED50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17BF-D6A1-41FB-AA9B-31E83E01F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B40D-F18F-E16C-414E-278D7AAC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318DB-B491-3618-A4E0-CB26CC5C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EDBEC-0C05-EE12-A0EE-36643DBB1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18F1-5568-F7B6-9411-F33C2DFF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23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6E8D2-FFAE-E855-3EDF-7A10B0F8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E8A82-F3CF-8B35-A6AA-F8E89C7E5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8B415-73A4-A9F6-E5EE-799E6F636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58C56-E71D-4F43-486B-039897A87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099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806-E1D9-E4F7-E702-3D3691AA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307777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6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6">
          <p15:clr>
            <a:srgbClr val="5ACBF0"/>
          </p15:clr>
        </p15:guide>
        <p15:guide id="2" orient="horz" pos="1866">
          <p15:clr>
            <a:srgbClr val="5ACBF0"/>
          </p15:clr>
        </p15:guide>
        <p15:guide id="3" orient="horz" pos="42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C68C-392D-059B-C283-24C0EA65C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238"/>
            <a:ext cx="5829300" cy="3502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CEE45-B29E-1624-AB88-72AC61160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3200"/>
            <a:ext cx="5829300" cy="24288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7586305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3624453"/>
            <a:ext cx="6606540" cy="1523494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304699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74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1" y="3754488"/>
            <a:ext cx="6606540" cy="1393460"/>
          </a:xfrm>
        </p:spPr>
        <p:txBody>
          <a:bodyPr anchor="b"/>
          <a:lstStyle>
            <a:lvl1pPr algn="ctr">
              <a:defRPr sz="45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1" y="5282990"/>
            <a:ext cx="5829300" cy="278724"/>
          </a:xfrm>
        </p:spPr>
        <p:txBody>
          <a:bodyPr/>
          <a:lstStyle>
            <a:lvl1pPr marL="0" indent="0" algn="ctr">
              <a:buNone/>
              <a:defRPr sz="1811"/>
            </a:lvl1pPr>
            <a:lvl2pPr marL="344964" indent="0" algn="ctr">
              <a:buNone/>
              <a:defRPr sz="1509"/>
            </a:lvl2pPr>
            <a:lvl3pPr marL="689928" indent="0" algn="ctr">
              <a:buNone/>
              <a:defRPr sz="1358"/>
            </a:lvl3pPr>
            <a:lvl4pPr marL="1034892" indent="0" algn="ctr">
              <a:buNone/>
              <a:defRPr sz="1208"/>
            </a:lvl4pPr>
            <a:lvl5pPr marL="1379856" indent="0" algn="ctr">
              <a:buNone/>
              <a:defRPr sz="1208"/>
            </a:lvl5pPr>
            <a:lvl6pPr marL="1724820" indent="0" algn="ctr">
              <a:buNone/>
              <a:defRPr sz="1208"/>
            </a:lvl6pPr>
            <a:lvl7pPr marL="2069784" indent="0" algn="ctr">
              <a:buNone/>
              <a:defRPr sz="1208"/>
            </a:lvl7pPr>
            <a:lvl8pPr marL="2414748" indent="0" algn="ctr">
              <a:buNone/>
              <a:defRPr sz="1208"/>
            </a:lvl8pPr>
            <a:lvl9pPr marL="2759712" indent="0" algn="ctr">
              <a:buNone/>
              <a:defRPr sz="120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2017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1" y="3754488"/>
            <a:ext cx="6606540" cy="1393460"/>
          </a:xfrm>
        </p:spPr>
        <p:txBody>
          <a:bodyPr anchor="b"/>
          <a:lstStyle>
            <a:lvl1pPr algn="ctr">
              <a:defRPr sz="45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1" y="5282990"/>
            <a:ext cx="5829300" cy="278724"/>
          </a:xfrm>
        </p:spPr>
        <p:txBody>
          <a:bodyPr/>
          <a:lstStyle>
            <a:lvl1pPr marL="0" indent="0" algn="ctr">
              <a:buNone/>
              <a:defRPr sz="1811"/>
            </a:lvl1pPr>
            <a:lvl2pPr marL="344964" indent="0" algn="ctr">
              <a:buNone/>
              <a:defRPr sz="1509"/>
            </a:lvl2pPr>
            <a:lvl3pPr marL="689928" indent="0" algn="ctr">
              <a:buNone/>
              <a:defRPr sz="1358"/>
            </a:lvl3pPr>
            <a:lvl4pPr marL="1034892" indent="0" algn="ctr">
              <a:buNone/>
              <a:defRPr sz="1208"/>
            </a:lvl4pPr>
            <a:lvl5pPr marL="1379856" indent="0" algn="ctr">
              <a:buNone/>
              <a:defRPr sz="1208"/>
            </a:lvl5pPr>
            <a:lvl6pPr marL="1724820" indent="0" algn="ctr">
              <a:buNone/>
              <a:defRPr sz="1208"/>
            </a:lvl6pPr>
            <a:lvl7pPr marL="2069784" indent="0" algn="ctr">
              <a:buNone/>
              <a:defRPr sz="1208"/>
            </a:lvl7pPr>
            <a:lvl8pPr marL="2414748" indent="0" algn="ctr">
              <a:buNone/>
              <a:defRPr sz="1208"/>
            </a:lvl8pPr>
            <a:lvl9pPr marL="2759712" indent="0" algn="ctr">
              <a:buNone/>
              <a:defRPr sz="120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499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1F792-E3E4-D320-7BA5-A7D4D4104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88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6" y="749450"/>
            <a:ext cx="7024308" cy="2513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8" cy="8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1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24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ransition>
    <p:fade/>
  </p:transition>
  <p:hf sldNum="0" hdr="0" ftr="0" dt="0"/>
  <p:txStyles>
    <p:titleStyle>
      <a:lvl1pPr algn="l" defTabSz="543820" rtl="0" eaLnBrk="1" latinLnBrk="0" hangingPunct="1">
        <a:lnSpc>
          <a:spcPct val="100000"/>
        </a:lnSpc>
        <a:spcBef>
          <a:spcPct val="0"/>
        </a:spcBef>
        <a:buNone/>
        <a:defRPr lang="en-US" sz="1633" b="0" kern="1200" cap="none" spc="-29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43820" rtl="0" eaLnBrk="1" fontAlgn="auto" latinLnBrk="0" hangingPunct="1">
        <a:lnSpc>
          <a:spcPct val="100000"/>
        </a:lnSpc>
        <a:spcBef>
          <a:spcPts val="105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50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43820" rtl="0" eaLnBrk="1" fontAlgn="auto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933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16622" marR="0" indent="-116622" algn="l" defTabSz="543820" rtl="0" eaLnBrk="1" fontAlgn="auto" latinLnBrk="0" hangingPunct="1">
        <a:lnSpc>
          <a:spcPct val="100000"/>
        </a:lnSpc>
        <a:spcBef>
          <a:spcPts val="35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34576" marR="0" indent="-105515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51863" marR="0" indent="-117288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495504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6pPr>
      <a:lvl7pPr marL="176741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7pPr>
      <a:lvl8pPr marL="203932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6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7191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4382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1573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8764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5955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3146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0337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7528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6" y="749450"/>
            <a:ext cx="7024308" cy="2513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8" cy="8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1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7" y="1810206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4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ransition>
    <p:fade/>
  </p:transition>
  <p:hf sldNum="0" hdr="0" ftr="0" dt="0"/>
  <p:txStyles>
    <p:titleStyle>
      <a:lvl1pPr algn="l" defTabSz="543820" rtl="0" eaLnBrk="1" latinLnBrk="0" hangingPunct="1">
        <a:lnSpc>
          <a:spcPct val="100000"/>
        </a:lnSpc>
        <a:spcBef>
          <a:spcPct val="0"/>
        </a:spcBef>
        <a:buNone/>
        <a:defRPr lang="en-US" sz="1633" b="0" kern="1200" cap="none" spc="-29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43820" rtl="0" eaLnBrk="1" fontAlgn="auto" latinLnBrk="0" hangingPunct="1">
        <a:lnSpc>
          <a:spcPct val="100000"/>
        </a:lnSpc>
        <a:spcBef>
          <a:spcPts val="105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50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43820" rtl="0" eaLnBrk="1" fontAlgn="auto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933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16622" marR="0" indent="-116622" algn="l" defTabSz="543820" rtl="0" eaLnBrk="1" fontAlgn="auto" latinLnBrk="0" hangingPunct="1">
        <a:lnSpc>
          <a:spcPct val="100000"/>
        </a:lnSpc>
        <a:spcBef>
          <a:spcPts val="35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34576" marR="0" indent="-105515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51863" marR="0" indent="-117288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495504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6pPr>
      <a:lvl7pPr marL="176741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7pPr>
      <a:lvl8pPr marL="203932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6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7191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4382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1573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8764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5955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3146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0337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7528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hyperlink" Target="https://www.microsoft.com/en-us/security/blog/2022/02/17/4-best-practices-to-implement-a-comprehensive-zero-trust-security-approach/" TargetMode="External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16.sv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active-directory/fundamentals/whatis" TargetMode="External"/><Relationship Id="rId3" Type="http://schemas.openxmlformats.org/officeDocument/2006/relationships/image" Target="../media/image23.png"/><Relationship Id="rId7" Type="http://schemas.openxmlformats.org/officeDocument/2006/relationships/hyperlink" Target="https://www.microsoft.com/en-us/security/business/cloud-app-securit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microsoft.com/en-us/microsoft-365/security/office-365-security/?view=o365-worldwide" TargetMode="External"/><Relationship Id="rId11" Type="http://schemas.openxmlformats.org/officeDocument/2006/relationships/hyperlink" Target="https://learn.microsoft.com/en-us/azure/defender-for-iot/organizations/manage-subscriptions-enterprise" TargetMode="External"/><Relationship Id="rId5" Type="http://schemas.openxmlformats.org/officeDocument/2006/relationships/image" Target="../media/image25.png"/><Relationship Id="rId10" Type="http://schemas.openxmlformats.org/officeDocument/2006/relationships/hyperlink" Target="https://docs.microsoft.com/en-us/microsoft-365/security/defender-endpoint/?view=o365-worldwide" TargetMode="External"/><Relationship Id="rId4" Type="http://schemas.openxmlformats.org/officeDocument/2006/relationships/image" Target="../media/image24.png"/><Relationship Id="rId9" Type="http://schemas.openxmlformats.org/officeDocument/2006/relationships/hyperlink" Target="https://docs.microsoft.com/en-us/defender-for-identity/?view=o365-worldw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0" y="430051"/>
            <a:ext cx="7772399" cy="962834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5642" y="108"/>
            <a:ext cx="7778292" cy="1944572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361456" y="2210452"/>
            <a:ext cx="1842977" cy="3096832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829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0" y="1"/>
            <a:ext cx="7772399" cy="1915596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2400846" y="2268105"/>
            <a:ext cx="5010098" cy="2253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algn="l" defTabSz="836245">
              <a:defRPr/>
            </a:pPr>
            <a:r>
              <a:rPr lang="en-US" sz="1464">
                <a:solidFill>
                  <a:srgbClr val="C03BC4"/>
                </a:solidFill>
              </a:rPr>
              <a:t>Enhanced protection with Microsoft Defender Suite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2404110" y="2606936"/>
            <a:ext cx="4911090" cy="273921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36275">
              <a:spcAft>
                <a:spcPts val="1097"/>
              </a:spcAft>
              <a:defRPr/>
            </a:pPr>
            <a:r>
              <a:rPr lang="en-US" sz="1254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defTabSz="836275">
              <a:spcAft>
                <a:spcPts val="1097"/>
              </a:spcAft>
              <a:defRPr/>
            </a:pPr>
            <a:r>
              <a:rPr lang="en-US" sz="1254" b="1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Zero Trust across your entire digital estate―</a:t>
            </a:r>
            <a:r>
              <a:rPr lang="en-US" sz="1254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defTabSz="836275">
              <a:spcAft>
                <a:spcPts val="1097"/>
              </a:spcAft>
              <a:defRPr/>
            </a:pPr>
            <a:r>
              <a:rPr lang="en-US" sz="1254" b="1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Unified exposure management―</a:t>
            </a:r>
            <a:r>
              <a:rPr lang="en-US" sz="1254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Continuously assess security posture, enable </a:t>
            </a:r>
            <a:r>
              <a:rPr lang="en-US" sz="1254">
                <a:solidFill>
                  <a:srgbClr val="000000"/>
                </a:solidFill>
                <a:latin typeface="Segoe UI"/>
              </a:rPr>
              <a:t>proactive risk management and protection of assets.</a:t>
            </a:r>
            <a:endParaRPr lang="en-US" sz="1254">
              <a:solidFill>
                <a:srgbClr val="000000"/>
              </a:solidFill>
              <a:latin typeface="Segoe Sans Display" pitchFamily="2" charset="0"/>
              <a:cs typeface="Segoe Sans Display" pitchFamily="2" charset="0"/>
            </a:endParaRPr>
          </a:p>
          <a:p>
            <a:pPr defTabSz="836275">
              <a:spcAft>
                <a:spcPts val="1097"/>
              </a:spcAft>
              <a:defRPr/>
            </a:pPr>
            <a:r>
              <a:rPr lang="en-US" sz="1254" b="1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Unified security operations platform</a:t>
            </a:r>
            <a:r>
              <a:rPr lang="en-US" sz="1254">
                <a:solidFill>
                  <a:srgbClr val="000000"/>
                </a:solidFill>
                <a:latin typeface="Segoe UI"/>
              </a:rPr>
              <a:t>―Leverage a single, integrated solution for end-to-end security operations, enhancing </a:t>
            </a:r>
            <a:r>
              <a:rPr lang="en-US" sz="1254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684727" y="9662165"/>
            <a:ext cx="6413724" cy="1266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18138">
              <a:defRPr/>
            </a:pPr>
            <a:r>
              <a:rPr lang="en-US" sz="823" baseline="3000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1 </a:t>
            </a:r>
            <a:r>
              <a:rPr lang="en-US" sz="823">
                <a:solidFill>
                  <a:srgbClr val="000000"/>
                </a:solidFill>
                <a:latin typeface="Segoe Sans Text" pitchFamily="2" charset="0"/>
                <a:hlinkClick r:id="rId5"/>
              </a:rPr>
              <a:t>Source: Microsoft</a:t>
            </a:r>
            <a:r>
              <a:rPr lang="en-US" sz="823">
                <a:solidFill>
                  <a:srgbClr val="000000"/>
                </a:solidFill>
                <a:latin typeface="Segoe Sans Text" pitchFamily="2" charset="0"/>
              </a:rPr>
              <a:t> 	</a:t>
            </a:r>
            <a:r>
              <a:rPr lang="en-US" sz="823" baseline="3000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2 </a:t>
            </a:r>
            <a:r>
              <a:rPr lang="en-US" sz="823">
                <a:solidFill>
                  <a:srgbClr val="000000"/>
                </a:solidFill>
                <a:latin typeface="Segoe Sans Text" pitchFamily="2" charset="0"/>
              </a:rPr>
              <a:t>Source: </a:t>
            </a:r>
            <a:r>
              <a:rPr lang="en-US" sz="640">
                <a:solidFill>
                  <a:srgbClr val="000000"/>
                </a:solidFill>
                <a:latin typeface="Segoe Sans Text" pitchFamily="2" charset="0"/>
              </a:rPr>
              <a:t>IBM Cost of a Data Breach Report, IBM, p. 6​</a:t>
            </a:r>
            <a:endParaRPr lang="en-US" sz="823">
              <a:solidFill>
                <a:srgbClr val="000000"/>
              </a:solidFill>
              <a:latin typeface="Segoe UI" panose="020B0502040204020203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10421-35D7-13B2-19F6-E270E00A31DF}"/>
              </a:ext>
            </a:extLst>
          </p:cNvPr>
          <p:cNvSpPr txBox="1">
            <a:spLocks/>
          </p:cNvSpPr>
          <p:nvPr/>
        </p:nvSpPr>
        <p:spPr>
          <a:xfrm>
            <a:off x="819486" y="5429516"/>
            <a:ext cx="6140350" cy="334484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83621" tIns="41811" rIns="83621" bIns="41811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836245" fontAlgn="base">
              <a:spcAft>
                <a:spcPct val="0"/>
              </a:spcAft>
              <a:defRPr/>
            </a:pPr>
            <a:r>
              <a:rPr lang="en-US" sz="1464" spc="0">
                <a:ln>
                  <a:noFill/>
                </a:ln>
                <a:solidFill>
                  <a:srgbClr val="C03BC4"/>
                </a:solidFill>
                <a:latin typeface="Segoe Sans Display Semibold" pitchFamily="2" charset="0"/>
                <a:cs typeface="Segoe Sans Display Semibold" pitchFamily="2" charset="0"/>
              </a:rPr>
              <a:t>Protect your entire estate</a:t>
            </a:r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32D52542-94BE-EFA3-6259-A9AF7AA6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84463" y="5835988"/>
            <a:ext cx="1332000" cy="3572995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CE6CFC70-06C7-C291-DA51-1D3359F2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797525" y="5835988"/>
            <a:ext cx="1332000" cy="3572995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6" name="Rounded Rectangle 32">
            <a:extLst>
              <a:ext uri="{FF2B5EF4-FFF2-40B4-BE49-F238E27FC236}">
                <a16:creationId xmlns:a16="http://schemas.microsoft.com/office/drawing/2014/main" id="{6643373C-AB83-B631-F611-FB8BFCAF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210587" y="5835988"/>
            <a:ext cx="1332000" cy="3572995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9" name="Rounded Rectangle 32">
            <a:extLst>
              <a:ext uri="{FF2B5EF4-FFF2-40B4-BE49-F238E27FC236}">
                <a16:creationId xmlns:a16="http://schemas.microsoft.com/office/drawing/2014/main" id="{A1B8BB60-2805-B2B9-A781-B5FC7BD20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623649" y="5835988"/>
            <a:ext cx="1332000" cy="3572995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7501D1C1-B340-0CCA-6ED7-0F68AE84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036711" y="5835988"/>
            <a:ext cx="1332000" cy="3572995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09689-9230-8774-332C-E0502BB2667B}"/>
              </a:ext>
            </a:extLst>
          </p:cNvPr>
          <p:cNvSpPr txBox="1"/>
          <p:nvPr/>
        </p:nvSpPr>
        <p:spPr>
          <a:xfrm>
            <a:off x="418217" y="6369446"/>
            <a:ext cx="1228887" cy="443511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75">
              <a:lnSpc>
                <a:spcPts val="1372"/>
              </a:lnSpc>
              <a:defRPr/>
            </a:pPr>
            <a:r>
              <a:rPr lang="en-US" sz="1189" b="1" spc="-19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Identity and access controls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AAF97-9212-E6FA-5DCB-13B6B6C5B179}"/>
              </a:ext>
            </a:extLst>
          </p:cNvPr>
          <p:cNvSpPr txBox="1"/>
          <p:nvPr/>
        </p:nvSpPr>
        <p:spPr>
          <a:xfrm>
            <a:off x="417711" y="6846472"/>
            <a:ext cx="1228887" cy="2335896"/>
          </a:xfrm>
          <a:prstGeom prst="rect">
            <a:avLst/>
          </a:prstGeom>
          <a:noFill/>
        </p:spPr>
        <p:txBody>
          <a:bodyPr wrap="square" lIns="32922" tIns="0" rIns="32922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Risk-based conditional   access and sign     -in assessment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Visibility into    risky sign-ins and user behavior anomalies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ID Governance  and Privileged Identity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8930A1-FD77-508B-448D-7B8276947F22}"/>
              </a:ext>
            </a:extLst>
          </p:cNvPr>
          <p:cNvSpPr txBox="1"/>
          <p:nvPr/>
        </p:nvSpPr>
        <p:spPr>
          <a:xfrm>
            <a:off x="1823305" y="6369446"/>
            <a:ext cx="1104266" cy="443511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75">
              <a:lnSpc>
                <a:spcPts val="1372"/>
              </a:lnSpc>
              <a:defRPr/>
            </a:pPr>
            <a:r>
              <a:rPr lang="en-US" sz="1189" b="1" spc="-19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Identity protection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B45DB-3E40-0CF7-6744-E0B2062194C7}"/>
              </a:ext>
            </a:extLst>
          </p:cNvPr>
          <p:cNvSpPr txBox="1"/>
          <p:nvPr/>
        </p:nvSpPr>
        <p:spPr>
          <a:xfrm>
            <a:off x="1824469" y="6846474"/>
            <a:ext cx="1251939" cy="1814599"/>
          </a:xfrm>
          <a:prstGeom prst="rect">
            <a:avLst/>
          </a:prstGeom>
          <a:noFill/>
        </p:spPr>
        <p:txBody>
          <a:bodyPr wrap="square" lIns="32922" tIns="0" rIns="32922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Threat and suspicious user activity detection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Built-in response and automated playbooks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Context-rich identity insights during investigations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FB9E0-57EC-A667-BD67-1FCD18922E87}"/>
              </a:ext>
            </a:extLst>
          </p:cNvPr>
          <p:cNvSpPr txBox="1"/>
          <p:nvPr/>
        </p:nvSpPr>
        <p:spPr>
          <a:xfrm>
            <a:off x="3238660" y="6369446"/>
            <a:ext cx="1104266" cy="443511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75">
              <a:lnSpc>
                <a:spcPts val="1372"/>
              </a:lnSpc>
              <a:defRPr/>
            </a:pPr>
            <a:r>
              <a:rPr lang="en-US" sz="1189" b="1" spc="-19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Device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D9765-BB48-31C0-F235-A24DE8372F92}"/>
              </a:ext>
            </a:extLst>
          </p:cNvPr>
          <p:cNvSpPr txBox="1"/>
          <p:nvPr/>
        </p:nvSpPr>
        <p:spPr>
          <a:xfrm>
            <a:off x="3263051" y="6846473"/>
            <a:ext cx="1228887" cy="2335896"/>
          </a:xfrm>
          <a:prstGeom prst="rect">
            <a:avLst/>
          </a:prstGeom>
          <a:noFill/>
        </p:spPr>
        <p:txBody>
          <a:bodyPr wrap="square" lIns="32922" tIns="0" rIns="32922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Industry-leading antimalware and conditional access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Endpoint security and EDR with advanced threat hunting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Attack surface reduction capabilities powered by Secure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6A2D5-943C-CCFD-15E1-74D78E2C1224}"/>
              </a:ext>
            </a:extLst>
          </p:cNvPr>
          <p:cNvSpPr txBox="1"/>
          <p:nvPr/>
        </p:nvSpPr>
        <p:spPr>
          <a:xfrm>
            <a:off x="4644111" y="6369446"/>
            <a:ext cx="1161990" cy="443511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75">
              <a:lnSpc>
                <a:spcPts val="1372"/>
              </a:lnSpc>
              <a:defRPr/>
            </a:pPr>
            <a:r>
              <a:rPr lang="en-US" sz="1189" b="1" spc="-19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Collaboration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AA6581-4A62-F733-84E1-D95525161BF1}"/>
              </a:ext>
            </a:extLst>
          </p:cNvPr>
          <p:cNvSpPr txBox="1"/>
          <p:nvPr/>
        </p:nvSpPr>
        <p:spPr>
          <a:xfrm>
            <a:off x="4668505" y="6846472"/>
            <a:ext cx="1161990" cy="1949893"/>
          </a:xfrm>
          <a:prstGeom prst="rect">
            <a:avLst/>
          </a:prstGeom>
          <a:noFill/>
        </p:spPr>
        <p:txBody>
          <a:bodyPr wrap="square" lIns="32922" tIns="0" rIns="32922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Advanced email and collaboration security with automated investigation   and response 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End user phishing simulation trainings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9480A-D377-F04B-D795-8C3BA6F6AE38}"/>
              </a:ext>
            </a:extLst>
          </p:cNvPr>
          <p:cNvSpPr txBox="1"/>
          <p:nvPr/>
        </p:nvSpPr>
        <p:spPr>
          <a:xfrm>
            <a:off x="6038566" y="6369446"/>
            <a:ext cx="939623" cy="443511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75">
              <a:lnSpc>
                <a:spcPts val="1372"/>
              </a:lnSpc>
              <a:defRPr/>
            </a:pPr>
            <a:r>
              <a:rPr lang="en-US" sz="1189" b="1" spc="-19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SaaS security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DA12-6566-B28E-C400-3DB3F950322F}"/>
              </a:ext>
            </a:extLst>
          </p:cNvPr>
          <p:cNvSpPr txBox="1"/>
          <p:nvPr/>
        </p:nvSpPr>
        <p:spPr>
          <a:xfrm>
            <a:off x="6058739" y="6846474"/>
            <a:ext cx="1185231" cy="1988365"/>
          </a:xfrm>
          <a:prstGeom prst="rect">
            <a:avLst/>
          </a:prstGeom>
          <a:noFill/>
        </p:spPr>
        <p:txBody>
          <a:bodyPr wrap="square" lIns="32922" tIns="0" rIns="32922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Visibility into “Shadow IT”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Uncovers configuration gaps and offers recommendations</a:t>
            </a:r>
          </a:p>
          <a:p>
            <a:pPr marL="84208" indent="-84208" algn="l" defTabSz="836245">
              <a:spcAft>
                <a:spcPts val="27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129" err="1">
                <a:solidFill>
                  <a:srgbClr val="000000">
                    <a:lumMod val="85000"/>
                    <a:lumOff val="15000"/>
                  </a:srgbClr>
                </a:solidFill>
              </a:rPr>
              <a:t>LoB</a:t>
            </a:r>
            <a:r>
              <a:rPr lang="en-US" sz="1129">
                <a:solidFill>
                  <a:srgbClr val="000000">
                    <a:lumMod val="85000"/>
                    <a:lumOff val="15000"/>
                  </a:srgbClr>
                </a:solidFill>
              </a:rPr>
              <a:t> app monitoring, governance and protection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FAA6D2-FA43-D5BA-DE51-35FA7FFC3D8E}"/>
              </a:ext>
            </a:extLst>
          </p:cNvPr>
          <p:cNvGrpSpPr/>
          <p:nvPr/>
        </p:nvGrpSpPr>
        <p:grpSpPr>
          <a:xfrm>
            <a:off x="472747" y="5981167"/>
            <a:ext cx="326241" cy="326240"/>
            <a:chOff x="1279013" y="2060414"/>
            <a:chExt cx="441393" cy="4413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D97C9-E218-702D-C573-EC595E24D206}"/>
                </a:ext>
              </a:extLst>
            </p:cNvPr>
            <p:cNvSpPr/>
            <p:nvPr/>
          </p:nvSpPr>
          <p:spPr bwMode="auto">
            <a:xfrm rot="5400000">
              <a:off x="1279015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Graphic 81" descr="Icon of an app window with a closed padlock">
              <a:extLst>
                <a:ext uri="{FF2B5EF4-FFF2-40B4-BE49-F238E27FC236}">
                  <a16:creationId xmlns:a16="http://schemas.microsoft.com/office/drawing/2014/main" id="{04B475BC-BA57-5216-CE2C-96C8D24A3BE0}"/>
                </a:ext>
              </a:extLst>
            </p:cNvPr>
            <p:cNvSpPr/>
            <p:nvPr/>
          </p:nvSpPr>
          <p:spPr>
            <a:xfrm>
              <a:off x="1405253" y="2181887"/>
              <a:ext cx="188914" cy="198443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34390" tIns="23519" rIns="134390" bIns="25087" rtlCol="0" anchor="ctr">
              <a:noAutofit/>
            </a:bodyPr>
            <a:lstStyle/>
            <a:p>
              <a:pPr algn="ctr" defTabSz="2081408" fontAlgn="base">
                <a:spcBef>
                  <a:spcPts val="1647"/>
                </a:spcBef>
                <a:spcAft>
                  <a:spcPts val="1647"/>
                </a:spcAft>
                <a:tabLst>
                  <a:tab pos="3385014" algn="l"/>
                </a:tabLst>
                <a:defRPr/>
              </a:pPr>
              <a:endParaRPr lang="en-US" sz="1647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767FA-E0F4-1A8A-86B1-2E35771B5DD2}"/>
              </a:ext>
            </a:extLst>
          </p:cNvPr>
          <p:cNvGrpSpPr/>
          <p:nvPr/>
        </p:nvGrpSpPr>
        <p:grpSpPr>
          <a:xfrm>
            <a:off x="1882165" y="5981167"/>
            <a:ext cx="326241" cy="326240"/>
            <a:chOff x="1980053" y="1931419"/>
            <a:chExt cx="356747" cy="35674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23ABBF-3EEA-332A-7864-DA7AD0C0A67B}"/>
                </a:ext>
              </a:extLst>
            </p:cNvPr>
            <p:cNvSpPr/>
            <p:nvPr/>
          </p:nvSpPr>
          <p:spPr bwMode="auto">
            <a:xfrm rot="5400000">
              <a:off x="19800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C01A3938-EB10-BCEE-6CDE-225ADE6C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61000" y="2012363"/>
              <a:ext cx="194854" cy="19485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DDA49E-C309-5EFC-3371-7B26398053F5}"/>
              </a:ext>
            </a:extLst>
          </p:cNvPr>
          <p:cNvGrpSpPr/>
          <p:nvPr/>
        </p:nvGrpSpPr>
        <p:grpSpPr>
          <a:xfrm>
            <a:off x="3291583" y="5981167"/>
            <a:ext cx="326241" cy="326240"/>
            <a:chOff x="3392293" y="1931419"/>
            <a:chExt cx="356747" cy="3567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2CF85D-87B5-FFDE-8B4A-FDD167B25F94}"/>
                </a:ext>
              </a:extLst>
            </p:cNvPr>
            <p:cNvSpPr/>
            <p:nvPr/>
          </p:nvSpPr>
          <p:spPr bwMode="auto">
            <a:xfrm rot="5400000">
              <a:off x="33922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B18B696-F885-0B38-CF0E-59470F627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463432" y="2002557"/>
              <a:ext cx="214468" cy="21446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383756-F3A8-8B6B-47DD-7B83711A3BD3}"/>
              </a:ext>
            </a:extLst>
          </p:cNvPr>
          <p:cNvGrpSpPr/>
          <p:nvPr/>
        </p:nvGrpSpPr>
        <p:grpSpPr>
          <a:xfrm>
            <a:off x="4701001" y="5981167"/>
            <a:ext cx="326241" cy="326240"/>
            <a:chOff x="4824853" y="1931419"/>
            <a:chExt cx="356747" cy="3567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378CB4-A418-1354-A2FE-DE38BC98C0AE}"/>
                </a:ext>
              </a:extLst>
            </p:cNvPr>
            <p:cNvSpPr/>
            <p:nvPr/>
          </p:nvSpPr>
          <p:spPr bwMode="auto">
            <a:xfrm rot="5400000">
              <a:off x="48248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FE3AD69-2B4A-FD8E-16DD-EB48C1967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2401" r="2401"/>
            <a:stretch>
              <a:fillRect/>
            </a:stretch>
          </p:blipFill>
          <p:spPr>
            <a:xfrm>
              <a:off x="4919657" y="2022007"/>
              <a:ext cx="167138" cy="17557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E7FCA8-F2C6-D8B9-172C-6604FBC9C661}"/>
              </a:ext>
            </a:extLst>
          </p:cNvPr>
          <p:cNvGrpSpPr/>
          <p:nvPr/>
        </p:nvGrpSpPr>
        <p:grpSpPr>
          <a:xfrm>
            <a:off x="6110420" y="5981167"/>
            <a:ext cx="326241" cy="326240"/>
            <a:chOff x="6237093" y="1931419"/>
            <a:chExt cx="356747" cy="35674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304641A-6F6D-1A68-621E-9FBB381E107C}"/>
                </a:ext>
              </a:extLst>
            </p:cNvPr>
            <p:cNvSpPr/>
            <p:nvPr/>
          </p:nvSpPr>
          <p:spPr bwMode="auto">
            <a:xfrm rot="5400000">
              <a:off x="62370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2E14B32-7A5A-A920-BEAA-CDA82C31D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317775" y="2029597"/>
              <a:ext cx="195382" cy="16038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546633" y="2365474"/>
            <a:ext cx="1472618" cy="2745446"/>
            <a:chOff x="474385" y="2278797"/>
            <a:chExt cx="1610317" cy="3002164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474385" y="3487120"/>
              <a:ext cx="1610317" cy="17938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0" normalizeH="0" baseline="0">
                  <a:ln>
                    <a:noFill/>
                  </a:ln>
                  <a:gradFill>
                    <a:gsLst>
                      <a:gs pos="45000">
                        <a:srgbClr val="2A446F"/>
                      </a:gs>
                      <a:gs pos="100000">
                        <a:srgbClr val="2A446F"/>
                      </a:gs>
                    </a:gsLst>
                    <a:lin ang="2700000" scaled="1"/>
                  </a:gradFill>
                  <a:effectLst/>
                  <a:uLnTx/>
                  <a:uFillTx/>
                  <a:cs typeface="Segoe UI" panose="020B0502040204020203" pitchFamily="34" charset="0"/>
                </a:defRPr>
              </a:lvl1pPr>
            </a:lstStyle>
            <a:p>
              <a:pPr defTabSz="836245">
                <a:spcAft>
                  <a:spcPts val="549"/>
                </a:spcAft>
                <a:defRPr/>
              </a:pPr>
              <a:r>
                <a:rPr lang="en-US" sz="1464">
                  <a:solidFill>
                    <a:srgbClr val="FFFFFF"/>
                  </a:solidFill>
                  <a:latin typeface="Segoe Sans Display Semibold" pitchFamily="2" charset="0"/>
                  <a:cs typeface="Segoe Sans Display Semibold" pitchFamily="2" charset="0"/>
                </a:rPr>
                <a:t>Industry leader</a:t>
              </a:r>
            </a:p>
            <a:p>
              <a:pPr defTabSz="836245">
                <a:spcAft>
                  <a:spcPts val="549"/>
                </a:spcAft>
                <a:defRPr/>
              </a:pPr>
              <a:r>
                <a:rPr lang="en-US" sz="1254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lang="en-US" sz="1254" baseline="30000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 1 </a:t>
              </a:r>
              <a:endParaRPr lang="en-US" sz="1254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algn="ctr" defTabSz="836275">
                <a:defRPr/>
              </a:pPr>
              <a:endParaRPr lang="en-US" sz="1647" kern="0">
                <a:solidFill>
                  <a:srgbClr val="000000"/>
                </a:solidFill>
                <a:latin typeface="Segoe Sans Display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47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4372" y="2590810"/>
            <a:ext cx="583889" cy="583889"/>
          </a:xfrm>
          <a:prstGeom prst="rect">
            <a:avLst/>
          </a:prstGeom>
        </p:spPr>
      </p:pic>
      <p:sp>
        <p:nvSpPr>
          <p:cNvPr id="3" name="Title 31">
            <a:extLst>
              <a:ext uri="{FF2B5EF4-FFF2-40B4-BE49-F238E27FC236}">
                <a16:creationId xmlns:a16="http://schemas.microsoft.com/office/drawing/2014/main" id="{2C0969B5-AF06-02F8-CF75-1D58DBD095EE}"/>
              </a:ext>
            </a:extLst>
          </p:cNvPr>
          <p:cNvSpPr txBox="1">
            <a:spLocks/>
          </p:cNvSpPr>
          <p:nvPr/>
        </p:nvSpPr>
        <p:spPr>
          <a:xfrm>
            <a:off x="361456" y="842062"/>
            <a:ext cx="5491959" cy="7881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54382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33" b="0" kern="1200" cap="none" spc="-29" baseline="0" dirty="0" smtClean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defTabSz="459952">
              <a:spcBef>
                <a:spcPts val="0"/>
              </a:spcBef>
            </a:pPr>
            <a:r>
              <a:rPr lang="en-US" sz="2561">
                <a:solidFill>
                  <a:srgbClr val="C03BC4"/>
                </a:solidFill>
                <a:cs typeface="Segoe Sans Display Semilight" pitchFamily="2" charset="0"/>
              </a:rPr>
              <a:t>Microsoft Defender Suite </a:t>
            </a:r>
            <a:r>
              <a:rPr lang="en-US" sz="2561">
                <a:solidFill>
                  <a:schemeClr val="tx1"/>
                </a:solidFill>
                <a:cs typeface="Segoe Sans Display Semilight" pitchFamily="2" charset="0"/>
              </a:rPr>
              <a:t>for Microsoft 365 Business Premium</a:t>
            </a:r>
          </a:p>
        </p:txBody>
      </p:sp>
      <p:pic>
        <p:nvPicPr>
          <p:cNvPr id="7" name="Graphic 6" descr="Microsoft Security">
            <a:extLst>
              <a:ext uri="{FF2B5EF4-FFF2-40B4-BE49-F238E27FC236}">
                <a16:creationId xmlns:a16="http://schemas.microsoft.com/office/drawing/2014/main" id="{EC9E2E41-899F-AB8F-FA7F-1471A6C5169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 bwMode="black">
          <a:xfrm>
            <a:off x="390568" y="398828"/>
            <a:ext cx="1655280" cy="20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7E35-A357-6951-93B8-84DA1F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3468742" descr="preencoded.png">
            <a:extLst>
              <a:ext uri="{FF2B5EF4-FFF2-40B4-BE49-F238E27FC236}">
                <a16:creationId xmlns:a16="http://schemas.microsoft.com/office/drawing/2014/main" id="{935D4737-AF15-D2BD-A0CA-A169A8D5D2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" b="17144"/>
          <a:stretch>
            <a:fillRect/>
          </a:stretch>
        </p:blipFill>
        <p:spPr>
          <a:xfrm>
            <a:off x="0" y="430051"/>
            <a:ext cx="7772399" cy="9628348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F261787-A532-6E06-5DBB-DC560E196235}"/>
              </a:ext>
            </a:extLst>
          </p:cNvPr>
          <p:cNvSpPr/>
          <p:nvPr/>
        </p:nvSpPr>
        <p:spPr bwMode="auto">
          <a:xfrm>
            <a:off x="390568" y="2008622"/>
            <a:ext cx="2057819" cy="3407701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829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D7F975A-EFFC-ED2A-C751-F90289DD4D12}"/>
              </a:ext>
            </a:extLst>
          </p:cNvPr>
          <p:cNvSpPr/>
          <p:nvPr/>
        </p:nvSpPr>
        <p:spPr bwMode="auto">
          <a:xfrm>
            <a:off x="592342" y="4001960"/>
            <a:ext cx="1668491" cy="698019"/>
          </a:xfrm>
          <a:prstGeom prst="roundRect">
            <a:avLst>
              <a:gd name="adj" fmla="val 896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64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81BFA34-B18A-5D19-CB2E-5EFFFD85E75F}"/>
              </a:ext>
            </a:extLst>
          </p:cNvPr>
          <p:cNvSpPr/>
          <p:nvPr/>
        </p:nvSpPr>
        <p:spPr bwMode="auto">
          <a:xfrm>
            <a:off x="409040" y="6396261"/>
            <a:ext cx="2268000" cy="3076528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64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9FF4C58-C222-0372-551A-B65DBB1DB687}"/>
              </a:ext>
            </a:extLst>
          </p:cNvPr>
          <p:cNvSpPr/>
          <p:nvPr/>
        </p:nvSpPr>
        <p:spPr bwMode="auto">
          <a:xfrm>
            <a:off x="2787789" y="6396261"/>
            <a:ext cx="2268000" cy="3076528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64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0975A17-5A4C-D6C3-AEC2-7F7BB3AB4AF3}"/>
              </a:ext>
            </a:extLst>
          </p:cNvPr>
          <p:cNvSpPr/>
          <p:nvPr/>
        </p:nvSpPr>
        <p:spPr bwMode="auto">
          <a:xfrm>
            <a:off x="5172397" y="6417165"/>
            <a:ext cx="2268000" cy="3076528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64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B91F6E1-310B-4DCA-D9D1-EFA8D25C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26" t="30965" r="-63239" b="25799"/>
          <a:stretch>
            <a:fillRect/>
          </a:stretch>
        </p:blipFill>
        <p:spPr>
          <a:xfrm>
            <a:off x="0" y="-8173"/>
            <a:ext cx="7772400" cy="1905506"/>
          </a:xfrm>
          <a:prstGeom prst="rect">
            <a:avLst/>
          </a:prstGeom>
          <a:effectLst/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E2C1D61-C97B-074D-2D5C-424C889179B7}"/>
              </a:ext>
            </a:extLst>
          </p:cNvPr>
          <p:cNvSpPr/>
          <p:nvPr/>
        </p:nvSpPr>
        <p:spPr bwMode="auto">
          <a:xfrm>
            <a:off x="325" y="-4339"/>
            <a:ext cx="7764803" cy="1600324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8D7817-2A34-A090-10BB-8A54EB00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031" t="49290" r="56933" b="-2909"/>
          <a:stretch>
            <a:fillRect/>
          </a:stretch>
        </p:blipFill>
        <p:spPr>
          <a:xfrm>
            <a:off x="0" y="-4341"/>
            <a:ext cx="7772400" cy="1905506"/>
          </a:xfrm>
          <a:prstGeom prst="rect">
            <a:avLst/>
          </a:prstGeom>
          <a:effectLst/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C8230886-385E-3625-B41A-6EB929B3CE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1456" y="608142"/>
            <a:ext cx="5300435" cy="7881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459952">
              <a:spcBef>
                <a:spcPts val="0"/>
              </a:spcBef>
            </a:pPr>
            <a:r>
              <a:rPr lang="en-US" sz="2561">
                <a:solidFill>
                  <a:srgbClr val="C03BC4"/>
                </a:solidFill>
                <a:cs typeface="Segoe Sans Display Semilight" pitchFamily="2" charset="0"/>
              </a:rPr>
              <a:t>Microsoft Purview Suite </a:t>
            </a:r>
            <a:r>
              <a:rPr lang="en-US" sz="2561">
                <a:solidFill>
                  <a:schemeClr val="tx1"/>
                </a:solidFill>
                <a:cs typeface="Segoe Sans Display Semilight" pitchFamily="2" charset="0"/>
              </a:rPr>
              <a:t>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E1932-F00B-7615-5E7D-55DC4703F1C2}"/>
              </a:ext>
            </a:extLst>
          </p:cNvPr>
          <p:cNvSpPr txBox="1">
            <a:spLocks/>
          </p:cNvSpPr>
          <p:nvPr/>
        </p:nvSpPr>
        <p:spPr>
          <a:xfrm>
            <a:off x="2660710" y="2035168"/>
            <a:ext cx="3974320" cy="5629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36275">
              <a:spcAft>
                <a:spcPts val="1647"/>
              </a:spcAft>
              <a:defRPr/>
            </a:pPr>
            <a:r>
              <a:rPr lang="en-US" sz="1829">
                <a:solidFill>
                  <a:srgbClr val="000000"/>
                </a:solidFill>
                <a:latin typeface="Segoe Sans Display Semibold" pitchFamily="2" charset="0"/>
                <a:cs typeface="Segoe Sans Display Semibold" pitchFamily="2" charset="0"/>
              </a:rPr>
              <a:t>Intelligent compliance and risk management in the age of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B5A7B-B9D1-2B64-CAD0-43CB23302445}"/>
              </a:ext>
            </a:extLst>
          </p:cNvPr>
          <p:cNvSpPr txBox="1">
            <a:spLocks/>
          </p:cNvSpPr>
          <p:nvPr/>
        </p:nvSpPr>
        <p:spPr>
          <a:xfrm>
            <a:off x="2680642" y="2707889"/>
            <a:ext cx="4701190" cy="27084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36275">
              <a:spcAft>
                <a:spcPts val="731"/>
              </a:spcAft>
              <a:defRPr/>
            </a:pPr>
            <a:r>
              <a:rPr lang="en-US" sz="135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Microsoft Purview Suite, now available as an add-on to Microsoft 365 Business Premium, providers integrated data security and compliance capabilities critical for organizations looking to adopt Gen AI technologies and minimize risks related to regulatory requirements.</a:t>
            </a:r>
          </a:p>
          <a:p>
            <a:pPr marL="167255" indent="-167255" defTabSz="418138">
              <a:spcBef>
                <a:spcPts val="549"/>
              </a:spcBef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350">
                <a:solidFill>
                  <a:srgbClr val="000000"/>
                </a:solidFill>
                <a:latin typeface="Segoe Sans Display"/>
                <a:cs typeface="Segoe Sans Display"/>
              </a:rPr>
              <a:t>Safeguard sensitive data across clouds, apps, and endpoints.</a:t>
            </a:r>
          </a:p>
          <a:p>
            <a:pPr marL="167255" indent="-167255" defTabSz="418138"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350">
                <a:solidFill>
                  <a:srgbClr val="000000"/>
                </a:solidFill>
                <a:latin typeface="Segoe Sans Display"/>
                <a:cs typeface="Segoe Sans Display"/>
              </a:rPr>
              <a:t>Identify and remediate critical risks within your organization.</a:t>
            </a:r>
          </a:p>
          <a:p>
            <a:pPr marL="167255" indent="-167255" defTabSz="418138"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350">
                <a:solidFill>
                  <a:srgbClr val="000000"/>
                </a:solidFill>
                <a:latin typeface="Segoe Sans Display"/>
                <a:cs typeface="Segoe Sans Display"/>
              </a:rPr>
              <a:t>Investigate and respond to legal requirements with relevant data.</a:t>
            </a:r>
          </a:p>
          <a:p>
            <a:pPr marL="167255" indent="-167255" defTabSz="418138"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35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Built-in assessments and actions for 350+ regional regulations</a:t>
            </a:r>
            <a:endParaRPr lang="en-US" sz="1350">
              <a:solidFill>
                <a:srgbClr val="000000"/>
              </a:solidFill>
              <a:latin typeface="Segoe U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803776-5E8B-2132-6273-96CF7F5813DA}"/>
              </a:ext>
            </a:extLst>
          </p:cNvPr>
          <p:cNvGrpSpPr/>
          <p:nvPr/>
        </p:nvGrpSpPr>
        <p:grpSpPr>
          <a:xfrm>
            <a:off x="694710" y="4106113"/>
            <a:ext cx="1476619" cy="489713"/>
            <a:chOff x="45932" y="4239805"/>
            <a:chExt cx="1614691" cy="53550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191316-8909-7296-9E20-E3BDDA338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2" y="4239805"/>
              <a:ext cx="529765" cy="535504"/>
            </a:xfrm>
            <a:prstGeom prst="rect">
              <a:avLst/>
            </a:prstGeom>
          </p:spPr>
        </p:pic>
        <p:pic>
          <p:nvPicPr>
            <p:cNvPr id="14" name="purview">
              <a:extLst>
                <a:ext uri="{FF2B5EF4-FFF2-40B4-BE49-F238E27FC236}">
                  <a16:creationId xmlns:a16="http://schemas.microsoft.com/office/drawing/2014/main" id="{F2F20322-882E-286F-3EFE-032ACDB9D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020" r="1020"/>
            <a:stretch/>
          </p:blipFill>
          <p:spPr>
            <a:xfrm>
              <a:off x="1155319" y="4270005"/>
              <a:ext cx="505304" cy="50530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199295-2F99-24A2-64CB-B2F820A1503C}"/>
                </a:ext>
              </a:extLst>
            </p:cNvPr>
            <p:cNvGrpSpPr/>
            <p:nvPr/>
          </p:nvGrpSpPr>
          <p:grpSpPr>
            <a:xfrm>
              <a:off x="705488" y="4347537"/>
              <a:ext cx="320040" cy="320040"/>
              <a:chOff x="638372" y="546647"/>
              <a:chExt cx="479596" cy="47959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89185B8-A5BD-AA7A-49CA-5FE58A59D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638372" y="546647"/>
                <a:ext cx="479596" cy="479596"/>
              </a:xfrm>
              <a:prstGeom prst="ellipse">
                <a:avLst/>
              </a:prstGeom>
              <a:gradFill flip="none" rotWithShape="1">
                <a:gsLst>
                  <a:gs pos="32000">
                    <a:srgbClr val="C03BC4"/>
                  </a:gs>
                  <a:gs pos="100000">
                    <a:srgbClr val="399A91"/>
                  </a:gs>
                  <a:gs pos="68000">
                    <a:srgbClr val="0078D4"/>
                  </a:gs>
                  <a:gs pos="0">
                    <a:srgbClr val="FF5C39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897" cap="flat">
                <a:noFill/>
                <a:prstDash val="solid"/>
                <a:miter/>
              </a:ln>
              <a:effectLst>
                <a:outerShdw blurRad="63500" dist="63500" dir="2700000" algn="tl" rotWithShape="0">
                  <a:srgbClr val="454142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65843" tIns="32922" rIns="65843" bIns="3292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83627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647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Semibold"/>
                  <a:cs typeface="Segoe UI" pitchFamily="34" charset="0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EDF9CFBC-856B-C824-00D3-A8B41EF04B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49091" y="657366"/>
                <a:ext cx="258158" cy="258158"/>
              </a:xfrm>
              <a:prstGeom prst="rect">
                <a:avLst/>
              </a:prstGeom>
              <a:effectLst>
                <a:outerShdw blurRad="63500" dist="63500" dir="2700000" algn="ctr" rotWithShape="0">
                  <a:schemeClr val="bg1">
                    <a:alpha val="20000"/>
                  </a:schemeClr>
                </a:outerShdw>
              </a:effectLst>
            </p:spPr>
          </p:pic>
        </p:grpSp>
      </p:grp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36292F35-2848-FBFE-9DA2-A06F3BB28F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black">
          <a:xfrm>
            <a:off x="390568" y="249970"/>
            <a:ext cx="1655280" cy="209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A7A011-A5B1-B465-6A3F-B4941EFA893C}"/>
              </a:ext>
            </a:extLst>
          </p:cNvPr>
          <p:cNvSpPr txBox="1"/>
          <p:nvPr/>
        </p:nvSpPr>
        <p:spPr>
          <a:xfrm>
            <a:off x="520584" y="2477801"/>
            <a:ext cx="1802201" cy="124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836245">
              <a:spcBef>
                <a:spcPts val="1097"/>
              </a:spcBef>
              <a:defRPr/>
            </a:pPr>
            <a:r>
              <a:rPr lang="en-US" sz="1647">
                <a:solidFill>
                  <a:srgbClr val="FFFFFF"/>
                </a:solidFill>
                <a:latin typeface="Segoe UI Semibold"/>
                <a:cs typeface="Segoe Sans Display" pitchFamily="2" charset="0"/>
              </a:rPr>
              <a:t>AI transformation is happening now.</a:t>
            </a:r>
          </a:p>
          <a:p>
            <a:pPr algn="ctr" defTabSz="836245">
              <a:spcBef>
                <a:spcPts val="549"/>
              </a:spcBef>
              <a:defRPr/>
            </a:pPr>
            <a:r>
              <a:rPr lang="en-US" sz="1464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rPr>
              <a:t>Secure and govern your data estate and get ready for AI</a:t>
            </a:r>
            <a:endParaRPr lang="en-US" sz="2195">
              <a:solidFill>
                <a:srgbClr val="FFFFFF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4607B54D-3EC6-3752-105A-D9D2701B8F61}"/>
              </a:ext>
            </a:extLst>
          </p:cNvPr>
          <p:cNvSpPr/>
          <p:nvPr/>
        </p:nvSpPr>
        <p:spPr>
          <a:xfrm rot="16200000" flipH="1">
            <a:off x="3766568" y="2636953"/>
            <a:ext cx="308326" cy="7039331"/>
          </a:xfrm>
          <a:prstGeom prst="leftBracket">
            <a:avLst>
              <a:gd name="adj" fmla="val 0"/>
            </a:avLst>
          </a:prstGeom>
          <a:ln w="9525" cap="rnd">
            <a:solidFill>
              <a:srgbClr val="C03BC4">
                <a:alpha val="25000"/>
              </a:srgbClr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18138">
              <a:defRPr/>
            </a:pPr>
            <a:endParaRPr lang="en-IN" sz="1647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0229FE75-A857-208B-452D-3AC05899E608}"/>
              </a:ext>
            </a:extLst>
          </p:cNvPr>
          <p:cNvSpPr txBox="1">
            <a:spLocks/>
          </p:cNvSpPr>
          <p:nvPr/>
        </p:nvSpPr>
        <p:spPr>
          <a:xfrm>
            <a:off x="1078876" y="5902756"/>
            <a:ext cx="5757881" cy="190170"/>
          </a:xfrm>
          <a:prstGeom prst="rect">
            <a:avLst/>
          </a:prstGeom>
          <a:solidFill>
            <a:srgbClr val="F2F0F0"/>
          </a:solidFill>
          <a:ln w="9525">
            <a:noFill/>
          </a:ln>
        </p:spPr>
        <p:txBody>
          <a:bodyPr vert="horz" wrap="square" lIns="83621" tIns="41811" rIns="83621" bIns="41811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836245">
              <a:spcAft>
                <a:spcPct val="0"/>
              </a:spcAft>
              <a:defRPr/>
            </a:pPr>
            <a:r>
              <a:rPr lang="en-US" sz="1464" spc="0">
                <a:solidFill>
                  <a:srgbClr val="C03BC4"/>
                </a:solidFill>
                <a:latin typeface="Segoe UI Semibold"/>
                <a:ea typeface="+mj-lt"/>
                <a:cs typeface="Segoe UI Semibold"/>
              </a:rPr>
              <a:t>Unified solutions to secure and govern data for the era of AI</a:t>
            </a:r>
            <a:endParaRPr lang="en-US" sz="3292" spc="-45">
              <a:solidFill>
                <a:srgbClr val="C03BC4"/>
              </a:solidFill>
              <a:latin typeface="Segoe UI Semibol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559E7-3970-4136-DC54-7BA2820FF8F5}"/>
              </a:ext>
            </a:extLst>
          </p:cNvPr>
          <p:cNvSpPr txBox="1"/>
          <p:nvPr/>
        </p:nvSpPr>
        <p:spPr>
          <a:xfrm>
            <a:off x="472081" y="7289147"/>
            <a:ext cx="2141918" cy="478649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45">
              <a:defRPr/>
            </a:pPr>
            <a:r>
              <a:rPr lang="en-US" sz="1281">
                <a:solidFill>
                  <a:srgbClr val="000000"/>
                </a:solidFill>
                <a:latin typeface="Segoe Sans Display Semibold"/>
                <a:cs typeface="Segoe Sans Display Semibold"/>
              </a:rPr>
              <a:t>Address oversharing concerns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BE6B00-7CF5-6B33-E396-66DF2835C682}"/>
              </a:ext>
            </a:extLst>
          </p:cNvPr>
          <p:cNvSpPr txBox="1"/>
          <p:nvPr/>
        </p:nvSpPr>
        <p:spPr>
          <a:xfrm>
            <a:off x="2857185" y="7289147"/>
            <a:ext cx="2129208" cy="478649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45">
              <a:defRPr/>
            </a:pPr>
            <a:r>
              <a:rPr lang="en-US" sz="1281">
                <a:solidFill>
                  <a:srgbClr val="000000"/>
                </a:solidFill>
                <a:latin typeface="Segoe Sans Display Semibold"/>
                <a:cs typeface="Segoe Sans Display Semibold"/>
              </a:rPr>
              <a:t>Protect against data loss and insider risks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731E7-05FF-532F-52AE-93BA33AE7EC1}"/>
              </a:ext>
            </a:extLst>
          </p:cNvPr>
          <p:cNvSpPr txBox="1"/>
          <p:nvPr/>
        </p:nvSpPr>
        <p:spPr>
          <a:xfrm>
            <a:off x="5263090" y="7289147"/>
            <a:ext cx="2086614" cy="478649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 defTabSz="836245">
              <a:defRPr/>
            </a:pPr>
            <a:r>
              <a:rPr lang="en-US" sz="1281">
                <a:solidFill>
                  <a:srgbClr val="000000"/>
                </a:solidFill>
                <a:latin typeface="Segoe Sans Display Semibold"/>
                <a:cs typeface="Segoe Sans Display Semibold"/>
              </a:rPr>
              <a:t>Govern AI use to meet regulations &amp; policies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F849E1-2B38-8110-7D96-69D3AF3E886A}"/>
              </a:ext>
            </a:extLst>
          </p:cNvPr>
          <p:cNvSpPr txBox="1"/>
          <p:nvPr/>
        </p:nvSpPr>
        <p:spPr>
          <a:xfrm>
            <a:off x="599815" y="7803199"/>
            <a:ext cx="1886451" cy="1505340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Gain visibility into overshared content.</a:t>
            </a:r>
          </a:p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Remediate excessive permissions.</a:t>
            </a:r>
          </a:p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Prevent Generative AI from processing sensitive files.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C0BE90-57FC-7645-EC41-2A5A4441D26E}"/>
              </a:ext>
            </a:extLst>
          </p:cNvPr>
          <p:cNvSpPr txBox="1"/>
          <p:nvPr/>
        </p:nvSpPr>
        <p:spPr>
          <a:xfrm>
            <a:off x="2876297" y="7803199"/>
            <a:ext cx="2090985" cy="1874672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Get alerts and reports of risky behavior and AI use.</a:t>
            </a:r>
          </a:p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Protect sensitive files and Copilot interactions.</a:t>
            </a:r>
          </a:p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Dynamically apply security policies based on risky actions.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FC56BF-390F-68CB-6993-C9226762ED03}"/>
              </a:ext>
            </a:extLst>
          </p:cNvPr>
          <p:cNvSpPr txBox="1"/>
          <p:nvPr/>
        </p:nvSpPr>
        <p:spPr>
          <a:xfrm>
            <a:off x="5294584" y="7803199"/>
            <a:ext cx="2023626" cy="1874672"/>
          </a:xfrm>
          <a:prstGeom prst="rect">
            <a:avLst/>
          </a:prstGeom>
          <a:noFill/>
        </p:spPr>
        <p:txBody>
          <a:bodyPr wrap="square" lIns="83621" tIns="41811" rIns="83621" bIns="41811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Inspect interaction content and audit logs. </a:t>
            </a:r>
          </a:p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Investigate for compliance and ethical violations.</a:t>
            </a:r>
          </a:p>
          <a:p>
            <a:pPr marL="156801" indent="-156801" algn="l" defTabSz="836245">
              <a:spcAft>
                <a:spcPts val="549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1200">
                <a:solidFill>
                  <a:srgbClr val="000000"/>
                </a:solidFill>
                <a:latin typeface="Segoe Sans Display"/>
                <a:cs typeface="Segoe Sans Display"/>
              </a:rPr>
              <a:t>Enforce lifecycle policies and legal holds.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AC263C-DD68-2093-183D-563923E8995E}"/>
              </a:ext>
            </a:extLst>
          </p:cNvPr>
          <p:cNvGrpSpPr/>
          <p:nvPr/>
        </p:nvGrpSpPr>
        <p:grpSpPr>
          <a:xfrm>
            <a:off x="1321033" y="6641435"/>
            <a:ext cx="444014" cy="444012"/>
            <a:chOff x="1279011" y="2060416"/>
            <a:chExt cx="441393" cy="44139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C8F927-3A6B-5151-5591-7DBD1A7B5937}"/>
                </a:ext>
              </a:extLst>
            </p:cNvPr>
            <p:cNvSpPr/>
            <p:nvPr/>
          </p:nvSpPr>
          <p:spPr bwMode="auto">
            <a:xfrm rot="5400000">
              <a:off x="1279013" y="2060414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Graphic 81" descr="Icon of an app window with a closed padlock">
              <a:extLst>
                <a:ext uri="{FF2B5EF4-FFF2-40B4-BE49-F238E27FC236}">
                  <a16:creationId xmlns:a16="http://schemas.microsoft.com/office/drawing/2014/main" id="{EA82653D-5D21-5D23-3B69-4F87EAB3F775}"/>
                </a:ext>
              </a:extLst>
            </p:cNvPr>
            <p:cNvSpPr/>
            <p:nvPr/>
          </p:nvSpPr>
          <p:spPr>
            <a:xfrm>
              <a:off x="1407278" y="2184013"/>
              <a:ext cx="184865" cy="194188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34390" tIns="23519" rIns="134390" bIns="25087" rtlCol="0" anchor="ctr">
              <a:noAutofit/>
            </a:bodyPr>
            <a:lstStyle/>
            <a:p>
              <a:pPr algn="ctr" defTabSz="2081408" fontAlgn="base">
                <a:spcBef>
                  <a:spcPts val="1647"/>
                </a:spcBef>
                <a:spcAft>
                  <a:spcPts val="1647"/>
                </a:spcAft>
                <a:tabLst>
                  <a:tab pos="3385014" algn="l"/>
                </a:tabLst>
                <a:defRPr/>
              </a:pPr>
              <a:endParaRPr lang="en-US" sz="1647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47BE28-4AEC-895D-F51C-A5F4B37367EA}"/>
              </a:ext>
            </a:extLst>
          </p:cNvPr>
          <p:cNvGrpSpPr/>
          <p:nvPr/>
        </p:nvGrpSpPr>
        <p:grpSpPr>
          <a:xfrm>
            <a:off x="3699782" y="6641433"/>
            <a:ext cx="444014" cy="444012"/>
            <a:chOff x="3672450" y="2060414"/>
            <a:chExt cx="441393" cy="44139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EEF4C83-13A7-1861-04DA-79288535A308}"/>
                </a:ext>
              </a:extLst>
            </p:cNvPr>
            <p:cNvSpPr/>
            <p:nvPr/>
          </p:nvSpPr>
          <p:spPr bwMode="auto">
            <a:xfrm rot="5400000">
              <a:off x="3672452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7" name="Graphic 80" descr="Icon of a key">
              <a:extLst>
                <a:ext uri="{FF2B5EF4-FFF2-40B4-BE49-F238E27FC236}">
                  <a16:creationId xmlns:a16="http://schemas.microsoft.com/office/drawing/2014/main" id="{5670A3F3-ACD7-3E45-2270-28F32E926B25}"/>
                </a:ext>
              </a:extLst>
            </p:cNvPr>
            <p:cNvSpPr/>
            <p:nvPr/>
          </p:nvSpPr>
          <p:spPr>
            <a:xfrm>
              <a:off x="3810058" y="2194263"/>
              <a:ext cx="166179" cy="173691"/>
            </a:xfrm>
            <a:custGeom>
              <a:avLst/>
              <a:gdLst>
                <a:gd name="connsiteX0" fmla="*/ 251964 w 310702"/>
                <a:gd name="connsiteY0" fmla="*/ 76517 h 309156"/>
                <a:gd name="connsiteX1" fmla="*/ 232642 w 310702"/>
                <a:gd name="connsiteY1" fmla="*/ 95839 h 309156"/>
                <a:gd name="connsiteX2" fmla="*/ 213319 w 310702"/>
                <a:gd name="connsiteY2" fmla="*/ 76517 h 309156"/>
                <a:gd name="connsiteX3" fmla="*/ 232642 w 310702"/>
                <a:gd name="connsiteY3" fmla="*/ 57194 h 309156"/>
                <a:gd name="connsiteX4" fmla="*/ 251964 w 310702"/>
                <a:gd name="connsiteY4" fmla="*/ 76517 h 309156"/>
                <a:gd name="connsiteX5" fmla="*/ 209453 w 310702"/>
                <a:gd name="connsiteY5" fmla="*/ 0 h 309156"/>
                <a:gd name="connsiteX6" fmla="*/ 108205 w 310702"/>
                <a:gd name="connsiteY6" fmla="*/ 101249 h 309156"/>
                <a:gd name="connsiteX7" fmla="*/ 109912 w 310702"/>
                <a:gd name="connsiteY7" fmla="*/ 118315 h 309156"/>
                <a:gd name="connsiteX8" fmla="*/ 108842 w 310702"/>
                <a:gd name="connsiteY8" fmla="*/ 122088 h 309156"/>
                <a:gd name="connsiteX9" fmla="*/ 12451 w 310702"/>
                <a:gd name="connsiteY9" fmla="*/ 218479 h 309156"/>
                <a:gd name="connsiteX10" fmla="*/ 0 w 310702"/>
                <a:gd name="connsiteY10" fmla="*/ 248537 h 309156"/>
                <a:gd name="connsiteX11" fmla="*/ 0 w 310702"/>
                <a:gd name="connsiteY11" fmla="*/ 282105 h 309156"/>
                <a:gd name="connsiteX12" fmla="*/ 27051 w 310702"/>
                <a:gd name="connsiteY12" fmla="*/ 309157 h 309156"/>
                <a:gd name="connsiteX13" fmla="*/ 65696 w 310702"/>
                <a:gd name="connsiteY13" fmla="*/ 309157 h 309156"/>
                <a:gd name="connsiteX14" fmla="*/ 92747 w 310702"/>
                <a:gd name="connsiteY14" fmla="*/ 282105 h 309156"/>
                <a:gd name="connsiteX15" fmla="*/ 92747 w 310702"/>
                <a:gd name="connsiteY15" fmla="*/ 262783 h 309156"/>
                <a:gd name="connsiteX16" fmla="*/ 119798 w 310702"/>
                <a:gd name="connsiteY16" fmla="*/ 262783 h 309156"/>
                <a:gd name="connsiteX17" fmla="*/ 139120 w 310702"/>
                <a:gd name="connsiteY17" fmla="*/ 243461 h 309156"/>
                <a:gd name="connsiteX18" fmla="*/ 139120 w 310702"/>
                <a:gd name="connsiteY18" fmla="*/ 216410 h 309156"/>
                <a:gd name="connsiteX19" fmla="*/ 166171 w 310702"/>
                <a:gd name="connsiteY19" fmla="*/ 216410 h 309156"/>
                <a:gd name="connsiteX20" fmla="*/ 185481 w 310702"/>
                <a:gd name="connsiteY20" fmla="*/ 197802 h 309156"/>
                <a:gd name="connsiteX21" fmla="*/ 209453 w 310702"/>
                <a:gd name="connsiteY21" fmla="*/ 200952 h 309156"/>
                <a:gd name="connsiteX22" fmla="*/ 310702 w 310702"/>
                <a:gd name="connsiteY22" fmla="*/ 99703 h 309156"/>
                <a:gd name="connsiteX23" fmla="*/ 209453 w 310702"/>
                <a:gd name="connsiteY23" fmla="*/ 0 h 309156"/>
                <a:gd name="connsiteX24" fmla="*/ 131391 w 310702"/>
                <a:gd name="connsiteY24" fmla="*/ 101249 h 309156"/>
                <a:gd name="connsiteX25" fmla="*/ 209453 w 310702"/>
                <a:gd name="connsiteY25" fmla="*/ 23187 h 309156"/>
                <a:gd name="connsiteX26" fmla="*/ 287515 w 310702"/>
                <a:gd name="connsiteY26" fmla="*/ 99703 h 309156"/>
                <a:gd name="connsiteX27" fmla="*/ 209453 w 310702"/>
                <a:gd name="connsiteY27" fmla="*/ 177765 h 309156"/>
                <a:gd name="connsiteX28" fmla="*/ 178468 w 310702"/>
                <a:gd name="connsiteY28" fmla="*/ 170973 h 309156"/>
                <a:gd name="connsiteX29" fmla="*/ 167519 w 310702"/>
                <a:gd name="connsiteY29" fmla="*/ 171951 h 309156"/>
                <a:gd name="connsiteX30" fmla="*/ 162307 w 310702"/>
                <a:gd name="connsiteY30" fmla="*/ 181630 h 309156"/>
                <a:gd name="connsiteX31" fmla="*/ 162307 w 310702"/>
                <a:gd name="connsiteY31" fmla="*/ 193223 h 309156"/>
                <a:gd name="connsiteX32" fmla="*/ 135256 w 310702"/>
                <a:gd name="connsiteY32" fmla="*/ 193223 h 309156"/>
                <a:gd name="connsiteX33" fmla="*/ 115934 w 310702"/>
                <a:gd name="connsiteY33" fmla="*/ 212545 h 309156"/>
                <a:gd name="connsiteX34" fmla="*/ 115934 w 310702"/>
                <a:gd name="connsiteY34" fmla="*/ 239596 h 309156"/>
                <a:gd name="connsiteX35" fmla="*/ 88883 w 310702"/>
                <a:gd name="connsiteY35" fmla="*/ 239596 h 309156"/>
                <a:gd name="connsiteX36" fmla="*/ 69560 w 310702"/>
                <a:gd name="connsiteY36" fmla="*/ 258919 h 309156"/>
                <a:gd name="connsiteX37" fmla="*/ 69560 w 310702"/>
                <a:gd name="connsiteY37" fmla="*/ 282105 h 309156"/>
                <a:gd name="connsiteX38" fmla="*/ 65696 w 310702"/>
                <a:gd name="connsiteY38" fmla="*/ 285970 h 309156"/>
                <a:gd name="connsiteX39" fmla="*/ 27051 w 310702"/>
                <a:gd name="connsiteY39" fmla="*/ 285970 h 309156"/>
                <a:gd name="connsiteX40" fmla="*/ 23187 w 310702"/>
                <a:gd name="connsiteY40" fmla="*/ 282105 h 309156"/>
                <a:gd name="connsiteX41" fmla="*/ 23187 w 310702"/>
                <a:gd name="connsiteY41" fmla="*/ 248537 h 309156"/>
                <a:gd name="connsiteX42" fmla="*/ 28846 w 310702"/>
                <a:gd name="connsiteY42" fmla="*/ 234874 h 309156"/>
                <a:gd name="connsiteX43" fmla="*/ 125238 w 310702"/>
                <a:gd name="connsiteY43" fmla="*/ 138484 h 309156"/>
                <a:gd name="connsiteX44" fmla="*/ 132750 w 310702"/>
                <a:gd name="connsiteY44" fmla="*/ 114308 h 309156"/>
                <a:gd name="connsiteX45" fmla="*/ 131391 w 310702"/>
                <a:gd name="connsiteY45" fmla="*/ 101249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0702" h="309156">
                  <a:moveTo>
                    <a:pt x="251964" y="76517"/>
                  </a:moveTo>
                  <a:cubicBezTo>
                    <a:pt x="251964" y="87188"/>
                    <a:pt x="243312" y="95839"/>
                    <a:pt x="232642" y="95839"/>
                  </a:cubicBezTo>
                  <a:cubicBezTo>
                    <a:pt x="221970" y="95839"/>
                    <a:pt x="213319" y="87188"/>
                    <a:pt x="213319" y="76517"/>
                  </a:cubicBezTo>
                  <a:cubicBezTo>
                    <a:pt x="213319" y="65845"/>
                    <a:pt x="221970" y="57194"/>
                    <a:pt x="232642" y="57194"/>
                  </a:cubicBezTo>
                  <a:cubicBezTo>
                    <a:pt x="243312" y="57194"/>
                    <a:pt x="251964" y="65845"/>
                    <a:pt x="251964" y="76517"/>
                  </a:cubicBezTo>
                  <a:close/>
                  <a:moveTo>
                    <a:pt x="209453" y="0"/>
                  </a:moveTo>
                  <a:cubicBezTo>
                    <a:pt x="153586" y="0"/>
                    <a:pt x="108205" y="45381"/>
                    <a:pt x="108205" y="101249"/>
                  </a:cubicBezTo>
                  <a:cubicBezTo>
                    <a:pt x="108205" y="107234"/>
                    <a:pt x="108980" y="113002"/>
                    <a:pt x="109912" y="118315"/>
                  </a:cubicBezTo>
                  <a:cubicBezTo>
                    <a:pt x="110188" y="119883"/>
                    <a:pt x="109684" y="121246"/>
                    <a:pt x="108842" y="122088"/>
                  </a:cubicBezTo>
                  <a:lnTo>
                    <a:pt x="12451" y="218479"/>
                  </a:lnTo>
                  <a:cubicBezTo>
                    <a:pt x="4479" y="226451"/>
                    <a:pt x="0" y="237264"/>
                    <a:pt x="0" y="248537"/>
                  </a:cubicBezTo>
                  <a:lnTo>
                    <a:pt x="0" y="282105"/>
                  </a:lnTo>
                  <a:cubicBezTo>
                    <a:pt x="0" y="297045"/>
                    <a:pt x="12111" y="309157"/>
                    <a:pt x="27051" y="309157"/>
                  </a:cubicBezTo>
                  <a:lnTo>
                    <a:pt x="65696" y="309157"/>
                  </a:lnTo>
                  <a:cubicBezTo>
                    <a:pt x="80636" y="309157"/>
                    <a:pt x="92747" y="297045"/>
                    <a:pt x="92747" y="282105"/>
                  </a:cubicBezTo>
                  <a:lnTo>
                    <a:pt x="92747" y="262783"/>
                  </a:lnTo>
                  <a:lnTo>
                    <a:pt x="119798" y="262783"/>
                  </a:lnTo>
                  <a:cubicBezTo>
                    <a:pt x="130470" y="262783"/>
                    <a:pt x="139120" y="254133"/>
                    <a:pt x="139120" y="243461"/>
                  </a:cubicBezTo>
                  <a:lnTo>
                    <a:pt x="139120" y="216410"/>
                  </a:lnTo>
                  <a:lnTo>
                    <a:pt x="166171" y="216410"/>
                  </a:lnTo>
                  <a:cubicBezTo>
                    <a:pt x="176604" y="216410"/>
                    <a:pt x="185106" y="208143"/>
                    <a:pt x="185481" y="197802"/>
                  </a:cubicBezTo>
                  <a:cubicBezTo>
                    <a:pt x="193159" y="199777"/>
                    <a:pt x="201256" y="200952"/>
                    <a:pt x="209453" y="200952"/>
                  </a:cubicBezTo>
                  <a:cubicBezTo>
                    <a:pt x="265321" y="200952"/>
                    <a:pt x="310702" y="155571"/>
                    <a:pt x="310702" y="99703"/>
                  </a:cubicBezTo>
                  <a:cubicBezTo>
                    <a:pt x="310702" y="43573"/>
                    <a:pt x="265057" y="0"/>
                    <a:pt x="209453" y="0"/>
                  </a:cubicBezTo>
                  <a:close/>
                  <a:moveTo>
                    <a:pt x="131391" y="101249"/>
                  </a:moveTo>
                  <a:cubicBezTo>
                    <a:pt x="131391" y="58187"/>
                    <a:pt x="166391" y="23187"/>
                    <a:pt x="209453" y="23187"/>
                  </a:cubicBezTo>
                  <a:cubicBezTo>
                    <a:pt x="252780" y="23187"/>
                    <a:pt x="287515" y="56903"/>
                    <a:pt x="287515" y="99703"/>
                  </a:cubicBezTo>
                  <a:cubicBezTo>
                    <a:pt x="287515" y="142765"/>
                    <a:pt x="252516" y="177765"/>
                    <a:pt x="209453" y="177765"/>
                  </a:cubicBezTo>
                  <a:cubicBezTo>
                    <a:pt x="198953" y="177765"/>
                    <a:pt x="188143" y="175120"/>
                    <a:pt x="178468" y="170973"/>
                  </a:cubicBezTo>
                  <a:cubicBezTo>
                    <a:pt x="174885" y="169438"/>
                    <a:pt x="170772" y="169806"/>
                    <a:pt x="167519" y="171951"/>
                  </a:cubicBezTo>
                  <a:cubicBezTo>
                    <a:pt x="164265" y="174097"/>
                    <a:pt x="162307" y="177733"/>
                    <a:pt x="162307" y="181630"/>
                  </a:cubicBezTo>
                  <a:lnTo>
                    <a:pt x="162307" y="193223"/>
                  </a:lnTo>
                  <a:lnTo>
                    <a:pt x="135256" y="193223"/>
                  </a:lnTo>
                  <a:cubicBezTo>
                    <a:pt x="124585" y="193223"/>
                    <a:pt x="115934" y="201873"/>
                    <a:pt x="115934" y="212545"/>
                  </a:cubicBezTo>
                  <a:lnTo>
                    <a:pt x="115934" y="239596"/>
                  </a:lnTo>
                  <a:lnTo>
                    <a:pt x="88883" y="239596"/>
                  </a:lnTo>
                  <a:cubicBezTo>
                    <a:pt x="78211" y="239596"/>
                    <a:pt x="69560" y="248247"/>
                    <a:pt x="69560" y="258919"/>
                  </a:cubicBezTo>
                  <a:lnTo>
                    <a:pt x="69560" y="282105"/>
                  </a:lnTo>
                  <a:cubicBezTo>
                    <a:pt x="69560" y="284240"/>
                    <a:pt x="67830" y="285970"/>
                    <a:pt x="65696" y="285970"/>
                  </a:cubicBezTo>
                  <a:lnTo>
                    <a:pt x="27051" y="285970"/>
                  </a:lnTo>
                  <a:cubicBezTo>
                    <a:pt x="24917" y="285970"/>
                    <a:pt x="23187" y="284240"/>
                    <a:pt x="23187" y="282105"/>
                  </a:cubicBezTo>
                  <a:lnTo>
                    <a:pt x="23187" y="248537"/>
                  </a:lnTo>
                  <a:cubicBezTo>
                    <a:pt x="23187" y="243413"/>
                    <a:pt x="25222" y="238499"/>
                    <a:pt x="28846" y="234874"/>
                  </a:cubicBezTo>
                  <a:lnTo>
                    <a:pt x="125238" y="138484"/>
                  </a:lnTo>
                  <a:cubicBezTo>
                    <a:pt x="131705" y="132016"/>
                    <a:pt x="134262" y="122921"/>
                    <a:pt x="132750" y="114308"/>
                  </a:cubicBezTo>
                  <a:cubicBezTo>
                    <a:pt x="131920" y="109578"/>
                    <a:pt x="131391" y="105305"/>
                    <a:pt x="131391" y="101249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34390" tIns="23519" rIns="134390" bIns="25087" rtlCol="0" anchor="ctr">
              <a:noAutofit/>
            </a:bodyPr>
            <a:lstStyle/>
            <a:p>
              <a:pPr algn="ctr" defTabSz="2081408" fontAlgn="base">
                <a:spcBef>
                  <a:spcPts val="1647"/>
                </a:spcBef>
                <a:spcAft>
                  <a:spcPts val="1647"/>
                </a:spcAft>
                <a:tabLst>
                  <a:tab pos="3385014" algn="l"/>
                </a:tabLst>
                <a:defRPr/>
              </a:pPr>
              <a:endParaRPr lang="en-US" sz="1647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7538A5-9030-EA87-C481-53D0C489301C}"/>
              </a:ext>
            </a:extLst>
          </p:cNvPr>
          <p:cNvGrpSpPr/>
          <p:nvPr/>
        </p:nvGrpSpPr>
        <p:grpSpPr>
          <a:xfrm>
            <a:off x="6084390" y="6641433"/>
            <a:ext cx="444014" cy="444012"/>
            <a:chOff x="6050742" y="2060414"/>
            <a:chExt cx="441393" cy="44139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701CB2E-F682-E7D9-5624-1AE07B8C969B}"/>
                </a:ext>
              </a:extLst>
            </p:cNvPr>
            <p:cNvSpPr/>
            <p:nvPr/>
          </p:nvSpPr>
          <p:spPr bwMode="auto">
            <a:xfrm rot="5400000">
              <a:off x="6050744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29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Graphic 3" descr="Magnifying glass with solid fill">
              <a:extLst>
                <a:ext uri="{FF2B5EF4-FFF2-40B4-BE49-F238E27FC236}">
                  <a16:creationId xmlns:a16="http://schemas.microsoft.com/office/drawing/2014/main" id="{43DF6BA3-36A8-7F9E-4827-840F024E2CA7}"/>
                </a:ext>
              </a:extLst>
            </p:cNvPr>
            <p:cNvSpPr/>
            <p:nvPr/>
          </p:nvSpPr>
          <p:spPr>
            <a:xfrm>
              <a:off x="6182914" y="2188045"/>
              <a:ext cx="177051" cy="186127"/>
            </a:xfrm>
            <a:custGeom>
              <a:avLst/>
              <a:gdLst>
                <a:gd name="connsiteX0" fmla="*/ 326805 w 335464"/>
                <a:gd name="connsiteY0" fmla="*/ 284733 h 335729"/>
                <a:gd name="connsiteX1" fmla="*/ 273683 w 335464"/>
                <a:gd name="connsiteY1" fmla="*/ 231611 h 335729"/>
                <a:gd name="connsiteX2" fmla="*/ 247335 w 335464"/>
                <a:gd name="connsiteY2" fmla="*/ 223536 h 335729"/>
                <a:gd name="connsiteX3" fmla="*/ 228636 w 335464"/>
                <a:gd name="connsiteY3" fmla="*/ 204837 h 335729"/>
                <a:gd name="connsiteX4" fmla="*/ 254984 w 335464"/>
                <a:gd name="connsiteY4" fmla="*/ 127492 h 335729"/>
                <a:gd name="connsiteX5" fmla="*/ 127492 w 335464"/>
                <a:gd name="connsiteY5" fmla="*/ 0 h 335729"/>
                <a:gd name="connsiteX6" fmla="*/ 0 w 335464"/>
                <a:gd name="connsiteY6" fmla="*/ 127492 h 335729"/>
                <a:gd name="connsiteX7" fmla="*/ 127492 w 335464"/>
                <a:gd name="connsiteY7" fmla="*/ 254984 h 335729"/>
                <a:gd name="connsiteX8" fmla="*/ 204837 w 335464"/>
                <a:gd name="connsiteY8" fmla="*/ 228636 h 335729"/>
                <a:gd name="connsiteX9" fmla="*/ 223536 w 335464"/>
                <a:gd name="connsiteY9" fmla="*/ 247335 h 335729"/>
                <a:gd name="connsiteX10" fmla="*/ 231611 w 335464"/>
                <a:gd name="connsiteY10" fmla="*/ 273683 h 335729"/>
                <a:gd name="connsiteX11" fmla="*/ 284733 w 335464"/>
                <a:gd name="connsiteY11" fmla="*/ 326805 h 335729"/>
                <a:gd name="connsiteX12" fmla="*/ 305981 w 335464"/>
                <a:gd name="connsiteY12" fmla="*/ 335729 h 335729"/>
                <a:gd name="connsiteX13" fmla="*/ 327230 w 335464"/>
                <a:gd name="connsiteY13" fmla="*/ 326805 h 335729"/>
                <a:gd name="connsiteX14" fmla="*/ 326805 w 335464"/>
                <a:gd name="connsiteY14" fmla="*/ 284733 h 335729"/>
                <a:gd name="connsiteX15" fmla="*/ 127067 w 335464"/>
                <a:gd name="connsiteY15" fmla="*/ 229061 h 335729"/>
                <a:gd name="connsiteX16" fmla="*/ 25073 w 335464"/>
                <a:gd name="connsiteY16" fmla="*/ 127067 h 335729"/>
                <a:gd name="connsiteX17" fmla="*/ 127067 w 335464"/>
                <a:gd name="connsiteY17" fmla="*/ 25073 h 335729"/>
                <a:gd name="connsiteX18" fmla="*/ 229061 w 335464"/>
                <a:gd name="connsiteY18" fmla="*/ 127067 h 335729"/>
                <a:gd name="connsiteX19" fmla="*/ 127067 w 335464"/>
                <a:gd name="connsiteY19" fmla="*/ 229061 h 33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5464" h="335729">
                  <a:moveTo>
                    <a:pt x="326805" y="284733"/>
                  </a:moveTo>
                  <a:lnTo>
                    <a:pt x="273683" y="231611"/>
                  </a:lnTo>
                  <a:cubicBezTo>
                    <a:pt x="266459" y="224386"/>
                    <a:pt x="256684" y="221836"/>
                    <a:pt x="247335" y="223536"/>
                  </a:cubicBezTo>
                  <a:lnTo>
                    <a:pt x="228636" y="204837"/>
                  </a:lnTo>
                  <a:cubicBezTo>
                    <a:pt x="245210" y="183589"/>
                    <a:pt x="254984" y="156390"/>
                    <a:pt x="254984" y="127492"/>
                  </a:cubicBezTo>
                  <a:cubicBezTo>
                    <a:pt x="254984" y="57371"/>
                    <a:pt x="197613" y="0"/>
                    <a:pt x="127492" y="0"/>
                  </a:cubicBezTo>
                  <a:cubicBezTo>
                    <a:pt x="57371" y="0"/>
                    <a:pt x="0" y="57371"/>
                    <a:pt x="0" y="127492"/>
                  </a:cubicBezTo>
                  <a:cubicBezTo>
                    <a:pt x="0" y="197613"/>
                    <a:pt x="57371" y="254984"/>
                    <a:pt x="127492" y="254984"/>
                  </a:cubicBezTo>
                  <a:cubicBezTo>
                    <a:pt x="156390" y="254984"/>
                    <a:pt x="183164" y="245210"/>
                    <a:pt x="204837" y="228636"/>
                  </a:cubicBezTo>
                  <a:lnTo>
                    <a:pt x="223536" y="247335"/>
                  </a:lnTo>
                  <a:cubicBezTo>
                    <a:pt x="221836" y="256684"/>
                    <a:pt x="224386" y="266459"/>
                    <a:pt x="231611" y="273683"/>
                  </a:cubicBezTo>
                  <a:lnTo>
                    <a:pt x="284733" y="326805"/>
                  </a:lnTo>
                  <a:cubicBezTo>
                    <a:pt x="290682" y="332755"/>
                    <a:pt x="298332" y="335729"/>
                    <a:pt x="305981" y="335729"/>
                  </a:cubicBezTo>
                  <a:cubicBezTo>
                    <a:pt x="313631" y="335729"/>
                    <a:pt x="321280" y="332755"/>
                    <a:pt x="327230" y="326805"/>
                  </a:cubicBezTo>
                  <a:cubicBezTo>
                    <a:pt x="338279" y="314906"/>
                    <a:pt x="338279" y="296207"/>
                    <a:pt x="326805" y="284733"/>
                  </a:cubicBezTo>
                  <a:close/>
                  <a:moveTo>
                    <a:pt x="127067" y="229061"/>
                  </a:moveTo>
                  <a:cubicBezTo>
                    <a:pt x="70971" y="229061"/>
                    <a:pt x="25073" y="183164"/>
                    <a:pt x="25073" y="127067"/>
                  </a:cubicBezTo>
                  <a:cubicBezTo>
                    <a:pt x="25073" y="70971"/>
                    <a:pt x="70971" y="25073"/>
                    <a:pt x="127067" y="25073"/>
                  </a:cubicBezTo>
                  <a:cubicBezTo>
                    <a:pt x="183164" y="25073"/>
                    <a:pt x="229061" y="70971"/>
                    <a:pt x="229061" y="127067"/>
                  </a:cubicBezTo>
                  <a:cubicBezTo>
                    <a:pt x="229061" y="183164"/>
                    <a:pt x="183164" y="229061"/>
                    <a:pt x="127067" y="229061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34390" tIns="23519" rIns="134390" bIns="25087" rtlCol="0" anchor="ctr">
              <a:noAutofit/>
            </a:bodyPr>
            <a:lstStyle/>
            <a:p>
              <a:pPr algn="ctr" defTabSz="2081408" fontAlgn="base">
                <a:spcBef>
                  <a:spcPts val="1647"/>
                </a:spcBef>
                <a:spcAft>
                  <a:spcPts val="1647"/>
                </a:spcAft>
                <a:tabLst>
                  <a:tab pos="3385014" algn="l"/>
                </a:tabLst>
                <a:defRPr/>
              </a:pPr>
              <a:endParaRPr lang="en-US" sz="1647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B1FA4B85-4927-1ABB-F554-DE4985060010}"/>
              </a:ext>
            </a:extLst>
          </p:cNvPr>
          <p:cNvSpPr/>
          <p:nvPr/>
        </p:nvSpPr>
        <p:spPr bwMode="auto">
          <a:xfrm>
            <a:off x="738831" y="6396260"/>
            <a:ext cx="1608418" cy="41810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0AC1F0-B7CC-221C-CF2C-A8AB8A5E2099}"/>
              </a:ext>
            </a:extLst>
          </p:cNvPr>
          <p:cNvSpPr/>
          <p:nvPr/>
        </p:nvSpPr>
        <p:spPr bwMode="auto">
          <a:xfrm>
            <a:off x="3117580" y="6396260"/>
            <a:ext cx="1608418" cy="41810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100D5B-0759-0B55-0C50-3142C9A438E7}"/>
              </a:ext>
            </a:extLst>
          </p:cNvPr>
          <p:cNvSpPr/>
          <p:nvPr/>
        </p:nvSpPr>
        <p:spPr bwMode="auto">
          <a:xfrm>
            <a:off x="5502188" y="6396260"/>
            <a:ext cx="1608418" cy="41810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53D3556-994F-A25F-DDA0-46DAB9D9C7E2}"/>
              </a:ext>
            </a:extLst>
          </p:cNvPr>
          <p:cNvCxnSpPr>
            <a:cxnSpLocks/>
          </p:cNvCxnSpPr>
          <p:nvPr/>
        </p:nvCxnSpPr>
        <p:spPr>
          <a:xfrm>
            <a:off x="671591" y="7211353"/>
            <a:ext cx="1742899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E1EB94C-5A1D-76A4-70FB-CC6D2FD0C410}"/>
              </a:ext>
            </a:extLst>
          </p:cNvPr>
          <p:cNvCxnSpPr>
            <a:cxnSpLocks/>
          </p:cNvCxnSpPr>
          <p:nvPr/>
        </p:nvCxnSpPr>
        <p:spPr>
          <a:xfrm>
            <a:off x="3050340" y="7211353"/>
            <a:ext cx="1742899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4AE2C17-053F-26EA-40BE-817289A0DC60}"/>
              </a:ext>
            </a:extLst>
          </p:cNvPr>
          <p:cNvCxnSpPr>
            <a:cxnSpLocks/>
          </p:cNvCxnSpPr>
          <p:nvPr/>
        </p:nvCxnSpPr>
        <p:spPr>
          <a:xfrm>
            <a:off x="5434948" y="7211353"/>
            <a:ext cx="1742899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38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7022-0953-263B-2F63-E879BE6B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eencoded.png">
            <a:extLst>
              <a:ext uri="{FF2B5EF4-FFF2-40B4-BE49-F238E27FC236}">
                <a16:creationId xmlns:a16="http://schemas.microsoft.com/office/drawing/2014/main" id="{5183A55F-3F3F-0226-9194-CE7B504E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76" y="-5376"/>
            <a:ext cx="7781263" cy="10058400"/>
          </a:xfrm>
          <a:prstGeom prst="rect">
            <a:avLst/>
          </a:prstGeom>
        </p:spPr>
      </p:pic>
      <p:pic>
        <p:nvPicPr>
          <p:cNvPr id="4" name="Picture 3" descr="A planet in space with a black background&#10;&#10;AI-generated content may be incorrect.">
            <a:extLst>
              <a:ext uri="{FF2B5EF4-FFF2-40B4-BE49-F238E27FC236}">
                <a16:creationId xmlns:a16="http://schemas.microsoft.com/office/drawing/2014/main" id="{FECBBD0C-33BB-FCF5-277D-AFBC656D63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03"/>
          <a:stretch>
            <a:fillRect/>
          </a:stretch>
        </p:blipFill>
        <p:spPr>
          <a:xfrm rot="10800000">
            <a:off x="-8098" y="5497656"/>
            <a:ext cx="7780498" cy="4585577"/>
          </a:xfrm>
          <a:prstGeom prst="rect">
            <a:avLst/>
          </a:prstGeom>
        </p:spPr>
      </p:pic>
      <p:pic>
        <p:nvPicPr>
          <p:cNvPr id="2" name="Picture 1" descr="A planet in space with a black background&#10;&#10;AI-generated content may be incorrect.">
            <a:extLst>
              <a:ext uri="{FF2B5EF4-FFF2-40B4-BE49-F238E27FC236}">
                <a16:creationId xmlns:a16="http://schemas.microsoft.com/office/drawing/2014/main" id="{F4973285-5912-C42B-2BD5-4C081235F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064" y="-5471"/>
            <a:ext cx="6514545" cy="2000250"/>
          </a:xfrm>
          <a:prstGeom prst="rect">
            <a:avLst/>
          </a:prstGeom>
        </p:spPr>
      </p:pic>
      <p:pic>
        <p:nvPicPr>
          <p:cNvPr id="35" name="Rectangle 34658328" descr="preencoded.png">
            <a:extLst>
              <a:ext uri="{FF2B5EF4-FFF2-40B4-BE49-F238E27FC236}">
                <a16:creationId xmlns:a16="http://schemas.microsoft.com/office/drawing/2014/main" id="{949B0A9B-FAD2-EFDE-2B8A-CDEED4923C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75796" y="1201654"/>
            <a:ext cx="7499621" cy="8785847"/>
          </a:xfrm>
          <a:prstGeom prst="rect">
            <a:avLst/>
          </a:prstGeom>
        </p:spPr>
      </p:pic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D0E01E6-050E-A4E4-55C5-262EB2256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184601"/>
              </p:ext>
            </p:extLst>
          </p:nvPr>
        </p:nvGraphicFramePr>
        <p:xfrm>
          <a:off x="1107896" y="1530774"/>
          <a:ext cx="6054275" cy="7733990"/>
        </p:xfrm>
        <a:graphic>
          <a:graphicData uri="http://schemas.openxmlformats.org/drawingml/2006/table">
            <a:tbl>
              <a:tblPr firstRow="1" bandRow="1">
                <a:effectLst>
                  <a:innerShdw blurRad="381000">
                    <a:prstClr val="black">
                      <a:alpha val="10000"/>
                    </a:prstClr>
                  </a:innerShdw>
                </a:effectLst>
              </a:tblPr>
              <a:tblGrid>
                <a:gridCol w="1942851">
                  <a:extLst>
                    <a:ext uri="{9D8B030D-6E8A-4147-A177-3AD203B41FA5}">
                      <a16:colId xmlns:a16="http://schemas.microsoft.com/office/drawing/2014/main" val="259652654"/>
                    </a:ext>
                  </a:extLst>
                </a:gridCol>
                <a:gridCol w="744588">
                  <a:extLst>
                    <a:ext uri="{9D8B030D-6E8A-4147-A177-3AD203B41FA5}">
                      <a16:colId xmlns:a16="http://schemas.microsoft.com/office/drawing/2014/main" val="2297842495"/>
                    </a:ext>
                  </a:extLst>
                </a:gridCol>
                <a:gridCol w="3366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9218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Office 365 Plan 2</a:t>
                      </a:r>
                      <a:endParaRPr lang="en-US" sz="1100" b="1" u="sng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$5.00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Automated investigation and response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, and end user phishing simulation trainings</a:t>
                      </a:r>
                      <a:endParaRPr lang="en-US" sz="1100" b="0" i="0">
                        <a:solidFill>
                          <a:srgbClr val="00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392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Cloud Apps</a:t>
                      </a:r>
                      <a:endParaRPr kumimoji="0" lang="en-US" sz="1100" b="1" i="0" u="sng" strike="noStrike" kern="1200" cap="none" spc="0" normalizeH="0" baseline="3000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$3.50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Automatically discover and block apps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 based on risk level, unusual user activity, or data-sharing behavior</a:t>
                      </a:r>
                      <a:endParaRPr lang="en-US" sz="1100" b="0" i="0" baseline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606157"/>
                  </a:ext>
                </a:extLst>
              </a:tr>
              <a:tr h="1009475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none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Entra ID P2</a:t>
                      </a:r>
                      <a:endParaRPr lang="en-US" sz="1100" b="1" u="none" kern="1200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$9.00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Risk-based conditional access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, visibility into risky sign-ins and user behavior anomalies.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ID Governance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and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Privileged Identity Management</a:t>
                      </a:r>
                      <a:endParaRPr lang="en-US" sz="1100" b="0" i="0" kern="12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365125"/>
                  </a:ext>
                </a:extLst>
              </a:tr>
              <a:tr h="739218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Identity</a:t>
                      </a:r>
                      <a:endParaRPr lang="en-US" sz="1100" b="1" u="sng" kern="1200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$5.50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Identify, detect, and investigate 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advanced threats, compromised identities, and malicious insider actions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762922"/>
                  </a:ext>
                </a:extLst>
              </a:tr>
              <a:tr h="739218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Endpoint</a:t>
                      </a:r>
                      <a:r>
                        <a:rPr lang="en-US" sz="11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Plan 2</a:t>
                      </a: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$5.20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 Bold" pitchFamily="34" charset="0"/>
                          <a:ea typeface="Segoe UI Bold" pitchFamily="34" charset="-122"/>
                          <a:cs typeface="Segoe UI Bold" pitchFamily="34" charset="-120"/>
                        </a:rPr>
                        <a:t>EDR with advanced threat hunting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Segoe UI Regular" pitchFamily="34" charset="0"/>
                          <a:ea typeface="Segoe UI Regular" pitchFamily="34" charset="-122"/>
                          <a:cs typeface="Segoe UI Regular" pitchFamily="34" charset="-120"/>
                        </a:rPr>
                        <a:t>, as well as access to threat experts for additional investigations</a:t>
                      </a:r>
                      <a:endParaRPr lang="en-US" sz="1100" b="0" i="0" kern="120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678730"/>
                  </a:ext>
                </a:extLst>
              </a:tr>
              <a:tr h="739218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sng" kern="12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Microsoft Defender for IoT – EIoT</a:t>
                      </a:r>
                      <a:r>
                        <a:rPr lang="en-US" sz="1100" b="1" u="sng" kern="1200" baseline="3000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</a:t>
                      </a:r>
                      <a:endParaRPr lang="en-US" sz="1100" b="1" u="sng" kern="1200" baseline="30000">
                        <a:solidFill>
                          <a:srgbClr val="8A226F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$0.85*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Enables discovery of network devices, vulnerability management, and threat detection and response.</a:t>
                      </a: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928535"/>
                  </a:ext>
                </a:extLst>
              </a:tr>
              <a:tr h="1009475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sng" kern="1200" baseline="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M365 E5 ​eDiscovery &amp; Audit ​</a:t>
                      </a: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$6.00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Integrated tools and deep visibility for legal and compliance teams to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streamline investigations, enforce legal holds, and maintain regulatory readiness</a:t>
                      </a:r>
                      <a:endParaRPr lang="en-US" sz="1100" b="0" i="0" kern="1200">
                        <a:gradFill>
                          <a:gsLst>
                            <a:gs pos="2917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897632"/>
                  </a:ext>
                </a:extLst>
              </a:tr>
              <a:tr h="1009475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sng" kern="1200" baseline="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Information Protection &amp; Governance</a:t>
                      </a: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$7.00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Classify, protect, and manage sensitive data across its lifecycle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, ensuring secure collaboration and compliance at scale</a:t>
                      </a:r>
                      <a:endParaRPr lang="en-US" sz="1100" b="0" i="0" kern="1200">
                        <a:gradFill>
                          <a:gsLst>
                            <a:gs pos="2917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44821" marR="44821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77455"/>
                  </a:ext>
                </a:extLst>
              </a:tr>
              <a:tr h="1009475"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sng" kern="1200" baseline="0">
                          <a:solidFill>
                            <a:srgbClr val="8A226F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Insider Risk Management</a:t>
                      </a:r>
                    </a:p>
                  </a:txBody>
                  <a:tcPr marL="137160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325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$6.00</a:t>
                      </a:r>
                    </a:p>
                  </a:txBody>
                  <a:tcPr marL="49303" marR="49303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97312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9462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91935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89246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86558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783869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081181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378493" algn="l" defTabSz="594623" rtl="0" eaLnBrk="1" latinLnBrk="0" hangingPunct="1">
                        <a:defRPr sz="1148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3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Detect and mitigate internal threats with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privacy-respecting behavioral analytics and granular communication controls</a:t>
                      </a:r>
                      <a:endParaRPr lang="en-US" sz="1100" b="0" i="0">
                        <a:gradFill>
                          <a:gsLst>
                            <a:gs pos="2917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44821" marR="44821" marT="44821" marB="448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51723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E677EFB-5162-0315-F0F0-43987902C36F}"/>
              </a:ext>
            </a:extLst>
          </p:cNvPr>
          <p:cNvSpPr txBox="1"/>
          <p:nvPr/>
        </p:nvSpPr>
        <p:spPr>
          <a:xfrm>
            <a:off x="770273" y="9189851"/>
            <a:ext cx="3962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"/>
                <a:ea typeface="+mn-ea"/>
                <a:cs typeface="+mn-cs"/>
              </a:rPr>
              <a:t>Prices – ERP /per user/per month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gradFill>
                <a:gsLst>
                  <a:gs pos="2917">
                    <a:srgbClr val="000000"/>
                  </a:gs>
                  <a:gs pos="30000">
                    <a:srgbClr val="000000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+mn-ea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1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Only provided via Microsoft 365 E5 or Microsoft Defender Suite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2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Per device per month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721547A-3D42-3808-BFC8-B73A66A78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0273" y="1654624"/>
            <a:ext cx="178674" cy="7297526"/>
            <a:chOff x="1646420" y="1472880"/>
            <a:chExt cx="182880" cy="420088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CFD49A-28C9-E09F-572A-C4BE720E2A4A}"/>
                </a:ext>
              </a:extLst>
            </p:cNvPr>
            <p:cNvCxnSpPr>
              <a:cxnSpLocks/>
            </p:cNvCxnSpPr>
            <p:nvPr/>
          </p:nvCxnSpPr>
          <p:spPr>
            <a:xfrm>
              <a:off x="1737860" y="1472880"/>
              <a:ext cx="0" cy="4200883"/>
            </a:xfrm>
            <a:prstGeom prst="line">
              <a:avLst/>
            </a:prstGeom>
            <a:noFill/>
            <a:ln w="19050" cap="flat" cmpd="sng" algn="ctr">
              <a:solidFill>
                <a:srgbClr val="44546A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6A109C7-290A-7015-3DCF-256D3BD64717}"/>
                </a:ext>
              </a:extLst>
            </p:cNvPr>
            <p:cNvCxnSpPr>
              <a:cxnSpLocks/>
            </p:cNvCxnSpPr>
            <p:nvPr/>
          </p:nvCxnSpPr>
          <p:spPr>
            <a:xfrm>
              <a:off x="1646420" y="5673763"/>
              <a:ext cx="182880" cy="0"/>
            </a:xfrm>
            <a:prstGeom prst="line">
              <a:avLst/>
            </a:prstGeom>
            <a:noFill/>
            <a:ln w="19050" cap="rnd" cmpd="sng" algn="ctr">
              <a:solidFill>
                <a:srgbClr val="44546A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051150-C648-E133-1BB6-B594BE977748}"/>
                </a:ext>
              </a:extLst>
            </p:cNvPr>
            <p:cNvCxnSpPr>
              <a:cxnSpLocks/>
            </p:cNvCxnSpPr>
            <p:nvPr/>
          </p:nvCxnSpPr>
          <p:spPr>
            <a:xfrm>
              <a:off x="1646420" y="1472880"/>
              <a:ext cx="182880" cy="0"/>
            </a:xfrm>
            <a:prstGeom prst="line">
              <a:avLst/>
            </a:prstGeom>
            <a:noFill/>
            <a:ln w="19050" cap="rnd" cmpd="sng" algn="ctr">
              <a:solidFill>
                <a:srgbClr val="44546A"/>
              </a:solidFill>
              <a:prstDash val="solid"/>
              <a:miter lim="800000"/>
              <a:headEnd type="none" w="lg" len="med"/>
              <a:tailEnd type="none" w="lg" len="med"/>
            </a:ln>
            <a:effectLst/>
          </p:spPr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F872E0B-793C-5A5C-39D1-B14D743A2FFB}"/>
              </a:ext>
            </a:extLst>
          </p:cNvPr>
          <p:cNvSpPr txBox="1"/>
          <p:nvPr/>
        </p:nvSpPr>
        <p:spPr>
          <a:xfrm>
            <a:off x="520032" y="4584510"/>
            <a:ext cx="694397" cy="1284813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45720" rIns="45720" anchor="ctr" anchorCtr="0">
            <a:sp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91F2C"/>
                    </a:gs>
                    <a:gs pos="100000">
                      <a:srgbClr val="091F2C"/>
                    </a:gs>
                  </a:gsLst>
                  <a:lin ang="5400000" scaled="1"/>
                </a:gradFill>
                <a:effectLst/>
                <a:uLnTx/>
                <a:uFillTx/>
                <a:latin typeface="Segoe UI Semibold"/>
                <a:ea typeface="Calibri" panose="020F0502020204030204" pitchFamily="34" charset="0"/>
                <a:cs typeface="Segoe UI Semibold"/>
              </a:rPr>
              <a:t>Microsoft Defender and Purview Suites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91F2C"/>
                    </a:gs>
                    <a:gs pos="100000">
                      <a:srgbClr val="091F2C"/>
                    </a:gs>
                  </a:gsLst>
                  <a:lin ang="5400000" scaled="1"/>
                </a:gradFill>
                <a:effectLst/>
                <a:uLnTx/>
                <a:uFillTx/>
                <a:latin typeface="Segoe Sans Display"/>
                <a:ea typeface="Calibri" panose="020F0502020204030204" pitchFamily="34" charset="0"/>
                <a:cs typeface="Segoe UI Semibold"/>
              </a:rPr>
              <a:t>($15.00)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091F2C"/>
                  </a:gs>
                  <a:gs pos="100000">
                    <a:srgbClr val="091F2C"/>
                  </a:gs>
                </a:gsLst>
                <a:lin ang="5400000" scaled="1"/>
              </a:gradFill>
              <a:effectLst/>
              <a:uLnTx/>
              <a:uFillTx/>
              <a:latin typeface="Segoe Sans Display"/>
              <a:ea typeface="+mn-ea"/>
              <a:cs typeface="Segoe UI Semibold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2B7296DD-C2C6-C96D-CAAA-50B400897B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5370" y="290060"/>
            <a:ext cx="5779124" cy="86177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02920">
              <a:spcBef>
                <a:spcPts val="0"/>
              </a:spcBef>
            </a:pPr>
            <a:r>
              <a:rPr lang="en-US" sz="28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Defender Suite and Purview Suite for Microsoft 365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312047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843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843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843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</p:bldLst>
  </p:timing>
</p:sld>
</file>

<file path=ppt/theme/theme1.xml><?xml version="1.0" encoding="utf-8"?>
<a:theme xmlns:a="http://schemas.openxmlformats.org/drawingml/2006/main" name="CSP Template Diamond 06/23">
  <a:themeElements>
    <a:clrScheme name="CSP Colors 06/23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5D5BD4"/>
      </a:accent4>
      <a:accent5>
        <a:srgbClr val="737373"/>
      </a:accent5>
      <a:accent6>
        <a:srgbClr val="D2D2D2"/>
      </a:accent6>
      <a:hlink>
        <a:srgbClr val="0076D3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1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3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5.xml><?xml version="1.0" encoding="utf-8"?>
<a:theme xmlns:a="http://schemas.openxmlformats.org/drawingml/2006/main" name="4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ssetDescription xmlns="81d62c47-1ee8-4b15-a2ba-e551e210471e" xsi:nil="true"/>
    <TaxCatchAll xmlns="1b7c06a1-1aa9-4ffb-acc3-69175dc60550" xsi:nil="true"/>
    <lcf76f155ced4ddcb4097134ff3c332f xmlns="81d62c47-1ee8-4b15-a2ba-e551e210471e">
      <Terms xmlns="http://schemas.microsoft.com/office/infopath/2007/PartnerControls"/>
    </lcf76f155ced4ddcb4097134ff3c332f>
    <Language xmlns="81d62c47-1ee8-4b15-a2ba-e551e21047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671BC8BD2EE04888B74DECA3082CFA" ma:contentTypeVersion="21" ma:contentTypeDescription="Create a new document." ma:contentTypeScope="" ma:versionID="9cc1df61b3026c54177684bb56f32108">
  <xsd:schema xmlns:xsd="http://www.w3.org/2001/XMLSchema" xmlns:xs="http://www.w3.org/2001/XMLSchema" xmlns:p="http://schemas.microsoft.com/office/2006/metadata/properties" xmlns:ns2="81d62c47-1ee8-4b15-a2ba-e551e210471e" xmlns:ns3="1b7c06a1-1aa9-4ffb-acc3-69175dc60550" targetNamespace="http://schemas.microsoft.com/office/2006/metadata/properties" ma:root="true" ma:fieldsID="729a61ac2665cd4365bde4269ea1574e" ns2:_="" ns3:_="">
    <xsd:import namespace="81d62c47-1ee8-4b15-a2ba-e551e210471e"/>
    <xsd:import namespace="1b7c06a1-1aa9-4ffb-acc3-69175dc60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angu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ssetDescrip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62c47-1ee8-4b15-a2ba-e551e21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anguage" ma:index="21" nillable="true" ma:displayName="Language" ma:format="Dropdown" ma:internalName="Languag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075134e-686e-41d4-a98b-2f36c81e2c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ssetDescription" ma:index="27" nillable="true" ma:displayName="Asset Description" ma:format="Dropdown" ma:internalName="AssetDescription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06a1-1aa9-4ffb-acc3-69175dc60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2d4c6e7-d7fd-4dba-9819-956db0c65ca0}" ma:internalName="TaxCatchAll" ma:showField="CatchAllData" ma:web="1b7c06a1-1aa9-4ffb-acc3-69175dc605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DA0CC2-1119-4EEA-BD26-6E2CD1410D6F}">
  <ds:schemaRefs>
    <ds:schemaRef ds:uri="1b7c06a1-1aa9-4ffb-acc3-69175dc60550"/>
    <ds:schemaRef ds:uri="81d62c47-1ee8-4b15-a2ba-e551e21047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A8EFAFD-73F5-4ACC-94D9-04EFE09C5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D61BEA-189F-4841-900C-504B065D03CA}">
  <ds:schemaRefs>
    <ds:schemaRef ds:uri="1b7c06a1-1aa9-4ffb-acc3-69175dc60550"/>
    <ds:schemaRef ds:uri="81d62c47-1ee8-4b15-a2ba-e551e21047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CSP Template Diamond 06/23</vt:lpstr>
      <vt:lpstr>1_CSP Template Diamond 06/23</vt:lpstr>
      <vt:lpstr>2_CSP Template Diamond 06/23</vt:lpstr>
      <vt:lpstr>3_CSP Template Diamond 06/23</vt:lpstr>
      <vt:lpstr>4_CSP Template Diamond 06/23</vt:lpstr>
      <vt:lpstr>PowerPoint Presentation</vt:lpstr>
      <vt:lpstr>Microsoft Purview Suite for Microsoft 365 Business Premium</vt:lpstr>
      <vt:lpstr>Defender Suite and Purview Suite for Microsoft 365 Business Premium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2025-03-07T21:16:33Z</dcterms:created>
  <dcterms:modified xsi:type="dcterms:W3CDTF">2026-03-02T08:44:34Z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0x0101009C671BC8BD2EE04888B74DECA3082CFA</vt:lpwstr>
  </property>
</Properties>
</file>
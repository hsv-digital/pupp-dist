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Lst>
  <p:notesMasterIdLst>
    <p:notesMasterId r:id="rId6"/>
  </p:notesMasterIdLst>
  <p:sldIdLst>
    <p:sldId id="2147470016" r:id="rId3"/>
    <p:sldId id="2147470014" r:id="rId4"/>
    <p:sldId id="2147470015" r:id="rId5"/>
  </p:sldIdLst>
  <p:sldSz cx="5667375" cy="8020050"/>
  <p:notesSz cx="8020050" cy="56673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26" userDrawn="1">
          <p15:clr>
            <a:srgbClr val="A4A3A4"/>
          </p15:clr>
        </p15:guide>
        <p15:guide id="2" pos="178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226F"/>
    <a:srgbClr val="B740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C912976-ACD8-4D07-A4FA-48798507088A}" v="1" dt="2026-03-02T09:05:14.7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167"/>
    <p:restoredTop sz="94610"/>
  </p:normalViewPr>
  <p:slideViewPr>
    <p:cSldViewPr snapToGrid="0" snapToObjects="1">
      <p:cViewPr varScale="1">
        <p:scale>
          <a:sx n="82" d="100"/>
          <a:sy n="82" d="100"/>
        </p:scale>
        <p:origin x="2621" y="72"/>
      </p:cViewPr>
      <p:guideLst>
        <p:guide orient="horz" pos="2526"/>
        <p:guide pos="178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3.xml"/><Relationship Id="rId10"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veen Dehury" userId="77009b3f-ee31-425d-b17c-2f6ea73f5149" providerId="ADAL" clId="{B729CC40-C5D3-4DFA-B500-D02C8BD993D7}"/>
    <pc:docChg chg="addSld delSld modSld">
      <pc:chgData name="Praveen Dehury" userId="77009b3f-ee31-425d-b17c-2f6ea73f5149" providerId="ADAL" clId="{B729CC40-C5D3-4DFA-B500-D02C8BD993D7}" dt="2026-02-28T11:52:07.429" v="6"/>
      <pc:docMkLst>
        <pc:docMk/>
      </pc:docMkLst>
      <pc:sldChg chg="modSp add mod">
        <pc:chgData name="Praveen Dehury" userId="77009b3f-ee31-425d-b17c-2f6ea73f5149" providerId="ADAL" clId="{B729CC40-C5D3-4DFA-B500-D02C8BD993D7}" dt="2026-02-28T11:52:07.429" v="6"/>
        <pc:sldMkLst>
          <pc:docMk/>
          <pc:sldMk cId="2830339352" sldId="2147470014"/>
        </pc:sldMkLst>
        <pc:spChg chg="mod">
          <ac:chgData name="Praveen Dehury" userId="77009b3f-ee31-425d-b17c-2f6ea73f5149" providerId="ADAL" clId="{B729CC40-C5D3-4DFA-B500-D02C8BD993D7}" dt="2026-02-28T11:52:07.429" v="6"/>
          <ac:spMkLst>
            <pc:docMk/>
            <pc:sldMk cId="2830339352" sldId="2147470014"/>
            <ac:spMk id="3" creationId="{79B3C482-B6EF-F65E-08E2-9E465EDEC652}"/>
          </ac:spMkLst>
        </pc:spChg>
        <pc:spChg chg="mod">
          <ac:chgData name="Praveen Dehury" userId="77009b3f-ee31-425d-b17c-2f6ea73f5149" providerId="ADAL" clId="{B729CC40-C5D3-4DFA-B500-D02C8BD993D7}" dt="2026-02-28T11:34:45.855" v="4" actId="207"/>
          <ac:spMkLst>
            <pc:docMk/>
            <pc:sldMk cId="2830339352" sldId="2147470014"/>
            <ac:spMk id="9" creationId="{FBD0EA6D-9670-1F46-2E2E-01AE80EFC1A8}"/>
          </ac:spMkLst>
        </pc:spChg>
      </pc:sldChg>
      <pc:sldChg chg="add">
        <pc:chgData name="Praveen Dehury" userId="77009b3f-ee31-425d-b17c-2f6ea73f5149" providerId="ADAL" clId="{B729CC40-C5D3-4DFA-B500-D02C8BD993D7}" dt="2026-02-28T11:33:59.181" v="0"/>
        <pc:sldMkLst>
          <pc:docMk/>
          <pc:sldMk cId="243175164" sldId="2147470015"/>
        </pc:sldMkLst>
      </pc:sldChg>
    </pc:docChg>
  </pc:docChgLst>
  <pc:docChgLst>
    <pc:chgData name="Vandan Jain" userId="4244b45b-25d1-413d-855b-6597e767c081" providerId="ADAL" clId="{67AB2A15-26B8-47FB-BEC6-EFDC03C3B3B6}"/>
    <pc:docChg chg="undo custSel addSld delSld modSld">
      <pc:chgData name="Vandan Jain" userId="4244b45b-25d1-413d-855b-6597e767c081" providerId="ADAL" clId="{67AB2A15-26B8-47FB-BEC6-EFDC03C3B3B6}" dt="2026-03-02T09:05:16.875" v="55" actId="1035"/>
      <pc:docMkLst>
        <pc:docMk/>
      </pc:docMkLst>
      <pc:sldChg chg="addSp delSp modSp mod">
        <pc:chgData name="Vandan Jain" userId="4244b45b-25d1-413d-855b-6597e767c081" providerId="ADAL" clId="{67AB2A15-26B8-47FB-BEC6-EFDC03C3B3B6}" dt="2026-03-02T09:05:16.875" v="55" actId="1035"/>
        <pc:sldMkLst>
          <pc:docMk/>
          <pc:sldMk cId="2830339352" sldId="2147470014"/>
        </pc:sldMkLst>
        <pc:spChg chg="del">
          <ac:chgData name="Vandan Jain" userId="4244b45b-25d1-413d-855b-6597e767c081" providerId="ADAL" clId="{67AB2A15-26B8-47FB-BEC6-EFDC03C3B3B6}" dt="2026-03-02T09:05:14.533" v="48" actId="478"/>
          <ac:spMkLst>
            <pc:docMk/>
            <pc:sldMk cId="2830339352" sldId="2147470014"/>
            <ac:spMk id="33" creationId="{11B08FFE-4B4A-EB5A-4866-8C40B76594CC}"/>
          </ac:spMkLst>
        </pc:spChg>
        <pc:graphicFrameChg chg="add mod">
          <ac:chgData name="Vandan Jain" userId="4244b45b-25d1-413d-855b-6597e767c081" providerId="ADAL" clId="{67AB2A15-26B8-47FB-BEC6-EFDC03C3B3B6}" dt="2026-03-02T09:05:16.875" v="55" actId="1035"/>
          <ac:graphicFrameMkLst>
            <pc:docMk/>
            <pc:sldMk cId="2830339352" sldId="2147470014"/>
            <ac:graphicFrameMk id="2" creationId="{AFBE17AF-BFC4-5633-DEBE-E7F93E436F7C}"/>
          </ac:graphicFrameMkLst>
        </pc:graphicFrameChg>
        <pc:graphicFrameChg chg="del">
          <ac:chgData name="Vandan Jain" userId="4244b45b-25d1-413d-855b-6597e767c081" providerId="ADAL" clId="{67AB2A15-26B8-47FB-BEC6-EFDC03C3B3B6}" dt="2026-03-02T09:05:14.533" v="48" actId="478"/>
          <ac:graphicFrameMkLst>
            <pc:docMk/>
            <pc:sldMk cId="2830339352" sldId="2147470014"/>
            <ac:graphicFrameMk id="29" creationId="{4E7BB84D-9E35-CF2D-933A-F2164B5B640D}"/>
          </ac:graphicFrameMkLst>
        </pc:graphicFrameChg>
        <pc:picChg chg="del">
          <ac:chgData name="Vandan Jain" userId="4244b45b-25d1-413d-855b-6597e767c081" providerId="ADAL" clId="{67AB2A15-26B8-47FB-BEC6-EFDC03C3B3B6}" dt="2026-03-02T09:05:14.533" v="48" actId="478"/>
          <ac:picMkLst>
            <pc:docMk/>
            <pc:sldMk cId="2830339352" sldId="2147470014"/>
            <ac:picMk id="4" creationId="{65D2BE78-60C7-309F-967D-DB03F5F86A01}"/>
          </ac:picMkLst>
        </pc:picChg>
        <pc:cxnChg chg="del">
          <ac:chgData name="Vandan Jain" userId="4244b45b-25d1-413d-855b-6597e767c081" providerId="ADAL" clId="{67AB2A15-26B8-47FB-BEC6-EFDC03C3B3B6}" dt="2026-03-02T09:05:14.533" v="48" actId="478"/>
          <ac:cxnSpMkLst>
            <pc:docMk/>
            <pc:sldMk cId="2830339352" sldId="2147470014"/>
            <ac:cxnSpMk id="6" creationId="{1952BBF0-F332-6F68-FCA0-2C1BC213E0F2}"/>
          </ac:cxnSpMkLst>
        </pc:cxnChg>
        <pc:cxnChg chg="del">
          <ac:chgData name="Vandan Jain" userId="4244b45b-25d1-413d-855b-6597e767c081" providerId="ADAL" clId="{67AB2A15-26B8-47FB-BEC6-EFDC03C3B3B6}" dt="2026-03-02T09:05:14.533" v="48" actId="478"/>
          <ac:cxnSpMkLst>
            <pc:docMk/>
            <pc:sldMk cId="2830339352" sldId="2147470014"/>
            <ac:cxnSpMk id="36" creationId="{F7DEC3EF-4F58-6C4A-6003-C653D43A657F}"/>
          </ac:cxnSpMkLst>
        </pc:cxnChg>
        <pc:cxnChg chg="del">
          <ac:chgData name="Vandan Jain" userId="4244b45b-25d1-413d-855b-6597e767c081" providerId="ADAL" clId="{67AB2A15-26B8-47FB-BEC6-EFDC03C3B3B6}" dt="2026-03-02T09:05:14.533" v="48" actId="478"/>
          <ac:cxnSpMkLst>
            <pc:docMk/>
            <pc:sldMk cId="2830339352" sldId="2147470014"/>
            <ac:cxnSpMk id="37" creationId="{4FE8A8B7-B1C7-388B-2224-F7272B5F3979}"/>
          </ac:cxnSpMkLst>
        </pc:cxnChg>
        <pc:cxnChg chg="del">
          <ac:chgData name="Vandan Jain" userId="4244b45b-25d1-413d-855b-6597e767c081" providerId="ADAL" clId="{67AB2A15-26B8-47FB-BEC6-EFDC03C3B3B6}" dt="2026-03-02T09:05:14.533" v="48" actId="478"/>
          <ac:cxnSpMkLst>
            <pc:docMk/>
            <pc:sldMk cId="2830339352" sldId="2147470014"/>
            <ac:cxnSpMk id="39" creationId="{186A2F42-4516-71B2-0981-A0D3083991C8}"/>
          </ac:cxnSpMkLst>
        </pc:cxnChg>
        <pc:cxnChg chg="del">
          <ac:chgData name="Vandan Jain" userId="4244b45b-25d1-413d-855b-6597e767c081" providerId="ADAL" clId="{67AB2A15-26B8-47FB-BEC6-EFDC03C3B3B6}" dt="2026-03-02T09:05:14.533" v="48" actId="478"/>
          <ac:cxnSpMkLst>
            <pc:docMk/>
            <pc:sldMk cId="2830339352" sldId="2147470014"/>
            <ac:cxnSpMk id="40" creationId="{838813B3-0AF8-28F8-0DB3-A2D67FE29936}"/>
          </ac:cxnSpMkLst>
        </pc:cxnChg>
        <pc:cxnChg chg="del">
          <ac:chgData name="Vandan Jain" userId="4244b45b-25d1-413d-855b-6597e767c081" providerId="ADAL" clId="{67AB2A15-26B8-47FB-BEC6-EFDC03C3B3B6}" dt="2026-03-02T09:05:14.533" v="48" actId="478"/>
          <ac:cxnSpMkLst>
            <pc:docMk/>
            <pc:sldMk cId="2830339352" sldId="2147470014"/>
            <ac:cxnSpMk id="41" creationId="{5D0ABD50-0663-D5B6-17A1-7728958B21BD}"/>
          </ac:cxnSpMkLst>
        </pc:cxnChg>
        <pc:cxnChg chg="del">
          <ac:chgData name="Vandan Jain" userId="4244b45b-25d1-413d-855b-6597e767c081" providerId="ADAL" clId="{67AB2A15-26B8-47FB-BEC6-EFDC03C3B3B6}" dt="2026-03-02T09:05:14.533" v="48" actId="478"/>
          <ac:cxnSpMkLst>
            <pc:docMk/>
            <pc:sldMk cId="2830339352" sldId="2147470014"/>
            <ac:cxnSpMk id="42" creationId="{CB4A4CC7-1BF8-8EB6-BE37-56C8C37F23EB}"/>
          </ac:cxnSpMkLst>
        </pc:cxnChg>
      </pc:sldChg>
      <pc:sldChg chg="modSp add mod">
        <pc:chgData name="Vandan Jain" userId="4244b45b-25d1-413d-855b-6597e767c081" providerId="ADAL" clId="{67AB2A15-26B8-47FB-BEC6-EFDC03C3B3B6}" dt="2026-03-02T09:05:11.611" v="47" actId="20577"/>
        <pc:sldMkLst>
          <pc:docMk/>
          <pc:sldMk cId="4067805866" sldId="2147470016"/>
        </pc:sldMkLst>
        <pc:spChg chg="mod">
          <ac:chgData name="Vandan Jain" userId="4244b45b-25d1-413d-855b-6597e767c081" providerId="ADAL" clId="{67AB2A15-26B8-47FB-BEC6-EFDC03C3B3B6}" dt="2026-03-02T09:05:11.611" v="47" actId="20577"/>
          <ac:spMkLst>
            <pc:docMk/>
            <pc:sldMk cId="4067805866" sldId="2147470016"/>
            <ac:spMk id="32" creationId="{F30B6FEB-AEE6-4C74-E944-EEC31734923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979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A5318-1E4E-D370-07A1-B1B85C02AB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A7E049-FB12-9D74-496D-19F0135373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F29952-98D1-B466-F992-96E240860A1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spc="-130">
                <a:ln w="3175">
                  <a:noFill/>
                </a:ln>
                <a:solidFill>
                  <a:srgbClr val="2965AF"/>
                </a:solidFill>
                <a:latin typeface="Segoe Sans Display Semibold"/>
                <a:cs typeface="Segoe Sans Display" pitchFamily="2" charset="0"/>
              </a:rPr>
              <a:t>67%  </a:t>
            </a:r>
            <a:br>
              <a:rPr kumimoji="0" lang="en-US" sz="2800" b="0" i="0" u="none" strike="noStrike" kern="1200" cap="none" spc="-130" normalizeH="0" baseline="0" noProof="0">
                <a:ln w="3175">
                  <a:noFill/>
                </a:ln>
                <a:solidFill>
                  <a:srgbClr val="2965AF"/>
                </a:solidFill>
                <a:effectLst/>
                <a:uLnTx/>
                <a:uFillTx/>
                <a:latin typeface="Segoe Sans Display Semibold"/>
                <a:ea typeface="+mn-ea"/>
                <a:cs typeface="Segoe Sans Display" pitchFamily="2" charset="0"/>
              </a:rPr>
            </a:br>
            <a:r>
              <a:rPr lang="en-US">
                <a:gradFill>
                  <a:gsLst>
                    <a:gs pos="44000">
                      <a:schemeClr val="tx1"/>
                    </a:gs>
                    <a:gs pos="100000">
                      <a:schemeClr val="tx1"/>
                    </a:gs>
                  </a:gsLst>
                  <a:lin ang="2700000" scaled="1"/>
                </a:gradFill>
                <a:latin typeface="Segoe Sans Display"/>
                <a:cs typeface="Segoe UI" pitchFamily="34" charset="0"/>
              </a:rPr>
              <a:t>of all phishing attacks utilized some form of AI</a:t>
            </a:r>
          </a:p>
          <a:p>
            <a:endParaRPr lang="en-US"/>
          </a:p>
          <a:p>
            <a:r>
              <a:rPr lang="en-US"/>
              <a:t>292</a:t>
            </a:r>
          </a:p>
          <a:p>
            <a:r>
              <a:rPr lang="en-US"/>
              <a:t>days to identify and contain breaches involving stolen credentials</a:t>
            </a:r>
          </a:p>
          <a:p>
            <a:endParaRPr lang="en-US"/>
          </a:p>
        </p:txBody>
      </p:sp>
      <p:sp>
        <p:nvSpPr>
          <p:cNvPr id="4" name="Slide Number Placeholder 3">
            <a:extLst>
              <a:ext uri="{FF2B5EF4-FFF2-40B4-BE49-F238E27FC236}">
                <a16:creationId xmlns:a16="http://schemas.microsoft.com/office/drawing/2014/main" id="{4CEF061E-0607-1711-EEB1-A31E6AEBBB13}"/>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25638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82735-F5C0-9D94-8980-3AD175EAC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42EAF3-859A-62A3-022B-886C16A07F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244E4C-145D-CAFC-9CF7-05D753B353E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B19EAFC-CBF7-1A7A-C8BE-DD745F3F511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278912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963E1-146A-595C-6874-BC841CAE81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742B3E-DC18-0B4F-2E3B-70E397FCE2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367CD0-A4C6-103B-FA86-B1148C74D32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19F050F-0226-2E53-C9EA-02BDB186ED9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81402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5053" y="2993635"/>
            <a:ext cx="4817269" cy="1111073"/>
          </a:xfrm>
        </p:spPr>
        <p:txBody>
          <a:bodyPr anchor="b"/>
          <a:lstStyle>
            <a:lvl1pPr algn="ctr">
              <a:defRPr sz="3610"/>
            </a:lvl1pPr>
          </a:lstStyle>
          <a:p>
            <a:r>
              <a:rPr lang="en-US"/>
              <a:t>Click to edit Master title style</a:t>
            </a:r>
          </a:p>
        </p:txBody>
      </p:sp>
      <p:sp>
        <p:nvSpPr>
          <p:cNvPr id="3" name="Subtitle 2"/>
          <p:cNvSpPr>
            <a:spLocks noGrp="1"/>
          </p:cNvSpPr>
          <p:nvPr>
            <p:ph type="subTitle" idx="1"/>
          </p:nvPr>
        </p:nvSpPr>
        <p:spPr>
          <a:xfrm>
            <a:off x="708422" y="4212384"/>
            <a:ext cx="4250531" cy="222240"/>
          </a:xfrm>
        </p:spPr>
        <p:txBody>
          <a:bodyPr/>
          <a:lstStyle>
            <a:lvl1pPr marL="0" indent="0" algn="ctr">
              <a:buNone/>
              <a:defRPr sz="1444"/>
            </a:lvl1pPr>
            <a:lvl2pPr marL="275047" indent="0" algn="ctr">
              <a:buNone/>
              <a:defRPr sz="1203"/>
            </a:lvl2pPr>
            <a:lvl3pPr marL="550094" indent="0" algn="ctr">
              <a:buNone/>
              <a:defRPr sz="1083"/>
            </a:lvl3pPr>
            <a:lvl4pPr marL="825141" indent="0" algn="ctr">
              <a:buNone/>
              <a:defRPr sz="963"/>
            </a:lvl4pPr>
            <a:lvl5pPr marL="1100188" indent="0" algn="ctr">
              <a:buNone/>
              <a:defRPr sz="963"/>
            </a:lvl5pPr>
            <a:lvl6pPr marL="1375235" indent="0" algn="ctr">
              <a:buNone/>
              <a:defRPr sz="963"/>
            </a:lvl6pPr>
            <a:lvl7pPr marL="1650282" indent="0" algn="ctr">
              <a:buNone/>
              <a:defRPr sz="963"/>
            </a:lvl7pPr>
            <a:lvl8pPr marL="1925329" indent="0" algn="ctr">
              <a:buNone/>
              <a:defRPr sz="963"/>
            </a:lvl8pPr>
            <a:lvl9pPr marL="2200376" indent="0" algn="ctr">
              <a:buNone/>
              <a:defRPr sz="963"/>
            </a:lvl9pPr>
          </a:lstStyle>
          <a:p>
            <a:r>
              <a:rPr lang="en-US"/>
              <a:t>Click to edit Master subtitle style</a:t>
            </a:r>
          </a:p>
        </p:txBody>
      </p:sp>
    </p:spTree>
    <p:extLst>
      <p:ext uri="{BB962C8B-B14F-4D97-AF65-F5344CB8AC3E}">
        <p14:creationId xmlns:p14="http://schemas.microsoft.com/office/powerpoint/2010/main" val="1447710444"/>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267200" y="597573"/>
            <a:ext cx="5121891" cy="200376"/>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271561" y="1678741"/>
            <a:ext cx="5121891" cy="699230"/>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5667375" cy="802005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272034" cy="68437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36017" cy="34218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85011" tIns="68009" rIns="85011" bIns="68009" numCol="1" spcCol="0" rtlCol="0" fromWordArt="0" anchor="t" anchorCtr="0" forceAA="0" compatLnSpc="1">
            <a:prstTxWarp prst="textNoShape">
              <a:avLst/>
            </a:prstTxWarp>
            <a:noAutofit/>
          </a:bodyPr>
          <a:lstStyle/>
          <a:p>
            <a:pPr algn="ctr" defTabSz="433474" fontAlgn="base">
              <a:lnSpc>
                <a:spcPct val="90000"/>
              </a:lnSpc>
              <a:spcBef>
                <a:spcPct val="0"/>
              </a:spcBef>
              <a:spcAft>
                <a:spcPct val="0"/>
              </a:spcAft>
            </a:pPr>
            <a:endParaRPr lang="en-US" sz="1116">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711421028"/>
      </p:ext>
    </p:extLst>
  </p:cSld>
  <p:clrMap bg1="lt1" tx1="dk1" bg2="lt2" tx2="dk2" accent1="accent1" accent2="accent2" accent3="accent3" accent4="accent4" accent5="accent5" accent6="accent6" hlink="hlink" folHlink="folHlink"/>
  <p:sldLayoutIdLst>
    <p:sldLayoutId id="2147483651" r:id="rId1"/>
  </p:sldLayoutIdLst>
  <p:transition>
    <p:fade/>
  </p:transition>
  <p:hf sldNum="0" hdr="0" ftr="0" dt="0"/>
  <p:txStyles>
    <p:titleStyle>
      <a:lvl1pPr algn="l" defTabSz="433599" rtl="0" eaLnBrk="1" latinLnBrk="0" hangingPunct="1">
        <a:lnSpc>
          <a:spcPct val="100000"/>
        </a:lnSpc>
        <a:spcBef>
          <a:spcPct val="0"/>
        </a:spcBef>
        <a:buNone/>
        <a:defRPr lang="en-US" sz="1302" b="0" kern="1200" cap="none" spc="-23" baseline="0" dirty="0" smtClean="0">
          <a:ln w="3175">
            <a:noFill/>
          </a:ln>
          <a:solidFill>
            <a:srgbClr val="000000"/>
          </a:solidFill>
          <a:effectLst/>
          <a:latin typeface="+mj-lt"/>
          <a:ea typeface="+mn-ea"/>
          <a:cs typeface="Segoe UI" pitchFamily="34" charset="0"/>
        </a:defRPr>
      </a:lvl1pPr>
    </p:titleStyle>
    <p:bodyStyle>
      <a:lvl1pPr marL="0" marR="0" indent="0" algn="l" defTabSz="433599" rtl="0" eaLnBrk="1" fontAlgn="auto" latinLnBrk="0" hangingPunct="1">
        <a:lnSpc>
          <a:spcPct val="100000"/>
        </a:lnSpc>
        <a:spcBef>
          <a:spcPts val="837"/>
        </a:spcBef>
        <a:spcAft>
          <a:spcPts val="0"/>
        </a:spcAft>
        <a:buClrTx/>
        <a:buSzPct val="90000"/>
        <a:buFont typeface="Wingdings" panose="05000000000000000000" pitchFamily="2" charset="2"/>
        <a:buNone/>
        <a:tabLst/>
        <a:defRPr sz="837" kern="1200" spc="0" baseline="0">
          <a:solidFill>
            <a:srgbClr val="000000"/>
          </a:solidFill>
          <a:latin typeface="+mj-lt"/>
          <a:ea typeface="+mn-ea"/>
          <a:cs typeface="Segoe UI Semilight" panose="020B0402040204020203" pitchFamily="34" charset="0"/>
        </a:defRPr>
      </a:lvl1pPr>
      <a:lvl2pPr marL="0" marR="0" indent="0" algn="l" defTabSz="433599" rtl="0" eaLnBrk="1" fontAlgn="auto" latinLnBrk="0" hangingPunct="1">
        <a:lnSpc>
          <a:spcPct val="100000"/>
        </a:lnSpc>
        <a:spcBef>
          <a:spcPts val="558"/>
        </a:spcBef>
        <a:spcAft>
          <a:spcPts val="0"/>
        </a:spcAft>
        <a:buClrTx/>
        <a:buSzPct val="90000"/>
        <a:buFont typeface="Wingdings" panose="05000000000000000000" pitchFamily="2" charset="2"/>
        <a:buNone/>
        <a:tabLst/>
        <a:defRPr sz="744" kern="1200" spc="0" baseline="0">
          <a:solidFill>
            <a:srgbClr val="000000"/>
          </a:solidFill>
          <a:latin typeface="+mn-lt"/>
          <a:ea typeface="+mn-ea"/>
          <a:cs typeface="+mn-cs"/>
        </a:defRPr>
      </a:lvl2pPr>
      <a:lvl3pPr marL="92985" marR="0" indent="-92985" algn="l" defTabSz="433599" rtl="0" eaLnBrk="1" fontAlgn="auto" latinLnBrk="0" hangingPunct="1">
        <a:lnSpc>
          <a:spcPct val="100000"/>
        </a:lnSpc>
        <a:spcBef>
          <a:spcPts val="279"/>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3pPr>
      <a:lvl4pPr marL="187032" marR="0" indent="-84129"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4pPr>
      <a:lvl5pPr marL="280548" marR="0" indent="-93516" algn="l" defTabSz="43359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651" kern="1200" spc="0" baseline="0">
          <a:solidFill>
            <a:srgbClr val="000000"/>
          </a:solidFill>
          <a:latin typeface="+mn-lt"/>
          <a:ea typeface="+mn-ea"/>
          <a:cs typeface="+mn-cs"/>
        </a:defRPr>
      </a:lvl5pPr>
      <a:lvl6pPr marL="11923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6pPr>
      <a:lvl7pPr marL="14091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7pPr>
      <a:lvl8pPr marL="16259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8pPr>
      <a:lvl9pPr marL="1842797" indent="-108400" algn="l" defTabSz="433599" rtl="0" eaLnBrk="1" latinLnBrk="0" hangingPunct="1">
        <a:spcBef>
          <a:spcPct val="20000"/>
        </a:spcBef>
        <a:buFont typeface="Arial" pitchFamily="34" charset="0"/>
        <a:buChar char="•"/>
        <a:defRPr sz="930" kern="1200">
          <a:solidFill>
            <a:schemeClr val="tx1"/>
          </a:solidFill>
          <a:latin typeface="+mn-lt"/>
          <a:ea typeface="+mn-ea"/>
          <a:cs typeface="+mn-cs"/>
        </a:defRPr>
      </a:lvl9pPr>
    </p:bodyStyle>
    <p:otherStyle>
      <a:defPPr>
        <a:defRPr lang="en-US"/>
      </a:defPPr>
      <a:lvl1pPr marL="0" algn="l" defTabSz="433599" rtl="0" eaLnBrk="1" latinLnBrk="0" hangingPunct="1">
        <a:defRPr sz="837" kern="1200">
          <a:solidFill>
            <a:schemeClr val="tx1"/>
          </a:solidFill>
          <a:latin typeface="+mn-lt"/>
          <a:ea typeface="+mn-ea"/>
          <a:cs typeface="+mn-cs"/>
        </a:defRPr>
      </a:lvl1pPr>
      <a:lvl2pPr marL="216800" algn="l" defTabSz="433599" rtl="0" eaLnBrk="1" latinLnBrk="0" hangingPunct="1">
        <a:defRPr sz="837" kern="1200">
          <a:solidFill>
            <a:schemeClr val="tx1"/>
          </a:solidFill>
          <a:latin typeface="+mn-lt"/>
          <a:ea typeface="+mn-ea"/>
          <a:cs typeface="+mn-cs"/>
        </a:defRPr>
      </a:lvl2pPr>
      <a:lvl3pPr marL="433599" algn="l" defTabSz="433599" rtl="0" eaLnBrk="1" latinLnBrk="0" hangingPunct="1">
        <a:defRPr sz="837" kern="1200">
          <a:solidFill>
            <a:schemeClr val="tx1"/>
          </a:solidFill>
          <a:latin typeface="+mn-lt"/>
          <a:ea typeface="+mn-ea"/>
          <a:cs typeface="+mn-cs"/>
        </a:defRPr>
      </a:lvl3pPr>
      <a:lvl4pPr marL="650399" algn="l" defTabSz="433599" rtl="0" eaLnBrk="1" latinLnBrk="0" hangingPunct="1">
        <a:defRPr sz="837" kern="1200">
          <a:solidFill>
            <a:schemeClr val="tx1"/>
          </a:solidFill>
          <a:latin typeface="+mn-lt"/>
          <a:ea typeface="+mn-ea"/>
          <a:cs typeface="+mn-cs"/>
        </a:defRPr>
      </a:lvl4pPr>
      <a:lvl5pPr marL="867198" algn="l" defTabSz="433599" rtl="0" eaLnBrk="1" latinLnBrk="0" hangingPunct="1">
        <a:defRPr sz="837" kern="1200">
          <a:solidFill>
            <a:schemeClr val="tx1"/>
          </a:solidFill>
          <a:latin typeface="+mn-lt"/>
          <a:ea typeface="+mn-ea"/>
          <a:cs typeface="+mn-cs"/>
        </a:defRPr>
      </a:lvl5pPr>
      <a:lvl6pPr marL="1083998" algn="l" defTabSz="433599" rtl="0" eaLnBrk="1" latinLnBrk="0" hangingPunct="1">
        <a:defRPr sz="837" kern="1200">
          <a:solidFill>
            <a:schemeClr val="tx1"/>
          </a:solidFill>
          <a:latin typeface="+mn-lt"/>
          <a:ea typeface="+mn-ea"/>
          <a:cs typeface="+mn-cs"/>
        </a:defRPr>
      </a:lvl6pPr>
      <a:lvl7pPr marL="1300797" algn="l" defTabSz="433599" rtl="0" eaLnBrk="1" latinLnBrk="0" hangingPunct="1">
        <a:defRPr sz="837" kern="1200">
          <a:solidFill>
            <a:schemeClr val="tx1"/>
          </a:solidFill>
          <a:latin typeface="+mn-lt"/>
          <a:ea typeface="+mn-ea"/>
          <a:cs typeface="+mn-cs"/>
        </a:defRPr>
      </a:lvl7pPr>
      <a:lvl8pPr marL="1517597" algn="l" defTabSz="433599" rtl="0" eaLnBrk="1" latinLnBrk="0" hangingPunct="1">
        <a:defRPr sz="837" kern="1200">
          <a:solidFill>
            <a:schemeClr val="tx1"/>
          </a:solidFill>
          <a:latin typeface="+mn-lt"/>
          <a:ea typeface="+mn-ea"/>
          <a:cs typeface="+mn-cs"/>
        </a:defRPr>
      </a:lvl8pPr>
      <a:lvl9pPr marL="1734397" algn="l" defTabSz="433599" rtl="0" eaLnBrk="1" latinLnBrk="0" hangingPunct="1">
        <a:defRPr sz="837"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1.png"/><Relationship Id="rId7" Type="http://schemas.openxmlformats.org/officeDocument/2006/relationships/image" Target="../media/image4.sv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hyperlink" Target="https://www.microsoft.com/en-us/security/blog/2022/02/17/4-best-practices-to-implement-a-comprehensive-zero-trust-security-approach/" TargetMode="External"/><Relationship Id="rId11" Type="http://schemas.openxmlformats.org/officeDocument/2006/relationships/image" Target="../media/image8.svg"/><Relationship Id="rId5" Type="http://schemas.openxmlformats.org/officeDocument/2006/relationships/image" Target="../media/image3.svg"/><Relationship Id="rId10" Type="http://schemas.openxmlformats.org/officeDocument/2006/relationships/image" Target="../media/image7.svg"/><Relationship Id="rId4" Type="http://schemas.openxmlformats.org/officeDocument/2006/relationships/image" Target="../media/image2.png"/><Relationship Id="rId9" Type="http://schemas.openxmlformats.org/officeDocument/2006/relationships/image" Target="../media/image6.sv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BE4BB-97CC-CA0A-FFBC-F89DE89D19F4}"/>
            </a:ext>
          </a:extLst>
        </p:cNvPr>
        <p:cNvGrpSpPr/>
        <p:nvPr/>
      </p:nvGrpSpPr>
      <p:grpSpPr>
        <a:xfrm>
          <a:off x="0" y="0"/>
          <a:ext cx="0" cy="0"/>
          <a:chOff x="0" y="0"/>
          <a:chExt cx="0" cy="0"/>
        </a:xfrm>
      </p:grpSpPr>
      <p:pic>
        <p:nvPicPr>
          <p:cNvPr id="51" name="Rectangle 3468742" descr="preencoded.png">
            <a:extLst>
              <a:ext uri="{FF2B5EF4-FFF2-40B4-BE49-F238E27FC236}">
                <a16:creationId xmlns:a16="http://schemas.microsoft.com/office/drawing/2014/main" id="{BFF46BAB-9533-7D37-D484-C2349D03577B}"/>
              </a:ext>
            </a:extLst>
          </p:cNvPr>
          <p:cNvPicPr>
            <a:picLocks noChangeAspect="1"/>
          </p:cNvPicPr>
          <p:nvPr/>
        </p:nvPicPr>
        <p:blipFill>
          <a:blip r:embed="rId3"/>
          <a:srcRect t="1" b="17144"/>
          <a:stretch>
            <a:fillRect/>
          </a:stretch>
        </p:blipFill>
        <p:spPr>
          <a:xfrm>
            <a:off x="0" y="342900"/>
            <a:ext cx="5667374" cy="7677149"/>
          </a:xfrm>
          <a:prstGeom prst="rect">
            <a:avLst/>
          </a:prstGeom>
        </p:spPr>
      </p:pic>
      <p:pic>
        <p:nvPicPr>
          <p:cNvPr id="72" name="Picture 71">
            <a:extLst>
              <a:ext uri="{FF2B5EF4-FFF2-40B4-BE49-F238E27FC236}">
                <a16:creationId xmlns:a16="http://schemas.microsoft.com/office/drawing/2014/main" id="{C559E1BB-F98E-571B-2C8F-760632D7CD71}"/>
              </a:ext>
            </a:extLst>
          </p:cNvPr>
          <p:cNvPicPr>
            <a:picLocks noChangeAspect="1"/>
          </p:cNvPicPr>
          <p:nvPr/>
        </p:nvPicPr>
        <p:blipFill>
          <a:blip r:embed="rId4"/>
          <a:stretch>
            <a:fillRect/>
          </a:stretch>
        </p:blipFill>
        <p:spPr>
          <a:xfrm flipH="1">
            <a:off x="-4298" y="86"/>
            <a:ext cx="5671672" cy="1417918"/>
          </a:xfrm>
          <a:prstGeom prst="rect">
            <a:avLst/>
          </a:prstGeom>
        </p:spPr>
      </p:pic>
      <p:sp>
        <p:nvSpPr>
          <p:cNvPr id="66" name="Rectangle: Rounded Corners 65">
            <a:extLst>
              <a:ext uri="{FF2B5EF4-FFF2-40B4-BE49-F238E27FC236}">
                <a16:creationId xmlns:a16="http://schemas.microsoft.com/office/drawing/2014/main" id="{20E541FA-397B-06A1-8116-BCFA09464965}"/>
              </a:ext>
            </a:extLst>
          </p:cNvPr>
          <p:cNvSpPr/>
          <p:nvPr/>
        </p:nvSpPr>
        <p:spPr bwMode="auto">
          <a:xfrm>
            <a:off x="270487" y="1668947"/>
            <a:ext cx="1469495" cy="2469254"/>
          </a:xfrm>
          <a:prstGeom prst="roundRect">
            <a:avLst>
              <a:gd name="adj" fmla="val 5082"/>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IN" sz="1458" b="0" i="0" u="none" strike="noStrike" kern="1200" cap="none" spc="0" normalizeH="0" baseline="0" noProof="0" dirty="0" err="1">
              <a:ln>
                <a:noFill/>
              </a:ln>
              <a:solidFill>
                <a:srgbClr val="C03BC4"/>
              </a:solidFill>
              <a:effectLst/>
              <a:uLnTx/>
              <a:uFillTx/>
              <a:latin typeface="Segoe UI"/>
              <a:ea typeface="Segoe UI" pitchFamily="34" charset="0"/>
              <a:cs typeface="Segoe UI" pitchFamily="34" charset="0"/>
            </a:endParaRPr>
          </a:p>
        </p:txBody>
      </p:sp>
      <p:sp>
        <p:nvSpPr>
          <p:cNvPr id="54" name="Rectangle 53">
            <a:extLst>
              <a:ext uri="{FF2B5EF4-FFF2-40B4-BE49-F238E27FC236}">
                <a16:creationId xmlns:a16="http://schemas.microsoft.com/office/drawing/2014/main" id="{5163C4AA-CD72-86F0-9D5C-40BEE0D737B9}"/>
              </a:ext>
            </a:extLst>
          </p:cNvPr>
          <p:cNvSpPr/>
          <p:nvPr/>
        </p:nvSpPr>
        <p:spPr bwMode="auto">
          <a:xfrm>
            <a:off x="-1" y="0"/>
            <a:ext cx="5667375" cy="1396789"/>
          </a:xfrm>
          <a:prstGeom prst="rect">
            <a:avLst/>
          </a:prstGeom>
          <a:solidFill>
            <a:srgbClr val="F2E5DE">
              <a:alpha val="62000"/>
            </a:srgbClr>
          </a:solidFill>
          <a:ln>
            <a:solidFill>
              <a:schemeClr val="bg1">
                <a:lumMod val="95000"/>
                <a:alpha val="7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2" name="Title 31">
            <a:extLst>
              <a:ext uri="{FF2B5EF4-FFF2-40B4-BE49-F238E27FC236}">
                <a16:creationId xmlns:a16="http://schemas.microsoft.com/office/drawing/2014/main" id="{F30B6FEB-AEE6-4C74-E944-EEC317349239}"/>
              </a:ext>
            </a:extLst>
          </p:cNvPr>
          <p:cNvSpPr txBox="1">
            <a:spLocks noGrp="1"/>
          </p:cNvSpPr>
          <p:nvPr>
            <p:ph type="title" idx="4294967295"/>
          </p:nvPr>
        </p:nvSpPr>
        <p:spPr>
          <a:xfrm>
            <a:off x="270487" y="552371"/>
            <a:ext cx="3972165" cy="628505"/>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366729">
              <a:spcBef>
                <a:spcPts val="0"/>
              </a:spcBef>
            </a:pPr>
            <a:r>
              <a:rPr lang="en-US" sz="2042" dirty="0">
                <a:solidFill>
                  <a:schemeClr val="tx1">
                    <a:lumMod val="95000"/>
                    <a:lumOff val="5000"/>
                  </a:schemeClr>
                </a:solidFill>
                <a:latin typeface="Segoe Sans Display Semibold" pitchFamily="2" charset="0"/>
                <a:cs typeface="Segoe Sans Display Semibold" pitchFamily="2" charset="0"/>
              </a:rPr>
              <a:t>Microsoft Defender Suite for Microsoft 365 Business Premium</a:t>
            </a:r>
          </a:p>
        </p:txBody>
      </p:sp>
      <p:sp>
        <p:nvSpPr>
          <p:cNvPr id="17" name="TextBox 16">
            <a:extLst>
              <a:ext uri="{FF2B5EF4-FFF2-40B4-BE49-F238E27FC236}">
                <a16:creationId xmlns:a16="http://schemas.microsoft.com/office/drawing/2014/main" id="{C205F477-06BB-0464-B7D7-F14F37D38EC1}"/>
              </a:ext>
            </a:extLst>
          </p:cNvPr>
          <p:cNvSpPr txBox="1">
            <a:spLocks/>
          </p:cNvSpPr>
          <p:nvPr/>
        </p:nvSpPr>
        <p:spPr>
          <a:xfrm>
            <a:off x="1896592" y="1714916"/>
            <a:ext cx="3670004" cy="179601"/>
          </a:xfrm>
          <a:prstGeom prst="rect">
            <a:avLst/>
          </a:prstGeom>
          <a:noFill/>
        </p:spPr>
        <p:txBody>
          <a:bodyPr wrap="square" lIns="0" tIns="0" rIns="0" bIns="0"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kumimoji="0" sz="1600" b="0" i="0" u="none" strike="noStrike" cap="none" spc="0" normalizeH="0" baseline="0">
                <a:ln>
                  <a:noFill/>
                </a:ln>
                <a:solidFill>
                  <a:schemeClr val="accent1"/>
                </a:solidFill>
                <a:effectLst/>
                <a:uLnTx/>
                <a:uFillTx/>
                <a:latin typeface="Segoe Sans Display Semibold" pitchFamily="2" charset="0"/>
                <a:cs typeface="Segoe Sans Display Semibold" pitchFamily="2" charset="0"/>
              </a:defRPr>
            </a:lvl1pPr>
          </a:lstStyle>
          <a:p>
            <a:pPr marL="0" marR="0" lvl="0" indent="0" algn="l" defTabSz="666756" rtl="0" eaLnBrk="1" fontAlgn="auto" latinLnBrk="0" hangingPunct="1">
              <a:lnSpc>
                <a:spcPct val="100000"/>
              </a:lnSpc>
              <a:spcBef>
                <a:spcPts val="0"/>
              </a:spcBef>
              <a:spcAft>
                <a:spcPts val="0"/>
              </a:spcAft>
              <a:buClrTx/>
              <a:buSzTx/>
              <a:buFontTx/>
              <a:buNone/>
              <a:tabLst/>
              <a:defRPr/>
            </a:pPr>
            <a:r>
              <a:rPr kumimoji="0" lang="en-US" sz="1167" b="0" i="0" u="none" strike="noStrike" kern="1200" cap="none" spc="0" normalizeH="0" baseline="0" noProof="0" dirty="0">
                <a:ln>
                  <a:noFill/>
                </a:ln>
                <a:solidFill>
                  <a:srgbClr val="C03BC4"/>
                </a:solidFill>
                <a:effectLst/>
                <a:uLnTx/>
                <a:uFillTx/>
                <a:latin typeface="Segoe Sans Display Semibold" pitchFamily="2" charset="0"/>
                <a:ea typeface="+mn-ea"/>
                <a:cs typeface="Segoe Sans Display Semibold" pitchFamily="2" charset="0"/>
              </a:rPr>
              <a:t>Enhanced protection with Microsoft Defender Suite</a:t>
            </a:r>
          </a:p>
        </p:txBody>
      </p:sp>
      <p:pic>
        <p:nvPicPr>
          <p:cNvPr id="26" name="Graphic 25" descr="Microsoft Security">
            <a:extLst>
              <a:ext uri="{FF2B5EF4-FFF2-40B4-BE49-F238E27FC236}">
                <a16:creationId xmlns:a16="http://schemas.microsoft.com/office/drawing/2014/main" id="{C05D0F52-F000-4B6A-9F4C-E053389E1EA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bwMode="black">
          <a:xfrm>
            <a:off x="293699" y="228034"/>
            <a:ext cx="1319835" cy="167302"/>
          </a:xfrm>
          <a:prstGeom prst="rect">
            <a:avLst/>
          </a:prstGeom>
        </p:spPr>
      </p:pic>
      <p:sp>
        <p:nvSpPr>
          <p:cNvPr id="64" name="TextBox 63">
            <a:extLst>
              <a:ext uri="{FF2B5EF4-FFF2-40B4-BE49-F238E27FC236}">
                <a16:creationId xmlns:a16="http://schemas.microsoft.com/office/drawing/2014/main" id="{8EF4C970-0AEB-3507-DC4C-9293BE9B49C6}"/>
              </a:ext>
            </a:extLst>
          </p:cNvPr>
          <p:cNvSpPr txBox="1">
            <a:spLocks/>
          </p:cNvSpPr>
          <p:nvPr/>
        </p:nvSpPr>
        <p:spPr>
          <a:xfrm>
            <a:off x="1899194" y="1985083"/>
            <a:ext cx="3470238" cy="2141612"/>
          </a:xfrm>
          <a:prstGeom prst="rect">
            <a:avLst/>
          </a:prstGeom>
          <a:noFill/>
        </p:spPr>
        <p:txBody>
          <a:bodyPr wrap="square" lIns="0" tIns="0" rIns="0" bIns="0" rtlCol="0" anchor="t" anchorCtr="0">
            <a:spAutoFit/>
          </a:bodyPr>
          <a:lstStyle/>
          <a:p>
            <a:pPr marL="0" marR="0" lvl="0" indent="0" algn="l" defTabSz="666780" rtl="0" eaLnBrk="1" fontAlgn="auto" latinLnBrk="0" hangingPunct="1">
              <a:lnSpc>
                <a:spcPts val="1021"/>
              </a:lnSpc>
              <a:spcBef>
                <a:spcPts val="0"/>
              </a:spcBef>
              <a:spcAft>
                <a:spcPts val="875"/>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Segoe Sans Display" pitchFamily="2" charset="0"/>
                <a:ea typeface="+mn-ea"/>
                <a:cs typeface="Segoe Sans Display" pitchFamily="2" charset="0"/>
              </a:rPr>
              <a:t>Microsoft Defender Suite for Business Premium provides your organization with the advanced security capabilities, delivering comprehensive protection and response across identities, endpoints, apps, and email threats.</a:t>
            </a:r>
          </a:p>
          <a:p>
            <a:pPr marL="0" marR="0" lvl="0" indent="0" algn="l" defTabSz="666780" rtl="0" eaLnBrk="1" fontAlgn="auto" latinLnBrk="0" hangingPunct="1">
              <a:lnSpc>
                <a:spcPts val="1021"/>
              </a:lnSpc>
              <a:spcBef>
                <a:spcPts val="0"/>
              </a:spcBef>
              <a:spcAft>
                <a:spcPts val="875"/>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Segoe Sans Display" pitchFamily="2" charset="0"/>
                <a:ea typeface="+mn-ea"/>
                <a:cs typeface="Segoe Sans Display" pitchFamily="2" charset="0"/>
              </a:rPr>
              <a:t>Zero Trust across your entire digital estate―</a:t>
            </a:r>
            <a:r>
              <a:rPr kumimoji="0" lang="en-US" sz="1000" b="0" i="0" u="none" strike="noStrike" kern="1200" cap="none" spc="0" normalizeH="0" baseline="0" noProof="0" dirty="0">
                <a:ln>
                  <a:noFill/>
                </a:ln>
                <a:solidFill>
                  <a:srgbClr val="000000"/>
                </a:solidFill>
                <a:effectLst/>
                <a:uLnTx/>
                <a:uFillTx/>
                <a:latin typeface="Segoe Sans Display" pitchFamily="2" charset="0"/>
                <a:ea typeface="+mn-ea"/>
                <a:cs typeface="Segoe Sans Display" pitchFamily="2" charset="0"/>
              </a:rPr>
              <a:t>Assume breach, verify each request, and fully authenticate and authorize every request before granting access.</a:t>
            </a:r>
          </a:p>
          <a:p>
            <a:pPr marL="0" marR="0" lvl="0" indent="0" algn="l" defTabSz="666780" rtl="0" eaLnBrk="1" fontAlgn="auto" latinLnBrk="0" hangingPunct="1">
              <a:lnSpc>
                <a:spcPts val="1021"/>
              </a:lnSpc>
              <a:spcBef>
                <a:spcPts val="0"/>
              </a:spcBef>
              <a:spcAft>
                <a:spcPts val="875"/>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Segoe Sans Display" pitchFamily="2" charset="0"/>
                <a:ea typeface="+mn-ea"/>
                <a:cs typeface="Segoe Sans Display" pitchFamily="2" charset="0"/>
              </a:rPr>
              <a:t>Unified exposure management―</a:t>
            </a:r>
            <a:r>
              <a:rPr kumimoji="0" lang="en-US" sz="1000" b="0" i="0" u="none" strike="noStrike" kern="1200" cap="none" spc="0" normalizeH="0" baseline="0" noProof="0" dirty="0">
                <a:ln>
                  <a:noFill/>
                </a:ln>
                <a:solidFill>
                  <a:srgbClr val="000000"/>
                </a:solidFill>
                <a:effectLst/>
                <a:uLnTx/>
                <a:uFillTx/>
                <a:latin typeface="Segoe Sans Display" pitchFamily="2" charset="0"/>
                <a:ea typeface="+mn-ea"/>
                <a:cs typeface="Segoe Sans Display" pitchFamily="2" charset="0"/>
              </a:rPr>
              <a:t>Continuously assess security posture, enable </a:t>
            </a:r>
            <a:r>
              <a:rPr kumimoji="0" lang="en-US" sz="1000" b="0" i="0" u="none" strike="noStrike" kern="1200" cap="none" spc="0" normalizeH="0" baseline="0" noProof="0" dirty="0">
                <a:ln>
                  <a:noFill/>
                </a:ln>
                <a:solidFill>
                  <a:srgbClr val="000000"/>
                </a:solidFill>
                <a:effectLst/>
                <a:uLnTx/>
                <a:uFillTx/>
                <a:latin typeface="Segoe UI"/>
                <a:ea typeface="+mn-ea"/>
                <a:cs typeface="+mn-cs"/>
              </a:rPr>
              <a:t>proactive risk management and protection of assets.</a:t>
            </a:r>
            <a:endParaRPr kumimoji="0" lang="en-US" sz="1000" b="0" i="0" u="none" strike="noStrike" kern="1200" cap="none" spc="0" normalizeH="0" baseline="0" noProof="0" dirty="0">
              <a:ln>
                <a:noFill/>
              </a:ln>
              <a:solidFill>
                <a:srgbClr val="000000"/>
              </a:solidFill>
              <a:effectLst/>
              <a:uLnTx/>
              <a:uFillTx/>
              <a:latin typeface="Segoe Sans Display" pitchFamily="2" charset="0"/>
              <a:ea typeface="+mn-ea"/>
              <a:cs typeface="Segoe Sans Display" pitchFamily="2" charset="0"/>
            </a:endParaRPr>
          </a:p>
          <a:p>
            <a:pPr marL="0" marR="0" lvl="0" indent="0" algn="l" defTabSz="666780" rtl="0" eaLnBrk="1" fontAlgn="auto" latinLnBrk="0" hangingPunct="1">
              <a:lnSpc>
                <a:spcPts val="1021"/>
              </a:lnSpc>
              <a:spcBef>
                <a:spcPts val="0"/>
              </a:spcBef>
              <a:spcAft>
                <a:spcPts val="875"/>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Segoe Sans Display" pitchFamily="2" charset="0"/>
                <a:ea typeface="+mn-ea"/>
                <a:cs typeface="Segoe Sans Display" pitchFamily="2" charset="0"/>
              </a:rPr>
              <a:t>Unified security operations platform</a:t>
            </a:r>
            <a:r>
              <a:rPr kumimoji="0" lang="en-US" sz="1000" b="0" i="0" u="none" strike="noStrike" kern="1200" cap="none" spc="0" normalizeH="0" baseline="0" noProof="0" dirty="0">
                <a:ln>
                  <a:noFill/>
                </a:ln>
                <a:solidFill>
                  <a:srgbClr val="000000"/>
                </a:solidFill>
                <a:effectLst/>
                <a:uLnTx/>
                <a:uFillTx/>
                <a:latin typeface="Segoe UI"/>
                <a:ea typeface="+mn-ea"/>
                <a:cs typeface="+mn-cs"/>
              </a:rPr>
              <a:t>―Leverage a single, integrated solution for end-to-end security operations, enhancing </a:t>
            </a:r>
            <a:r>
              <a:rPr kumimoji="0" lang="en-US" sz="1000" b="0" i="0" u="none" strike="noStrike" kern="1200" cap="none" spc="0" normalizeH="0" baseline="0" noProof="0" dirty="0">
                <a:ln>
                  <a:noFill/>
                </a:ln>
                <a:solidFill>
                  <a:srgbClr val="000000"/>
                </a:solidFill>
                <a:effectLst/>
                <a:uLnTx/>
                <a:uFillTx/>
                <a:latin typeface="Segoe Sans Display" pitchFamily="2" charset="0"/>
                <a:ea typeface="+mn-ea"/>
                <a:cs typeface="Segoe Sans Display" pitchFamily="2" charset="0"/>
              </a:rPr>
              <a:t>efficiency and protection across your entire digital estate.</a:t>
            </a:r>
          </a:p>
        </p:txBody>
      </p:sp>
      <p:sp>
        <p:nvSpPr>
          <p:cNvPr id="100" name="TextBox 99">
            <a:extLst>
              <a:ext uri="{FF2B5EF4-FFF2-40B4-BE49-F238E27FC236}">
                <a16:creationId xmlns:a16="http://schemas.microsoft.com/office/drawing/2014/main" id="{93C1B656-5955-227B-9548-2076AEB994D3}"/>
              </a:ext>
            </a:extLst>
          </p:cNvPr>
          <p:cNvSpPr txBox="1"/>
          <p:nvPr/>
        </p:nvSpPr>
        <p:spPr>
          <a:xfrm>
            <a:off x="280997" y="7704113"/>
            <a:ext cx="5113973" cy="100925"/>
          </a:xfrm>
          <a:prstGeom prst="rect">
            <a:avLst/>
          </a:prstGeom>
          <a:noFill/>
        </p:spPr>
        <p:txBody>
          <a:bodyPr wrap="square" lIns="0" tIns="0" rIns="0" bIns="0" rtlCol="0">
            <a:spAutoFit/>
          </a:bodyPr>
          <a:lstStyle/>
          <a:p>
            <a:pPr marL="0" marR="0" lvl="0" indent="0" algn="l" defTabSz="333390" rtl="0" eaLnBrk="1" fontAlgn="auto" latinLnBrk="0" hangingPunct="1">
              <a:lnSpc>
                <a:spcPct val="100000"/>
              </a:lnSpc>
              <a:spcBef>
                <a:spcPts val="0"/>
              </a:spcBef>
              <a:spcAft>
                <a:spcPts val="0"/>
              </a:spcAft>
              <a:buClrTx/>
              <a:buSzTx/>
              <a:buFontTx/>
              <a:buNone/>
              <a:tabLst/>
              <a:defRPr/>
            </a:pPr>
            <a:r>
              <a:rPr kumimoji="0" lang="en-US" sz="656" b="0" i="0" u="none" strike="noStrike" kern="1200" cap="none" spc="0" normalizeH="0" baseline="30000" noProof="0" dirty="0">
                <a:ln>
                  <a:noFill/>
                </a:ln>
                <a:solidFill>
                  <a:srgbClr val="000000"/>
                </a:solidFill>
                <a:effectLst/>
                <a:uLnTx/>
                <a:uFillTx/>
                <a:latin typeface="Segoe Sans Display" pitchFamily="2" charset="0"/>
                <a:ea typeface="+mn-ea"/>
                <a:cs typeface="Segoe Sans Display" pitchFamily="2" charset="0"/>
              </a:rPr>
              <a:t>1 </a:t>
            </a:r>
            <a:r>
              <a:rPr kumimoji="0" lang="en-US" sz="656" b="0" i="0" u="none" strike="noStrike" kern="1200" cap="none" spc="0" normalizeH="0" baseline="0" noProof="0" dirty="0">
                <a:ln>
                  <a:noFill/>
                </a:ln>
                <a:solidFill>
                  <a:srgbClr val="000000"/>
                </a:solidFill>
                <a:effectLst/>
                <a:uLnTx/>
                <a:uFillTx/>
                <a:latin typeface="Segoe Sans Text" pitchFamily="2" charset="0"/>
                <a:ea typeface="+mn-ea"/>
                <a:cs typeface="+mn-cs"/>
                <a:hlinkClick r:id="rId6"/>
              </a:rPr>
              <a:t>Source: Microsoft</a:t>
            </a:r>
            <a:r>
              <a:rPr kumimoji="0" lang="en-US" sz="656" b="0" i="0" u="none" strike="noStrike" kern="1200" cap="none" spc="0" normalizeH="0" baseline="0" noProof="0" dirty="0">
                <a:ln>
                  <a:noFill/>
                </a:ln>
                <a:solidFill>
                  <a:srgbClr val="000000"/>
                </a:solidFill>
                <a:effectLst/>
                <a:uLnTx/>
                <a:uFillTx/>
                <a:latin typeface="Segoe Sans Text" pitchFamily="2" charset="0"/>
                <a:ea typeface="+mn-ea"/>
                <a:cs typeface="+mn-cs"/>
              </a:rPr>
              <a:t> 	</a:t>
            </a:r>
            <a:r>
              <a:rPr kumimoji="0" lang="en-US" sz="656" b="0" i="0" u="none" strike="noStrike" kern="1200" cap="none" spc="0" normalizeH="0" baseline="30000" noProof="0" dirty="0">
                <a:ln>
                  <a:noFill/>
                </a:ln>
                <a:solidFill>
                  <a:srgbClr val="000000"/>
                </a:solidFill>
                <a:effectLst/>
                <a:uLnTx/>
                <a:uFillTx/>
                <a:latin typeface="Segoe Sans Display" pitchFamily="2" charset="0"/>
                <a:ea typeface="+mn-ea"/>
                <a:cs typeface="Segoe Sans Display" pitchFamily="2" charset="0"/>
              </a:rPr>
              <a:t>2 </a:t>
            </a:r>
            <a:r>
              <a:rPr kumimoji="0" lang="en-US" sz="656" b="0" i="0" u="none" strike="noStrike" kern="1200" cap="none" spc="0" normalizeH="0" baseline="0" noProof="0" dirty="0">
                <a:ln>
                  <a:noFill/>
                </a:ln>
                <a:solidFill>
                  <a:srgbClr val="000000"/>
                </a:solidFill>
                <a:effectLst/>
                <a:uLnTx/>
                <a:uFillTx/>
                <a:latin typeface="Segoe Sans Text" pitchFamily="2" charset="0"/>
                <a:ea typeface="+mn-ea"/>
                <a:cs typeface="+mn-cs"/>
              </a:rPr>
              <a:t>Source: </a:t>
            </a:r>
            <a:r>
              <a:rPr kumimoji="0" lang="en-US" sz="510" b="0" i="0" u="none" strike="noStrike" kern="1200" cap="none" spc="0" normalizeH="0" baseline="0" noProof="0" dirty="0">
                <a:ln>
                  <a:noFill/>
                </a:ln>
                <a:solidFill>
                  <a:srgbClr val="000000"/>
                </a:solidFill>
                <a:effectLst/>
                <a:uLnTx/>
                <a:uFillTx/>
                <a:latin typeface="Segoe Sans Text" pitchFamily="2" charset="0"/>
                <a:ea typeface="+mn-ea"/>
                <a:cs typeface="+mn-cs"/>
              </a:rPr>
              <a:t>IBM Cost of a Data Breach Report, IBM, p. 6​</a:t>
            </a:r>
            <a:endParaRPr kumimoji="0" lang="en-US" sz="656" b="0" i="0" u="none" strike="noStrike" kern="1200" cap="none" spc="0" normalizeH="0" baseline="0" noProof="0" dirty="0">
              <a:ln>
                <a:noFill/>
              </a:ln>
              <a:solidFill>
                <a:srgbClr val="000000"/>
              </a:solidFill>
              <a:effectLst/>
              <a:uLnTx/>
              <a:uFillTx/>
              <a:latin typeface="Segoe UI" panose="020B0502040204020203" pitchFamily="34" charset="0"/>
              <a:ea typeface="+mn-ea"/>
              <a:cs typeface="Segoe Sans Display" pitchFamily="2" charset="0"/>
            </a:endParaRPr>
          </a:p>
        </p:txBody>
      </p:sp>
      <p:sp>
        <p:nvSpPr>
          <p:cNvPr id="2" name="Title 1">
            <a:extLst>
              <a:ext uri="{FF2B5EF4-FFF2-40B4-BE49-F238E27FC236}">
                <a16:creationId xmlns:a16="http://schemas.microsoft.com/office/drawing/2014/main" id="{CC410421-35D7-13B2-19F6-E270E00A31DF}"/>
              </a:ext>
            </a:extLst>
          </p:cNvPr>
          <p:cNvSpPr txBox="1">
            <a:spLocks/>
          </p:cNvSpPr>
          <p:nvPr/>
        </p:nvSpPr>
        <p:spPr>
          <a:xfrm>
            <a:off x="388447" y="4278348"/>
            <a:ext cx="4895999" cy="266700"/>
          </a:xfrm>
          <a:prstGeom prst="rect">
            <a:avLst/>
          </a:prstGeom>
          <a:noFill/>
          <a:ln w="9525">
            <a:noFill/>
          </a:ln>
        </p:spPr>
        <p:txBody>
          <a:bodyPr vert="horz" wrap="square" lIns="66675" tIns="33338" rIns="66675" bIns="33338" rtlCol="0" anchor="ctr" anchorCtr="0">
            <a:no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ctr" defTabSz="666756" rtl="0" eaLnBrk="1" fontAlgn="base" latinLnBrk="0" hangingPunct="1">
              <a:lnSpc>
                <a:spcPct val="100000"/>
              </a:lnSpc>
              <a:spcBef>
                <a:spcPct val="0"/>
              </a:spcBef>
              <a:spcAft>
                <a:spcPct val="0"/>
              </a:spcAft>
              <a:buClrTx/>
              <a:buSzTx/>
              <a:buFontTx/>
              <a:buNone/>
              <a:tabLst/>
              <a:defRPr/>
            </a:pPr>
            <a:r>
              <a:rPr kumimoji="0" lang="en-US" sz="1167" b="0" i="0" u="none" strike="noStrike" kern="1200" cap="none" spc="0" normalizeH="0" baseline="0" noProof="0" dirty="0">
                <a:ln>
                  <a:noFill/>
                </a:ln>
                <a:solidFill>
                  <a:srgbClr val="C03BC4"/>
                </a:solidFill>
                <a:effectLst/>
                <a:uLnTx/>
                <a:uFillTx/>
                <a:latin typeface="Segoe Sans Display Semibold" pitchFamily="2" charset="0"/>
                <a:ea typeface="+mn-ea"/>
                <a:cs typeface="Segoe Sans Display Semibold" pitchFamily="2" charset="0"/>
              </a:rPr>
              <a:t>Protect your entire estate</a:t>
            </a:r>
          </a:p>
        </p:txBody>
      </p:sp>
      <p:sp>
        <p:nvSpPr>
          <p:cNvPr id="4" name="Rounded Rectangle 32">
            <a:extLst>
              <a:ext uri="{FF2B5EF4-FFF2-40B4-BE49-F238E27FC236}">
                <a16:creationId xmlns:a16="http://schemas.microsoft.com/office/drawing/2014/main" id="{32D52542-94BE-EFA3-6259-A9AF7AA68D6B}"/>
              </a:ext>
              <a:ext uri="{C183D7F6-B498-43B3-948B-1728B52AA6E4}">
                <adec:decorative xmlns:adec="http://schemas.microsoft.com/office/drawing/2017/decorative" val="1"/>
              </a:ext>
            </a:extLst>
          </p:cNvPr>
          <p:cNvSpPr>
            <a:spLocks/>
          </p:cNvSpPr>
          <p:nvPr/>
        </p:nvSpPr>
        <p:spPr>
          <a:xfrm>
            <a:off x="270487" y="4653316"/>
            <a:ext cx="1000125" cy="2848922"/>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0" cap="none" spc="0" normalizeH="0" baseline="0" noProof="0">
              <a:ln>
                <a:noFill/>
              </a:ln>
              <a:solidFill>
                <a:srgbClr val="FFFFFF"/>
              </a:solidFill>
              <a:effectLst/>
              <a:uLnTx/>
              <a:uFillTx/>
              <a:latin typeface="Segoe Sans Display"/>
              <a:ea typeface="+mn-ea"/>
              <a:cs typeface="Segoe UI" pitchFamily="34" charset="0"/>
            </a:endParaRPr>
          </a:p>
        </p:txBody>
      </p:sp>
      <p:sp>
        <p:nvSpPr>
          <p:cNvPr id="5" name="Rounded Rectangle 32">
            <a:extLst>
              <a:ext uri="{FF2B5EF4-FFF2-40B4-BE49-F238E27FC236}">
                <a16:creationId xmlns:a16="http://schemas.microsoft.com/office/drawing/2014/main" id="{CE6CFC70-06C7-C291-DA51-1D3359F2C52E}"/>
              </a:ext>
              <a:ext uri="{C183D7F6-B498-43B3-948B-1728B52AA6E4}">
                <adec:decorative xmlns:adec="http://schemas.microsoft.com/office/drawing/2017/decorative" val="1"/>
              </a:ext>
            </a:extLst>
          </p:cNvPr>
          <p:cNvSpPr>
            <a:spLocks/>
          </p:cNvSpPr>
          <p:nvPr/>
        </p:nvSpPr>
        <p:spPr>
          <a:xfrm>
            <a:off x="1306051" y="4653316"/>
            <a:ext cx="1000125" cy="2848922"/>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0" cap="none" spc="0" normalizeH="0" baseline="0" noProof="0">
              <a:ln>
                <a:noFill/>
              </a:ln>
              <a:solidFill>
                <a:srgbClr val="FFFFFF"/>
              </a:solidFill>
              <a:effectLst/>
              <a:uLnTx/>
              <a:uFillTx/>
              <a:latin typeface="Segoe Sans Display"/>
              <a:ea typeface="+mn-ea"/>
              <a:cs typeface="Segoe UI" pitchFamily="34" charset="0"/>
            </a:endParaRPr>
          </a:p>
        </p:txBody>
      </p:sp>
      <p:sp>
        <p:nvSpPr>
          <p:cNvPr id="6" name="Rounded Rectangle 32">
            <a:extLst>
              <a:ext uri="{FF2B5EF4-FFF2-40B4-BE49-F238E27FC236}">
                <a16:creationId xmlns:a16="http://schemas.microsoft.com/office/drawing/2014/main" id="{6643373C-AB83-B631-F611-FB8BFCAF135E}"/>
              </a:ext>
              <a:ext uri="{C183D7F6-B498-43B3-948B-1728B52AA6E4}">
                <adec:decorative xmlns:adec="http://schemas.microsoft.com/office/drawing/2017/decorative" val="1"/>
              </a:ext>
            </a:extLst>
          </p:cNvPr>
          <p:cNvSpPr>
            <a:spLocks/>
          </p:cNvSpPr>
          <p:nvPr/>
        </p:nvSpPr>
        <p:spPr>
          <a:xfrm>
            <a:off x="2341327" y="4653316"/>
            <a:ext cx="1000125" cy="2848922"/>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0" cap="none" spc="0" normalizeH="0" baseline="0" noProof="0">
              <a:ln>
                <a:noFill/>
              </a:ln>
              <a:solidFill>
                <a:srgbClr val="FFFFFF"/>
              </a:solidFill>
              <a:effectLst/>
              <a:uLnTx/>
              <a:uFillTx/>
              <a:latin typeface="Segoe Sans Display"/>
              <a:ea typeface="+mn-ea"/>
              <a:cs typeface="Segoe UI" pitchFamily="34" charset="0"/>
            </a:endParaRPr>
          </a:p>
        </p:txBody>
      </p:sp>
      <p:sp>
        <p:nvSpPr>
          <p:cNvPr id="9" name="Rounded Rectangle 32">
            <a:extLst>
              <a:ext uri="{FF2B5EF4-FFF2-40B4-BE49-F238E27FC236}">
                <a16:creationId xmlns:a16="http://schemas.microsoft.com/office/drawing/2014/main" id="{A1B8BB60-2805-B2B9-A781-B5FC7BD20E36}"/>
              </a:ext>
              <a:ext uri="{C183D7F6-B498-43B3-948B-1728B52AA6E4}">
                <adec:decorative xmlns:adec="http://schemas.microsoft.com/office/drawing/2017/decorative" val="1"/>
              </a:ext>
            </a:extLst>
          </p:cNvPr>
          <p:cNvSpPr>
            <a:spLocks/>
          </p:cNvSpPr>
          <p:nvPr/>
        </p:nvSpPr>
        <p:spPr>
          <a:xfrm>
            <a:off x="3377181" y="4653316"/>
            <a:ext cx="1000125" cy="2848922"/>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0" cap="none" spc="0" normalizeH="0" baseline="0" noProof="0">
              <a:ln>
                <a:noFill/>
              </a:ln>
              <a:solidFill>
                <a:srgbClr val="FFFFFF"/>
              </a:solidFill>
              <a:effectLst/>
              <a:uLnTx/>
              <a:uFillTx/>
              <a:latin typeface="Segoe Sans Display"/>
              <a:ea typeface="+mn-ea"/>
              <a:cs typeface="Segoe UI" pitchFamily="34" charset="0"/>
            </a:endParaRPr>
          </a:p>
        </p:txBody>
      </p:sp>
      <p:sp>
        <p:nvSpPr>
          <p:cNvPr id="10" name="Rounded Rectangle 32">
            <a:extLst>
              <a:ext uri="{FF2B5EF4-FFF2-40B4-BE49-F238E27FC236}">
                <a16:creationId xmlns:a16="http://schemas.microsoft.com/office/drawing/2014/main" id="{7501D1C1-B340-0CCA-6ED7-0F68AE847688}"/>
              </a:ext>
              <a:ext uri="{C183D7F6-B498-43B3-948B-1728B52AA6E4}">
                <adec:decorative xmlns:adec="http://schemas.microsoft.com/office/drawing/2017/decorative" val="1"/>
              </a:ext>
            </a:extLst>
          </p:cNvPr>
          <p:cNvSpPr>
            <a:spLocks/>
          </p:cNvSpPr>
          <p:nvPr/>
        </p:nvSpPr>
        <p:spPr>
          <a:xfrm>
            <a:off x="4412745" y="4653316"/>
            <a:ext cx="1000125" cy="2848922"/>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0" cap="none" spc="0" normalizeH="0" baseline="0" noProof="0" dirty="0">
              <a:ln>
                <a:noFill/>
              </a:ln>
              <a:solidFill>
                <a:srgbClr val="FFFFFF"/>
              </a:solidFill>
              <a:effectLst/>
              <a:uLnTx/>
              <a:uFillTx/>
              <a:latin typeface="Segoe Sans Display"/>
              <a:ea typeface="+mn-ea"/>
              <a:cs typeface="Segoe UI" pitchFamily="34" charset="0"/>
            </a:endParaRPr>
          </a:p>
        </p:txBody>
      </p:sp>
      <p:sp>
        <p:nvSpPr>
          <p:cNvPr id="15" name="TextBox 14">
            <a:extLst>
              <a:ext uri="{FF2B5EF4-FFF2-40B4-BE49-F238E27FC236}">
                <a16:creationId xmlns:a16="http://schemas.microsoft.com/office/drawing/2014/main" id="{FDC09689-9230-8774-332C-E0502BB2667B}"/>
              </a:ext>
            </a:extLst>
          </p:cNvPr>
          <p:cNvSpPr txBox="1"/>
          <p:nvPr/>
        </p:nvSpPr>
        <p:spPr>
          <a:xfrm>
            <a:off x="271966" y="5078668"/>
            <a:ext cx="979851" cy="34945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80" rtl="0" eaLnBrk="1" fontAlgn="auto" latinLnBrk="0" hangingPunct="1">
              <a:lnSpc>
                <a:spcPts val="1094"/>
              </a:lnSpc>
              <a:spcBef>
                <a:spcPts val="0"/>
              </a:spcBef>
              <a:spcAft>
                <a:spcPts val="0"/>
              </a:spcAft>
              <a:buClrTx/>
              <a:buSzTx/>
              <a:buFontTx/>
              <a:buNone/>
              <a:tabLst/>
              <a:defRPr/>
            </a:pPr>
            <a:r>
              <a:rPr kumimoji="0" lang="en-US" sz="948" b="1" i="0" u="none" strike="noStrike" kern="1200" cap="none" spc="-15" normalizeH="0" baseline="0" noProof="0" dirty="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Identity and access controls</a:t>
            </a:r>
          </a:p>
        </p:txBody>
      </p:sp>
      <p:sp>
        <p:nvSpPr>
          <p:cNvPr id="18" name="TextBox 17">
            <a:extLst>
              <a:ext uri="{FF2B5EF4-FFF2-40B4-BE49-F238E27FC236}">
                <a16:creationId xmlns:a16="http://schemas.microsoft.com/office/drawing/2014/main" id="{776AAF97-9212-E6FA-5DCB-13B6B6C5B179}"/>
              </a:ext>
            </a:extLst>
          </p:cNvPr>
          <p:cNvSpPr txBox="1"/>
          <p:nvPr/>
        </p:nvSpPr>
        <p:spPr>
          <a:xfrm>
            <a:off x="271563" y="5459024"/>
            <a:ext cx="979851" cy="1851789"/>
          </a:xfrm>
          <a:prstGeom prst="rect">
            <a:avLst/>
          </a:prstGeom>
          <a:noFill/>
        </p:spPr>
        <p:txBody>
          <a:bodyPr wrap="square" lIns="26250" tIns="0" rIns="26250" bIns="0"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dirty="0">
                <a:ln>
                  <a:noFill/>
                </a:ln>
                <a:solidFill>
                  <a:srgbClr val="000000">
                    <a:lumMod val="85000"/>
                    <a:lumOff val="15000"/>
                  </a:srgbClr>
                </a:solidFill>
                <a:effectLst/>
                <a:uLnTx/>
                <a:uFillTx/>
                <a:latin typeface="Segoe Sans Display" pitchFamily="2" charset="0"/>
                <a:ea typeface="+mn-ea"/>
                <a:cs typeface="Segoe Sans Display" pitchFamily="2" charset="0"/>
              </a:rPr>
              <a:t>Risk-based conditional   access and sign     -in assessment</a:t>
            </a:r>
          </a:p>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dirty="0">
                <a:ln>
                  <a:noFill/>
                </a:ln>
                <a:solidFill>
                  <a:srgbClr val="000000">
                    <a:lumMod val="85000"/>
                    <a:lumOff val="15000"/>
                  </a:srgbClr>
                </a:solidFill>
                <a:effectLst/>
                <a:uLnTx/>
                <a:uFillTx/>
                <a:latin typeface="Segoe Sans Display" pitchFamily="2" charset="0"/>
                <a:ea typeface="+mn-ea"/>
                <a:cs typeface="Segoe Sans Display" pitchFamily="2" charset="0"/>
              </a:rPr>
              <a:t>Visibility into    risky sign-ins and user behavior anomalies</a:t>
            </a:r>
          </a:p>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dirty="0">
                <a:ln>
                  <a:noFill/>
                </a:ln>
                <a:solidFill>
                  <a:srgbClr val="000000">
                    <a:lumMod val="85000"/>
                    <a:lumOff val="15000"/>
                  </a:srgbClr>
                </a:solidFill>
                <a:effectLst/>
                <a:uLnTx/>
                <a:uFillTx/>
                <a:latin typeface="Segoe Sans Display" pitchFamily="2" charset="0"/>
                <a:ea typeface="+mn-ea"/>
                <a:cs typeface="Segoe Sans Display" pitchFamily="2" charset="0"/>
              </a:rPr>
              <a:t>ID Governance  and Privileged Identity Management</a:t>
            </a:r>
          </a:p>
        </p:txBody>
      </p:sp>
      <p:sp>
        <p:nvSpPr>
          <p:cNvPr id="21" name="TextBox 20">
            <a:extLst>
              <a:ext uri="{FF2B5EF4-FFF2-40B4-BE49-F238E27FC236}">
                <a16:creationId xmlns:a16="http://schemas.microsoft.com/office/drawing/2014/main" id="{058930A1-FD77-508B-448D-7B8276947F22}"/>
              </a:ext>
            </a:extLst>
          </p:cNvPr>
          <p:cNvSpPr txBox="1"/>
          <p:nvPr/>
        </p:nvSpPr>
        <p:spPr>
          <a:xfrm>
            <a:off x="1307531" y="5078668"/>
            <a:ext cx="880485" cy="34945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80" rtl="0" eaLnBrk="1" fontAlgn="auto" latinLnBrk="0" hangingPunct="1">
              <a:lnSpc>
                <a:spcPts val="1094"/>
              </a:lnSpc>
              <a:spcBef>
                <a:spcPts val="0"/>
              </a:spcBef>
              <a:spcAft>
                <a:spcPts val="0"/>
              </a:spcAft>
              <a:buClrTx/>
              <a:buSzTx/>
              <a:buFontTx/>
              <a:buNone/>
              <a:tabLst/>
              <a:defRPr/>
            </a:pPr>
            <a:r>
              <a:rPr kumimoji="0" lang="en-US" sz="948" b="1" i="0" u="none" strike="noStrike" kern="1200" cap="none" spc="-15"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Identity protection</a:t>
            </a:r>
          </a:p>
        </p:txBody>
      </p:sp>
      <p:sp>
        <p:nvSpPr>
          <p:cNvPr id="23" name="TextBox 22">
            <a:extLst>
              <a:ext uri="{FF2B5EF4-FFF2-40B4-BE49-F238E27FC236}">
                <a16:creationId xmlns:a16="http://schemas.microsoft.com/office/drawing/2014/main" id="{BABB45DB-3E40-0CF7-6744-E0B2062194C7}"/>
              </a:ext>
            </a:extLst>
          </p:cNvPr>
          <p:cNvSpPr txBox="1"/>
          <p:nvPr/>
        </p:nvSpPr>
        <p:spPr>
          <a:xfrm>
            <a:off x="1308460" y="5459025"/>
            <a:ext cx="998232" cy="1574790"/>
          </a:xfrm>
          <a:prstGeom prst="rect">
            <a:avLst/>
          </a:prstGeom>
          <a:noFill/>
        </p:spPr>
        <p:txBody>
          <a:bodyPr wrap="square" lIns="26250" tIns="0" rIns="26250" bIns="0"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dirty="0">
                <a:ln>
                  <a:noFill/>
                </a:ln>
                <a:solidFill>
                  <a:srgbClr val="000000">
                    <a:lumMod val="85000"/>
                    <a:lumOff val="15000"/>
                  </a:srgbClr>
                </a:solidFill>
                <a:effectLst/>
                <a:uLnTx/>
                <a:uFillTx/>
                <a:latin typeface="Segoe Sans Display" pitchFamily="2" charset="0"/>
                <a:ea typeface="+mn-ea"/>
                <a:cs typeface="Segoe Sans Display" pitchFamily="2" charset="0"/>
              </a:rPr>
              <a:t>Threat and suspicious user activity detection</a:t>
            </a:r>
            <a:endPar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endParaRPr>
          </a:p>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dirty="0">
                <a:ln>
                  <a:noFill/>
                </a:ln>
                <a:solidFill>
                  <a:srgbClr val="000000">
                    <a:lumMod val="85000"/>
                    <a:lumOff val="15000"/>
                  </a:srgbClr>
                </a:solidFill>
                <a:effectLst/>
                <a:uLnTx/>
                <a:uFillTx/>
                <a:latin typeface="Segoe Sans Display" pitchFamily="2" charset="0"/>
                <a:ea typeface="+mn-ea"/>
                <a:cs typeface="Segoe Sans Display" pitchFamily="2" charset="0"/>
              </a:rPr>
              <a:t>Built-in response and automated playbooks</a:t>
            </a:r>
            <a:endPar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endParaRPr>
          </a:p>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dirty="0">
                <a:ln>
                  <a:noFill/>
                </a:ln>
                <a:solidFill>
                  <a:srgbClr val="000000">
                    <a:lumMod val="85000"/>
                    <a:lumOff val="15000"/>
                  </a:srgbClr>
                </a:solidFill>
                <a:effectLst/>
                <a:uLnTx/>
                <a:uFillTx/>
                <a:latin typeface="Segoe Sans Display" pitchFamily="2" charset="0"/>
                <a:ea typeface="+mn-ea"/>
                <a:cs typeface="Segoe Sans Display" pitchFamily="2" charset="0"/>
              </a:rPr>
              <a:t>Context-rich identity insights during investigations</a:t>
            </a:r>
            <a:endPar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endParaRPr>
          </a:p>
        </p:txBody>
      </p:sp>
      <p:sp>
        <p:nvSpPr>
          <p:cNvPr id="25" name="TextBox 24">
            <a:extLst>
              <a:ext uri="{FF2B5EF4-FFF2-40B4-BE49-F238E27FC236}">
                <a16:creationId xmlns:a16="http://schemas.microsoft.com/office/drawing/2014/main" id="{8ACFB9E0-57EC-A667-BD67-1FCD18922E87}"/>
              </a:ext>
            </a:extLst>
          </p:cNvPr>
          <p:cNvSpPr txBox="1"/>
          <p:nvPr/>
        </p:nvSpPr>
        <p:spPr>
          <a:xfrm>
            <a:off x="2342806" y="5078668"/>
            <a:ext cx="880485" cy="34945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80" rtl="0" eaLnBrk="1" fontAlgn="auto" latinLnBrk="0" hangingPunct="1">
              <a:lnSpc>
                <a:spcPts val="1094"/>
              </a:lnSpc>
              <a:spcBef>
                <a:spcPts val="0"/>
              </a:spcBef>
              <a:spcAft>
                <a:spcPts val="0"/>
              </a:spcAft>
              <a:buClrTx/>
              <a:buSzTx/>
              <a:buFontTx/>
              <a:buNone/>
              <a:tabLst/>
              <a:defRPr/>
            </a:pPr>
            <a:r>
              <a:rPr kumimoji="0" lang="en-US" sz="948" b="1" i="0" u="none" strike="noStrike" kern="1200" cap="none" spc="-15"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Device security</a:t>
            </a:r>
          </a:p>
        </p:txBody>
      </p:sp>
      <p:sp>
        <p:nvSpPr>
          <p:cNvPr id="28" name="TextBox 27">
            <a:extLst>
              <a:ext uri="{FF2B5EF4-FFF2-40B4-BE49-F238E27FC236}">
                <a16:creationId xmlns:a16="http://schemas.microsoft.com/office/drawing/2014/main" id="{60FD9765-BB48-31C0-F235-A24DE8372F92}"/>
              </a:ext>
            </a:extLst>
          </p:cNvPr>
          <p:cNvSpPr txBox="1"/>
          <p:nvPr/>
        </p:nvSpPr>
        <p:spPr>
          <a:xfrm>
            <a:off x="2362254" y="5459024"/>
            <a:ext cx="979851" cy="1851789"/>
          </a:xfrm>
          <a:prstGeom prst="rect">
            <a:avLst/>
          </a:prstGeom>
          <a:noFill/>
        </p:spPr>
        <p:txBody>
          <a:bodyPr wrap="square" lIns="26250" tIns="0" rIns="26250" bIns="0"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dirty="0">
                <a:ln>
                  <a:noFill/>
                </a:ln>
                <a:solidFill>
                  <a:srgbClr val="000000">
                    <a:lumMod val="85000"/>
                    <a:lumOff val="15000"/>
                  </a:srgbClr>
                </a:solidFill>
                <a:effectLst/>
                <a:uLnTx/>
                <a:uFillTx/>
                <a:latin typeface="Segoe Sans Display" pitchFamily="2" charset="0"/>
                <a:ea typeface="+mn-ea"/>
                <a:cs typeface="Segoe Sans Display" pitchFamily="2" charset="0"/>
              </a:rPr>
              <a:t>Industry-leading antimalware and conditional access</a:t>
            </a:r>
          </a:p>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dirty="0">
                <a:ln>
                  <a:noFill/>
                </a:ln>
                <a:solidFill>
                  <a:srgbClr val="000000">
                    <a:lumMod val="85000"/>
                    <a:lumOff val="15000"/>
                  </a:srgbClr>
                </a:solidFill>
                <a:effectLst/>
                <a:uLnTx/>
                <a:uFillTx/>
                <a:latin typeface="Segoe Sans Display" pitchFamily="2" charset="0"/>
                <a:ea typeface="+mn-ea"/>
                <a:cs typeface="Segoe Sans Display" pitchFamily="2" charset="0"/>
              </a:rPr>
              <a:t>Endpoint security and EDR with advanced threat hunting</a:t>
            </a:r>
          </a:p>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dirty="0">
                <a:ln>
                  <a:noFill/>
                </a:ln>
                <a:solidFill>
                  <a:srgbClr val="000000">
                    <a:lumMod val="85000"/>
                    <a:lumOff val="15000"/>
                  </a:srgbClr>
                </a:solidFill>
                <a:effectLst/>
                <a:uLnTx/>
                <a:uFillTx/>
                <a:latin typeface="Segoe Sans Display" pitchFamily="2" charset="0"/>
                <a:ea typeface="+mn-ea"/>
                <a:cs typeface="Segoe Sans Display" pitchFamily="2" charset="0"/>
              </a:rPr>
              <a:t>Attack surface reduction capabilities powered by Secure Score</a:t>
            </a:r>
          </a:p>
        </p:txBody>
      </p:sp>
      <p:sp>
        <p:nvSpPr>
          <p:cNvPr id="29" name="TextBox 28">
            <a:extLst>
              <a:ext uri="{FF2B5EF4-FFF2-40B4-BE49-F238E27FC236}">
                <a16:creationId xmlns:a16="http://schemas.microsoft.com/office/drawing/2014/main" id="{D8E6A2D5-943C-CCFD-15E1-74D78E2C1224}"/>
              </a:ext>
            </a:extLst>
          </p:cNvPr>
          <p:cNvSpPr txBox="1"/>
          <p:nvPr/>
        </p:nvSpPr>
        <p:spPr>
          <a:xfrm>
            <a:off x="3378660" y="5078668"/>
            <a:ext cx="926511" cy="34945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80" rtl="0" eaLnBrk="1" fontAlgn="auto" latinLnBrk="0" hangingPunct="1">
              <a:lnSpc>
                <a:spcPts val="1094"/>
              </a:lnSpc>
              <a:spcBef>
                <a:spcPts val="0"/>
              </a:spcBef>
              <a:spcAft>
                <a:spcPts val="0"/>
              </a:spcAft>
              <a:buClrTx/>
              <a:buSzTx/>
              <a:buFontTx/>
              <a:buNone/>
              <a:tabLst/>
              <a:defRPr/>
            </a:pPr>
            <a:r>
              <a:rPr kumimoji="0" lang="en-US" sz="948" b="1" i="0" u="none" strike="noStrike" kern="1200" cap="none" spc="-15" normalizeH="0" baseline="0" noProof="0" dirty="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Collaboration security</a:t>
            </a:r>
          </a:p>
        </p:txBody>
      </p:sp>
      <p:sp>
        <p:nvSpPr>
          <p:cNvPr id="30" name="TextBox 29">
            <a:extLst>
              <a:ext uri="{FF2B5EF4-FFF2-40B4-BE49-F238E27FC236}">
                <a16:creationId xmlns:a16="http://schemas.microsoft.com/office/drawing/2014/main" id="{B7AA6581-4A62-F733-84E1-D95525161BF1}"/>
              </a:ext>
            </a:extLst>
          </p:cNvPr>
          <p:cNvSpPr txBox="1"/>
          <p:nvPr/>
        </p:nvSpPr>
        <p:spPr>
          <a:xfrm>
            <a:off x="3398110" y="5459024"/>
            <a:ext cx="926511" cy="1549142"/>
          </a:xfrm>
          <a:prstGeom prst="rect">
            <a:avLst/>
          </a:prstGeom>
          <a:noFill/>
        </p:spPr>
        <p:txBody>
          <a:bodyPr wrap="square" lIns="26250" tIns="0" rIns="26250" bIns="0"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dirty="0">
                <a:ln>
                  <a:noFill/>
                </a:ln>
                <a:solidFill>
                  <a:srgbClr val="000000">
                    <a:lumMod val="85000"/>
                    <a:lumOff val="15000"/>
                  </a:srgbClr>
                </a:solidFill>
                <a:effectLst/>
                <a:uLnTx/>
                <a:uFillTx/>
                <a:latin typeface="Segoe Sans Display" pitchFamily="2" charset="0"/>
                <a:ea typeface="+mn-ea"/>
                <a:cs typeface="Segoe Sans Display" pitchFamily="2" charset="0"/>
              </a:rPr>
              <a:t>Advanced email and collaboration security with automated investigation   and response </a:t>
            </a:r>
            <a:endPar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endParaRPr>
          </a:p>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dirty="0">
                <a:ln>
                  <a:noFill/>
                </a:ln>
                <a:solidFill>
                  <a:srgbClr val="000000">
                    <a:lumMod val="85000"/>
                    <a:lumOff val="15000"/>
                  </a:srgbClr>
                </a:solidFill>
                <a:effectLst/>
                <a:uLnTx/>
                <a:uFillTx/>
                <a:latin typeface="Segoe Sans Display" pitchFamily="2" charset="0"/>
                <a:ea typeface="+mn-ea"/>
                <a:cs typeface="Segoe Sans Display" pitchFamily="2" charset="0"/>
              </a:rPr>
              <a:t>End user phishing simulation trainings</a:t>
            </a:r>
            <a:endPar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endParaRPr>
          </a:p>
        </p:txBody>
      </p:sp>
      <p:sp>
        <p:nvSpPr>
          <p:cNvPr id="31" name="TextBox 30">
            <a:extLst>
              <a:ext uri="{FF2B5EF4-FFF2-40B4-BE49-F238E27FC236}">
                <a16:creationId xmlns:a16="http://schemas.microsoft.com/office/drawing/2014/main" id="{7619480A-D377-F04B-D795-8C3BA6F6AE38}"/>
              </a:ext>
            </a:extLst>
          </p:cNvPr>
          <p:cNvSpPr txBox="1"/>
          <p:nvPr/>
        </p:nvSpPr>
        <p:spPr>
          <a:xfrm>
            <a:off x="4414224" y="5078668"/>
            <a:ext cx="749207" cy="349456"/>
          </a:xfrm>
          <a:prstGeom prst="rect">
            <a:avLst/>
          </a:prstGeom>
          <a:noFill/>
        </p:spPr>
        <p:txBody>
          <a:bodyPr wrap="square" lIns="66675" tIns="33338" rIns="66675" bIns="33338"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666780" rtl="0" eaLnBrk="1" fontAlgn="auto" latinLnBrk="0" hangingPunct="1">
              <a:lnSpc>
                <a:spcPts val="1094"/>
              </a:lnSpc>
              <a:spcBef>
                <a:spcPts val="0"/>
              </a:spcBef>
              <a:spcAft>
                <a:spcPts val="0"/>
              </a:spcAft>
              <a:buClrTx/>
              <a:buSzTx/>
              <a:buFontTx/>
              <a:buNone/>
              <a:tabLst/>
              <a:defRPr/>
            </a:pPr>
            <a:r>
              <a:rPr kumimoji="0" lang="en-US" sz="948" b="1" i="0" u="none" strike="noStrike" kern="1200" cap="none" spc="-15" normalizeH="0" baseline="0" noProof="0" dirty="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SaaS security</a:t>
            </a:r>
          </a:p>
        </p:txBody>
      </p:sp>
      <p:sp>
        <p:nvSpPr>
          <p:cNvPr id="33" name="TextBox 32">
            <a:extLst>
              <a:ext uri="{FF2B5EF4-FFF2-40B4-BE49-F238E27FC236}">
                <a16:creationId xmlns:a16="http://schemas.microsoft.com/office/drawing/2014/main" id="{BB9CDA12-6566-B28E-C400-3DB3F950322F}"/>
              </a:ext>
            </a:extLst>
          </p:cNvPr>
          <p:cNvSpPr txBox="1"/>
          <p:nvPr/>
        </p:nvSpPr>
        <p:spPr>
          <a:xfrm>
            <a:off x="4430310" y="5459025"/>
            <a:ext cx="945042" cy="1574790"/>
          </a:xfrm>
          <a:prstGeom prst="rect">
            <a:avLst/>
          </a:prstGeom>
          <a:noFill/>
        </p:spPr>
        <p:txBody>
          <a:bodyPr wrap="square" lIns="26250" tIns="0" rIns="26250" bIns="0"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dirty="0">
                <a:ln>
                  <a:noFill/>
                </a:ln>
                <a:solidFill>
                  <a:srgbClr val="000000">
                    <a:lumMod val="85000"/>
                    <a:lumOff val="15000"/>
                  </a:srgbClr>
                </a:solidFill>
                <a:effectLst/>
                <a:uLnTx/>
                <a:uFillTx/>
                <a:latin typeface="Segoe Sans Display" pitchFamily="2" charset="0"/>
                <a:ea typeface="+mn-ea"/>
                <a:cs typeface="Segoe Sans Display" pitchFamily="2" charset="0"/>
              </a:rPr>
              <a:t>Visibility into “Shadow IT”</a:t>
            </a:r>
            <a:endPar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endParaRPr>
          </a:p>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dirty="0">
                <a:ln>
                  <a:noFill/>
                </a:ln>
                <a:solidFill>
                  <a:srgbClr val="000000">
                    <a:lumMod val="85000"/>
                    <a:lumOff val="15000"/>
                  </a:srgbClr>
                </a:solidFill>
                <a:effectLst/>
                <a:uLnTx/>
                <a:uFillTx/>
                <a:latin typeface="Segoe Sans Display" pitchFamily="2" charset="0"/>
                <a:ea typeface="+mn-ea"/>
                <a:cs typeface="Segoe Sans Display" pitchFamily="2" charset="0"/>
              </a:rPr>
              <a:t>Uncovers configuration gaps and offers recommendations</a:t>
            </a:r>
            <a:endPar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endParaRPr>
          </a:p>
          <a:p>
            <a:pPr marL="67141" marR="0" lvl="0" indent="-67141" algn="l" defTabSz="666756" rtl="0" eaLnBrk="1" fontAlgn="auto" latinLnBrk="0" hangingPunct="1">
              <a:lnSpc>
                <a:spcPct val="100000"/>
              </a:lnSpc>
              <a:spcBef>
                <a:spcPts val="0"/>
              </a:spcBef>
              <a:spcAft>
                <a:spcPts val="219"/>
              </a:spcAft>
              <a:buClrTx/>
              <a:buSzPct val="100000"/>
              <a:buFont typeface="Wingdings" panose="05000000000000000000" pitchFamily="2" charset="2"/>
              <a:buChar char=""/>
              <a:tabLst/>
              <a:defRPr/>
            </a:pPr>
            <a:r>
              <a:rPr kumimoji="0" lang="en-US" sz="900" b="0" i="0" u="none" strike="noStrike" kern="1200" cap="none" spc="0" normalizeH="0" baseline="0" noProof="0" dirty="0" err="1">
                <a:ln>
                  <a:noFill/>
                </a:ln>
                <a:solidFill>
                  <a:srgbClr val="000000">
                    <a:lumMod val="85000"/>
                    <a:lumOff val="15000"/>
                  </a:srgbClr>
                </a:solidFill>
                <a:effectLst/>
                <a:uLnTx/>
                <a:uFillTx/>
                <a:latin typeface="Segoe Sans Display" pitchFamily="2" charset="0"/>
                <a:ea typeface="+mn-ea"/>
                <a:cs typeface="Segoe Sans Display" pitchFamily="2" charset="0"/>
              </a:rPr>
              <a:t>LoB</a:t>
            </a:r>
            <a:r>
              <a:rPr kumimoji="0" lang="en-US" sz="900" b="0" i="0" u="none" strike="noStrike" kern="1200" cap="none" spc="0" normalizeH="0" baseline="0" noProof="0" dirty="0">
                <a:ln>
                  <a:noFill/>
                </a:ln>
                <a:solidFill>
                  <a:srgbClr val="000000">
                    <a:lumMod val="85000"/>
                    <a:lumOff val="15000"/>
                  </a:srgbClr>
                </a:solidFill>
                <a:effectLst/>
                <a:uLnTx/>
                <a:uFillTx/>
                <a:latin typeface="Segoe Sans Display" pitchFamily="2" charset="0"/>
                <a:ea typeface="+mn-ea"/>
                <a:cs typeface="Segoe Sans Display" pitchFamily="2" charset="0"/>
              </a:rPr>
              <a:t> app monitoring, governance and protection</a:t>
            </a:r>
            <a:endParaRPr kumimoji="0" lang="en-US" sz="900" b="0" i="0" u="none" strike="noStrike" kern="1200" cap="none" spc="0" normalizeH="0" baseline="0" noProof="0">
              <a:ln>
                <a:noFill/>
              </a:ln>
              <a:solidFill>
                <a:srgbClr val="000000">
                  <a:lumMod val="85000"/>
                  <a:lumOff val="15000"/>
                </a:srgbClr>
              </a:solidFill>
              <a:effectLst/>
              <a:uLnTx/>
              <a:uFillTx/>
              <a:latin typeface="Segoe Sans Display" pitchFamily="2" charset="0"/>
              <a:ea typeface="+mn-ea"/>
              <a:cs typeface="Segoe Sans Display" pitchFamily="2" charset="0"/>
            </a:endParaRPr>
          </a:p>
        </p:txBody>
      </p:sp>
      <p:grpSp>
        <p:nvGrpSpPr>
          <p:cNvPr id="34" name="Group 33">
            <a:extLst>
              <a:ext uri="{FF2B5EF4-FFF2-40B4-BE49-F238E27FC236}">
                <a16:creationId xmlns:a16="http://schemas.microsoft.com/office/drawing/2014/main" id="{43FAA6D2-FA43-D5BA-DE51-35FA7FFC3D8E}"/>
              </a:ext>
            </a:extLst>
          </p:cNvPr>
          <p:cNvGrpSpPr/>
          <p:nvPr/>
        </p:nvGrpSpPr>
        <p:grpSpPr>
          <a:xfrm>
            <a:off x="340877" y="4769074"/>
            <a:ext cx="260128" cy="260127"/>
            <a:chOff x="1279013" y="2060414"/>
            <a:chExt cx="441393" cy="441390"/>
          </a:xfrm>
        </p:grpSpPr>
        <p:sp>
          <p:nvSpPr>
            <p:cNvPr id="37" name="Oval 36">
              <a:extLst>
                <a:ext uri="{FF2B5EF4-FFF2-40B4-BE49-F238E27FC236}">
                  <a16:creationId xmlns:a16="http://schemas.microsoft.com/office/drawing/2014/main" id="{2D7D97C9-E218-702D-C573-EC595E24D206}"/>
                </a:ext>
              </a:extLst>
            </p:cNvPr>
            <p:cNvSpPr/>
            <p:nvPr/>
          </p:nvSpPr>
          <p:spPr bwMode="auto">
            <a:xfrm rot="5400000">
              <a:off x="1279015"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sp>
          <p:nvSpPr>
            <p:cNvPr id="38" name="Graphic 81" descr="Icon of an app window with a closed padlock">
              <a:extLst>
                <a:ext uri="{FF2B5EF4-FFF2-40B4-BE49-F238E27FC236}">
                  <a16:creationId xmlns:a16="http://schemas.microsoft.com/office/drawing/2014/main" id="{04B475BC-BA57-5216-CE2C-96C8D24A3BE0}"/>
                </a:ext>
              </a:extLst>
            </p:cNvPr>
            <p:cNvSpPr/>
            <p:nvPr/>
          </p:nvSpPr>
          <p:spPr>
            <a:xfrm>
              <a:off x="1405253" y="2181887"/>
              <a:ext cx="188914" cy="198443"/>
            </a:xfrm>
            <a:custGeom>
              <a:avLst/>
              <a:gdLst>
                <a:gd name="connsiteX0" fmla="*/ 228003 w 309156"/>
                <a:gd name="connsiteY0" fmla="*/ 0 h 309156"/>
                <a:gd name="connsiteX1" fmla="*/ 278241 w 309156"/>
                <a:gd name="connsiteY1" fmla="*/ 50238 h 309156"/>
                <a:gd name="connsiteX2" fmla="*/ 278241 w 309156"/>
                <a:gd name="connsiteY2" fmla="*/ 132172 h 309156"/>
                <a:gd name="connsiteX3" fmla="*/ 255054 w 309156"/>
                <a:gd name="connsiteY3" fmla="*/ 118174 h 309156"/>
                <a:gd name="connsiteX4" fmla="*/ 255054 w 309156"/>
                <a:gd name="connsiteY4" fmla="*/ 85018 h 309156"/>
                <a:gd name="connsiteX5" fmla="*/ 23187 w 309156"/>
                <a:gd name="connsiteY5" fmla="*/ 85018 h 309156"/>
                <a:gd name="connsiteX6" fmla="*/ 23187 w 309156"/>
                <a:gd name="connsiteY6" fmla="*/ 228003 h 309156"/>
                <a:gd name="connsiteX7" fmla="*/ 50238 w 309156"/>
                <a:gd name="connsiteY7" fmla="*/ 255054 h 309156"/>
                <a:gd name="connsiteX8" fmla="*/ 154578 w 309156"/>
                <a:gd name="connsiteY8" fmla="*/ 255054 h 309156"/>
                <a:gd name="connsiteX9" fmla="*/ 154578 w 309156"/>
                <a:gd name="connsiteY9" fmla="*/ 278241 h 309156"/>
                <a:gd name="connsiteX10" fmla="*/ 50238 w 309156"/>
                <a:gd name="connsiteY10" fmla="*/ 278241 h 309156"/>
                <a:gd name="connsiteX11" fmla="*/ 0 w 309156"/>
                <a:gd name="connsiteY11" fmla="*/ 228003 h 309156"/>
                <a:gd name="connsiteX12" fmla="*/ 0 w 309156"/>
                <a:gd name="connsiteY12" fmla="*/ 50238 h 309156"/>
                <a:gd name="connsiteX13" fmla="*/ 50238 w 309156"/>
                <a:gd name="connsiteY13" fmla="*/ 0 h 309156"/>
                <a:gd name="connsiteX14" fmla="*/ 228003 w 309156"/>
                <a:gd name="connsiteY14" fmla="*/ 0 h 309156"/>
                <a:gd name="connsiteX15" fmla="*/ 228003 w 309156"/>
                <a:gd name="connsiteY15" fmla="*/ 23187 h 309156"/>
                <a:gd name="connsiteX16" fmla="*/ 50238 w 309156"/>
                <a:gd name="connsiteY16" fmla="*/ 23187 h 309156"/>
                <a:gd name="connsiteX17" fmla="*/ 23187 w 309156"/>
                <a:gd name="connsiteY17" fmla="*/ 50238 h 309156"/>
                <a:gd name="connsiteX18" fmla="*/ 23187 w 309156"/>
                <a:gd name="connsiteY18" fmla="*/ 61831 h 309156"/>
                <a:gd name="connsiteX19" fmla="*/ 255054 w 309156"/>
                <a:gd name="connsiteY19" fmla="*/ 61831 h 309156"/>
                <a:gd name="connsiteX20" fmla="*/ 255054 w 309156"/>
                <a:gd name="connsiteY20" fmla="*/ 50238 h 309156"/>
                <a:gd name="connsiteX21" fmla="*/ 228003 w 309156"/>
                <a:gd name="connsiteY21" fmla="*/ 23187 h 309156"/>
                <a:gd name="connsiteX22" fmla="*/ 200952 w 309156"/>
                <a:gd name="connsiteY22" fmla="*/ 185494 h 309156"/>
                <a:gd name="connsiteX23" fmla="*/ 193223 w 309156"/>
                <a:gd name="connsiteY23" fmla="*/ 185494 h 309156"/>
                <a:gd name="connsiteX24" fmla="*/ 170036 w 309156"/>
                <a:gd name="connsiteY24" fmla="*/ 208681 h 309156"/>
                <a:gd name="connsiteX25" fmla="*/ 170036 w 309156"/>
                <a:gd name="connsiteY25" fmla="*/ 285970 h 309156"/>
                <a:gd name="connsiteX26" fmla="*/ 193223 w 309156"/>
                <a:gd name="connsiteY26" fmla="*/ 309157 h 309156"/>
                <a:gd name="connsiteX27" fmla="*/ 285970 w 309156"/>
                <a:gd name="connsiteY27" fmla="*/ 309157 h 309156"/>
                <a:gd name="connsiteX28" fmla="*/ 309157 w 309156"/>
                <a:gd name="connsiteY28" fmla="*/ 285970 h 309156"/>
                <a:gd name="connsiteX29" fmla="*/ 309157 w 309156"/>
                <a:gd name="connsiteY29" fmla="*/ 208681 h 309156"/>
                <a:gd name="connsiteX30" fmla="*/ 285970 w 309156"/>
                <a:gd name="connsiteY30" fmla="*/ 185494 h 309156"/>
                <a:gd name="connsiteX31" fmla="*/ 278241 w 309156"/>
                <a:gd name="connsiteY31" fmla="*/ 185494 h 309156"/>
                <a:gd name="connsiteX32" fmla="*/ 278241 w 309156"/>
                <a:gd name="connsiteY32" fmla="*/ 170036 h 309156"/>
                <a:gd name="connsiteX33" fmla="*/ 239596 w 309156"/>
                <a:gd name="connsiteY33" fmla="*/ 131392 h 309156"/>
                <a:gd name="connsiteX34" fmla="*/ 200952 w 309156"/>
                <a:gd name="connsiteY34" fmla="*/ 170036 h 309156"/>
                <a:gd name="connsiteX35" fmla="*/ 200952 w 309156"/>
                <a:gd name="connsiteY35" fmla="*/ 185494 h 309156"/>
                <a:gd name="connsiteX36" fmla="*/ 224139 w 309156"/>
                <a:gd name="connsiteY36" fmla="*/ 170036 h 309156"/>
                <a:gd name="connsiteX37" fmla="*/ 239596 w 309156"/>
                <a:gd name="connsiteY37" fmla="*/ 154578 h 309156"/>
                <a:gd name="connsiteX38" fmla="*/ 255054 w 309156"/>
                <a:gd name="connsiteY38" fmla="*/ 170036 h 309156"/>
                <a:gd name="connsiteX39" fmla="*/ 255054 w 309156"/>
                <a:gd name="connsiteY39" fmla="*/ 185494 h 309156"/>
                <a:gd name="connsiteX40" fmla="*/ 224139 w 309156"/>
                <a:gd name="connsiteY40" fmla="*/ 185494 h 309156"/>
                <a:gd name="connsiteX41" fmla="*/ 224139 w 309156"/>
                <a:gd name="connsiteY41" fmla="*/ 170036 h 309156"/>
                <a:gd name="connsiteX42" fmla="*/ 255054 w 309156"/>
                <a:gd name="connsiteY42" fmla="*/ 247325 h 309156"/>
                <a:gd name="connsiteX43" fmla="*/ 239596 w 309156"/>
                <a:gd name="connsiteY43" fmla="*/ 262783 h 309156"/>
                <a:gd name="connsiteX44" fmla="*/ 224139 w 309156"/>
                <a:gd name="connsiteY44" fmla="*/ 247325 h 309156"/>
                <a:gd name="connsiteX45" fmla="*/ 239596 w 309156"/>
                <a:gd name="connsiteY45" fmla="*/ 231868 h 309156"/>
                <a:gd name="connsiteX46" fmla="*/ 255054 w 309156"/>
                <a:gd name="connsiteY46" fmla="*/ 247325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309156" h="309156">
                  <a:moveTo>
                    <a:pt x="228003" y="0"/>
                  </a:moveTo>
                  <a:cubicBezTo>
                    <a:pt x="255748" y="0"/>
                    <a:pt x="278241" y="22492"/>
                    <a:pt x="278241" y="50238"/>
                  </a:cubicBezTo>
                  <a:lnTo>
                    <a:pt x="278241" y="132172"/>
                  </a:lnTo>
                  <a:cubicBezTo>
                    <a:pt x="271905" y="125708"/>
                    <a:pt x="263961" y="120825"/>
                    <a:pt x="255054" y="118174"/>
                  </a:cubicBezTo>
                  <a:lnTo>
                    <a:pt x="255054" y="85018"/>
                  </a:lnTo>
                  <a:lnTo>
                    <a:pt x="23187" y="85018"/>
                  </a:lnTo>
                  <a:lnTo>
                    <a:pt x="23187" y="228003"/>
                  </a:lnTo>
                  <a:cubicBezTo>
                    <a:pt x="23187" y="242943"/>
                    <a:pt x="35298" y="255054"/>
                    <a:pt x="50238" y="255054"/>
                  </a:cubicBezTo>
                  <a:lnTo>
                    <a:pt x="154578" y="255054"/>
                  </a:lnTo>
                  <a:lnTo>
                    <a:pt x="154578" y="278241"/>
                  </a:lnTo>
                  <a:lnTo>
                    <a:pt x="50238" y="278241"/>
                  </a:lnTo>
                  <a:cubicBezTo>
                    <a:pt x="22492" y="278241"/>
                    <a:pt x="0" y="255748"/>
                    <a:pt x="0" y="228003"/>
                  </a:cubicBezTo>
                  <a:lnTo>
                    <a:pt x="0" y="50238"/>
                  </a:lnTo>
                  <a:cubicBezTo>
                    <a:pt x="0" y="22492"/>
                    <a:pt x="22492" y="0"/>
                    <a:pt x="50238" y="0"/>
                  </a:cubicBezTo>
                  <a:lnTo>
                    <a:pt x="228003" y="0"/>
                  </a:lnTo>
                  <a:close/>
                  <a:moveTo>
                    <a:pt x="228003" y="23187"/>
                  </a:moveTo>
                  <a:lnTo>
                    <a:pt x="50238" y="23187"/>
                  </a:lnTo>
                  <a:cubicBezTo>
                    <a:pt x="35298" y="23187"/>
                    <a:pt x="23187" y="35298"/>
                    <a:pt x="23187" y="50238"/>
                  </a:cubicBezTo>
                  <a:lnTo>
                    <a:pt x="23187" y="61831"/>
                  </a:lnTo>
                  <a:lnTo>
                    <a:pt x="255054" y="61831"/>
                  </a:lnTo>
                  <a:lnTo>
                    <a:pt x="255054" y="50238"/>
                  </a:lnTo>
                  <a:cubicBezTo>
                    <a:pt x="255054" y="35298"/>
                    <a:pt x="242943" y="23187"/>
                    <a:pt x="228003" y="23187"/>
                  </a:cubicBezTo>
                  <a:close/>
                  <a:moveTo>
                    <a:pt x="200952" y="185494"/>
                  </a:moveTo>
                  <a:lnTo>
                    <a:pt x="193223" y="185494"/>
                  </a:lnTo>
                  <a:cubicBezTo>
                    <a:pt x="180418" y="185494"/>
                    <a:pt x="170036" y="195875"/>
                    <a:pt x="170036" y="208681"/>
                  </a:cubicBezTo>
                  <a:lnTo>
                    <a:pt x="170036" y="285970"/>
                  </a:lnTo>
                  <a:cubicBezTo>
                    <a:pt x="170036" y="298775"/>
                    <a:pt x="180418" y="309157"/>
                    <a:pt x="193223" y="309157"/>
                  </a:cubicBezTo>
                  <a:lnTo>
                    <a:pt x="285970" y="309157"/>
                  </a:lnTo>
                  <a:cubicBezTo>
                    <a:pt x="298775" y="309157"/>
                    <a:pt x="309157" y="298775"/>
                    <a:pt x="309157" y="285970"/>
                  </a:cubicBezTo>
                  <a:lnTo>
                    <a:pt x="309157" y="208681"/>
                  </a:lnTo>
                  <a:cubicBezTo>
                    <a:pt x="309157" y="195875"/>
                    <a:pt x="298775" y="185494"/>
                    <a:pt x="285970" y="185494"/>
                  </a:cubicBezTo>
                  <a:lnTo>
                    <a:pt x="278241" y="185494"/>
                  </a:lnTo>
                  <a:lnTo>
                    <a:pt x="278241" y="170036"/>
                  </a:lnTo>
                  <a:cubicBezTo>
                    <a:pt x="278241" y="148694"/>
                    <a:pt x="260939" y="131392"/>
                    <a:pt x="239596" y="131392"/>
                  </a:cubicBezTo>
                  <a:cubicBezTo>
                    <a:pt x="218254" y="131392"/>
                    <a:pt x="200952" y="148694"/>
                    <a:pt x="200952" y="170036"/>
                  </a:cubicBezTo>
                  <a:lnTo>
                    <a:pt x="200952" y="185494"/>
                  </a:lnTo>
                  <a:close/>
                  <a:moveTo>
                    <a:pt x="224139" y="170036"/>
                  </a:moveTo>
                  <a:cubicBezTo>
                    <a:pt x="224139" y="161499"/>
                    <a:pt x="231059" y="154578"/>
                    <a:pt x="239596" y="154578"/>
                  </a:cubicBezTo>
                  <a:cubicBezTo>
                    <a:pt x="248134" y="154578"/>
                    <a:pt x="255054" y="161499"/>
                    <a:pt x="255054" y="170036"/>
                  </a:cubicBezTo>
                  <a:lnTo>
                    <a:pt x="255054" y="185494"/>
                  </a:lnTo>
                  <a:lnTo>
                    <a:pt x="224139" y="185494"/>
                  </a:lnTo>
                  <a:lnTo>
                    <a:pt x="224139" y="170036"/>
                  </a:lnTo>
                  <a:close/>
                  <a:moveTo>
                    <a:pt x="255054" y="247325"/>
                  </a:moveTo>
                  <a:cubicBezTo>
                    <a:pt x="255054" y="255863"/>
                    <a:pt x="248134" y="262783"/>
                    <a:pt x="239596" y="262783"/>
                  </a:cubicBezTo>
                  <a:cubicBezTo>
                    <a:pt x="231059" y="262783"/>
                    <a:pt x="224139" y="255863"/>
                    <a:pt x="224139" y="247325"/>
                  </a:cubicBezTo>
                  <a:cubicBezTo>
                    <a:pt x="224139" y="238788"/>
                    <a:pt x="231059" y="231868"/>
                    <a:pt x="239596" y="231868"/>
                  </a:cubicBezTo>
                  <a:cubicBezTo>
                    <a:pt x="248134" y="231868"/>
                    <a:pt x="255054" y="238788"/>
                    <a:pt x="255054" y="247325"/>
                  </a:cubicBezTo>
                  <a:close/>
                </a:path>
              </a:pathLst>
            </a:custGeom>
            <a:solidFill>
              <a:schemeClr val="bg1"/>
            </a:solidFill>
            <a:ln w="11906" cap="flat">
              <a:noFill/>
              <a:prstDash val="solid"/>
              <a:miter/>
            </a:ln>
          </p:spPr>
          <p:txBody>
            <a:bodyPr wrap="square" lIns="107156" tIns="18753" rIns="107156" bIns="20003" rtlCol="0" anchor="ctr">
              <a:noAutofit/>
            </a:bodyPr>
            <a:lstStyle/>
            <a:p>
              <a:pPr marL="0" marR="0" lvl="0" indent="0" algn="ctr" defTabSz="1659550" rtl="0" eaLnBrk="1" fontAlgn="base" latinLnBrk="0" hangingPunct="1">
                <a:lnSpc>
                  <a:spcPct val="100000"/>
                </a:lnSpc>
                <a:spcBef>
                  <a:spcPts val="1313"/>
                </a:spcBef>
                <a:spcAft>
                  <a:spcPts val="1313"/>
                </a:spcAft>
                <a:buClrTx/>
                <a:buSzTx/>
                <a:buFontTx/>
                <a:buNone/>
                <a:tabLst>
                  <a:tab pos="2698943" algn="l"/>
                </a:tabLst>
                <a:defRPr/>
              </a:pPr>
              <a:endParaRPr kumimoji="0" lang="en-US" sz="1313" b="0"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grpSp>
      <p:grpSp>
        <p:nvGrpSpPr>
          <p:cNvPr id="39" name="Group 38">
            <a:extLst>
              <a:ext uri="{FF2B5EF4-FFF2-40B4-BE49-F238E27FC236}">
                <a16:creationId xmlns:a16="http://schemas.microsoft.com/office/drawing/2014/main" id="{C87767FA-E0F4-1A8A-86B1-2E35771B5DD2}"/>
              </a:ext>
            </a:extLst>
          </p:cNvPr>
          <p:cNvGrpSpPr/>
          <p:nvPr/>
        </p:nvGrpSpPr>
        <p:grpSpPr>
          <a:xfrm>
            <a:off x="1392861" y="4769074"/>
            <a:ext cx="260128" cy="260127"/>
            <a:chOff x="1980053" y="1931419"/>
            <a:chExt cx="356747" cy="356745"/>
          </a:xfrm>
        </p:grpSpPr>
        <p:sp>
          <p:nvSpPr>
            <p:cNvPr id="40" name="Oval 39">
              <a:extLst>
                <a:ext uri="{FF2B5EF4-FFF2-40B4-BE49-F238E27FC236}">
                  <a16:creationId xmlns:a16="http://schemas.microsoft.com/office/drawing/2014/main" id="{5323ABBF-3EEA-332A-7864-DA7AD0C0A67B}"/>
                </a:ext>
              </a:extLst>
            </p:cNvPr>
            <p:cNvSpPr/>
            <p:nvPr/>
          </p:nvSpPr>
          <p:spPr bwMode="auto">
            <a:xfrm rot="5400000">
              <a:off x="1980054" y="1931418"/>
              <a:ext cx="356745" cy="356747"/>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pic>
          <p:nvPicPr>
            <p:cNvPr id="41" name="Graphic 40">
              <a:extLst>
                <a:ext uri="{FF2B5EF4-FFF2-40B4-BE49-F238E27FC236}">
                  <a16:creationId xmlns:a16="http://schemas.microsoft.com/office/drawing/2014/main" id="{C01A3938-EB10-BCEE-6CDE-225ADE6CDB1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061000" y="2012363"/>
              <a:ext cx="194854" cy="194854"/>
            </a:xfrm>
            <a:prstGeom prst="rect">
              <a:avLst/>
            </a:prstGeom>
          </p:spPr>
        </p:pic>
      </p:grpSp>
      <p:grpSp>
        <p:nvGrpSpPr>
          <p:cNvPr id="42" name="Group 41">
            <a:extLst>
              <a:ext uri="{FF2B5EF4-FFF2-40B4-BE49-F238E27FC236}">
                <a16:creationId xmlns:a16="http://schemas.microsoft.com/office/drawing/2014/main" id="{BEDDA49E-C309-5EFC-3371-7B26398053F5}"/>
              </a:ext>
            </a:extLst>
          </p:cNvPr>
          <p:cNvGrpSpPr/>
          <p:nvPr/>
        </p:nvGrpSpPr>
        <p:grpSpPr>
          <a:xfrm>
            <a:off x="2422619" y="4769074"/>
            <a:ext cx="260128" cy="260127"/>
            <a:chOff x="3392293" y="1931419"/>
            <a:chExt cx="356747" cy="356745"/>
          </a:xfrm>
        </p:grpSpPr>
        <p:sp>
          <p:nvSpPr>
            <p:cNvPr id="43" name="Oval 42">
              <a:extLst>
                <a:ext uri="{FF2B5EF4-FFF2-40B4-BE49-F238E27FC236}">
                  <a16:creationId xmlns:a16="http://schemas.microsoft.com/office/drawing/2014/main" id="{962CF85D-87B5-FFDE-8B4A-FDD167B25F94}"/>
                </a:ext>
              </a:extLst>
            </p:cNvPr>
            <p:cNvSpPr/>
            <p:nvPr/>
          </p:nvSpPr>
          <p:spPr bwMode="auto">
            <a:xfrm rot="5400000">
              <a:off x="3392294" y="1931418"/>
              <a:ext cx="356745" cy="356747"/>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pic>
          <p:nvPicPr>
            <p:cNvPr id="44" name="Graphic 43">
              <a:extLst>
                <a:ext uri="{FF2B5EF4-FFF2-40B4-BE49-F238E27FC236}">
                  <a16:creationId xmlns:a16="http://schemas.microsoft.com/office/drawing/2014/main" id="{5B18B696-F885-0B38-CF0E-59470F6278A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463432" y="2002557"/>
              <a:ext cx="214468" cy="214468"/>
            </a:xfrm>
            <a:prstGeom prst="rect">
              <a:avLst/>
            </a:prstGeom>
          </p:spPr>
        </p:pic>
      </p:grpSp>
      <p:grpSp>
        <p:nvGrpSpPr>
          <p:cNvPr id="45" name="Group 44">
            <a:extLst>
              <a:ext uri="{FF2B5EF4-FFF2-40B4-BE49-F238E27FC236}">
                <a16:creationId xmlns:a16="http://schemas.microsoft.com/office/drawing/2014/main" id="{DB383756-F3A8-8B6B-47DD-7B83711A3BD3}"/>
              </a:ext>
            </a:extLst>
          </p:cNvPr>
          <p:cNvGrpSpPr/>
          <p:nvPr/>
        </p:nvGrpSpPr>
        <p:grpSpPr>
          <a:xfrm>
            <a:off x="3467194" y="4769074"/>
            <a:ext cx="260128" cy="260127"/>
            <a:chOff x="4824853" y="1931419"/>
            <a:chExt cx="356747" cy="356745"/>
          </a:xfrm>
        </p:grpSpPr>
        <p:sp>
          <p:nvSpPr>
            <p:cNvPr id="46" name="Oval 45">
              <a:extLst>
                <a:ext uri="{FF2B5EF4-FFF2-40B4-BE49-F238E27FC236}">
                  <a16:creationId xmlns:a16="http://schemas.microsoft.com/office/drawing/2014/main" id="{19378CB4-A418-1354-A2FE-DE38BC98C0AE}"/>
                </a:ext>
              </a:extLst>
            </p:cNvPr>
            <p:cNvSpPr/>
            <p:nvPr/>
          </p:nvSpPr>
          <p:spPr bwMode="auto">
            <a:xfrm rot="5400000">
              <a:off x="4824854" y="1931418"/>
              <a:ext cx="356745" cy="356747"/>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pic>
          <p:nvPicPr>
            <p:cNvPr id="47" name="Graphic 46">
              <a:extLst>
                <a:ext uri="{FF2B5EF4-FFF2-40B4-BE49-F238E27FC236}">
                  <a16:creationId xmlns:a16="http://schemas.microsoft.com/office/drawing/2014/main" id="{6FE3AD69-2B4A-FD8E-16DD-EB48C196735B}"/>
                </a:ext>
              </a:extLst>
            </p:cNvPr>
            <p:cNvPicPr>
              <a:picLocks noChangeAspect="1"/>
            </p:cNvPicPr>
            <p:nvPr/>
          </p:nvPicPr>
          <p:blipFill rotWithShape="1">
            <a:blip>
              <a:extLst>
                <a:ext uri="{96DAC541-7B7A-43D3-8B79-37D633B846F1}">
                  <asvg:svgBlip xmlns:asvg="http://schemas.microsoft.com/office/drawing/2016/SVG/main" r:embed="rId9"/>
                </a:ext>
              </a:extLst>
            </a:blip>
            <a:srcRect l="2401" r="2401"/>
            <a:stretch>
              <a:fillRect/>
            </a:stretch>
          </p:blipFill>
          <p:spPr>
            <a:xfrm>
              <a:off x="4919657" y="2022007"/>
              <a:ext cx="167138" cy="175570"/>
            </a:xfrm>
            <a:prstGeom prst="rect">
              <a:avLst/>
            </a:prstGeom>
          </p:spPr>
        </p:pic>
      </p:grpSp>
      <p:grpSp>
        <p:nvGrpSpPr>
          <p:cNvPr id="48" name="Group 47">
            <a:extLst>
              <a:ext uri="{FF2B5EF4-FFF2-40B4-BE49-F238E27FC236}">
                <a16:creationId xmlns:a16="http://schemas.microsoft.com/office/drawing/2014/main" id="{9EE7FCA8-F2C6-D8B9-172C-6604FBC9C661}"/>
              </a:ext>
            </a:extLst>
          </p:cNvPr>
          <p:cNvGrpSpPr/>
          <p:nvPr/>
        </p:nvGrpSpPr>
        <p:grpSpPr>
          <a:xfrm>
            <a:off x="4496952" y="4769074"/>
            <a:ext cx="260128" cy="260127"/>
            <a:chOff x="6237093" y="1931419"/>
            <a:chExt cx="356747" cy="356745"/>
          </a:xfrm>
        </p:grpSpPr>
        <p:sp>
          <p:nvSpPr>
            <p:cNvPr id="49" name="Oval 48">
              <a:extLst>
                <a:ext uri="{FF2B5EF4-FFF2-40B4-BE49-F238E27FC236}">
                  <a16:creationId xmlns:a16="http://schemas.microsoft.com/office/drawing/2014/main" id="{C304641A-6F6D-1A68-621E-9FBB381E107C}"/>
                </a:ext>
              </a:extLst>
            </p:cNvPr>
            <p:cNvSpPr/>
            <p:nvPr/>
          </p:nvSpPr>
          <p:spPr bwMode="auto">
            <a:xfrm rot="5400000">
              <a:off x="6237094" y="1931418"/>
              <a:ext cx="356745" cy="356747"/>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458"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pic>
          <p:nvPicPr>
            <p:cNvPr id="52" name="Graphic 51">
              <a:extLst>
                <a:ext uri="{FF2B5EF4-FFF2-40B4-BE49-F238E27FC236}">
                  <a16:creationId xmlns:a16="http://schemas.microsoft.com/office/drawing/2014/main" id="{C2E14B32-7A5A-A920-BEAA-CDA82C31D4E0}"/>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317775" y="2029597"/>
              <a:ext cx="195382" cy="160388"/>
            </a:xfrm>
            <a:prstGeom prst="rect">
              <a:avLst/>
            </a:prstGeom>
          </p:spPr>
        </p:pic>
      </p:grpSp>
      <p:grpSp>
        <p:nvGrpSpPr>
          <p:cNvPr id="53" name="Group 52">
            <a:extLst>
              <a:ext uri="{FF2B5EF4-FFF2-40B4-BE49-F238E27FC236}">
                <a16:creationId xmlns:a16="http://schemas.microsoft.com/office/drawing/2014/main" id="{08936B67-2860-1765-5A2D-0ED8C7EC7FC0}"/>
              </a:ext>
            </a:extLst>
          </p:cNvPr>
          <p:cNvGrpSpPr/>
          <p:nvPr/>
        </p:nvGrpSpPr>
        <p:grpSpPr>
          <a:xfrm>
            <a:off x="418138" y="1792553"/>
            <a:ext cx="1174190" cy="2189184"/>
            <a:chOff x="474385" y="2278797"/>
            <a:chExt cx="1610317" cy="3002309"/>
          </a:xfrm>
        </p:grpSpPr>
        <p:sp>
          <p:nvSpPr>
            <p:cNvPr id="65" name="TextBox 64">
              <a:extLst>
                <a:ext uri="{FF2B5EF4-FFF2-40B4-BE49-F238E27FC236}">
                  <a16:creationId xmlns:a16="http://schemas.microsoft.com/office/drawing/2014/main" id="{9AD2FB6B-6EDB-68E4-2601-4F9CF0B3A50C}"/>
                </a:ext>
              </a:extLst>
            </p:cNvPr>
            <p:cNvSpPr txBox="1"/>
            <p:nvPr/>
          </p:nvSpPr>
          <p:spPr>
            <a:xfrm>
              <a:off x="474385" y="3487120"/>
              <a:ext cx="1610317" cy="1793986"/>
            </a:xfrm>
            <a:prstGeom prst="rect">
              <a:avLst/>
            </a:prstGeom>
            <a:noFill/>
          </p:spPr>
          <p:txBody>
            <a:bodyPr wrap="square" lIns="0" tIns="0" rIns="0" bIns="0" anchor="t">
              <a:spAutoFit/>
            </a:bodyPr>
            <a:lstStyle>
              <a:defPPr>
                <a:defRPr lang="en-US"/>
              </a:defPPr>
              <a:lvl1pPr marR="0" lvl="0" indent="0" algn="ctr" fontAlgn="auto">
                <a:lnSpc>
                  <a:spcPct val="100000"/>
                </a:lnSpc>
                <a:spcBef>
                  <a:spcPts val="0"/>
                </a:spcBef>
                <a:spcAft>
                  <a:spcPts val="600"/>
                </a:spcAft>
                <a:buClrTx/>
                <a:buSzTx/>
                <a:buFontTx/>
                <a:buNone/>
                <a:tabLst/>
                <a:defRPr kumimoji="0" sz="2000" b="0" i="0" u="none" strike="noStrike" cap="none" spc="0" normalizeH="0" baseline="0">
                  <a:ln>
                    <a:noFill/>
                  </a:ln>
                  <a:gradFill>
                    <a:gsLst>
                      <a:gs pos="45000">
                        <a:srgbClr val="2A446F"/>
                      </a:gs>
                      <a:gs pos="100000">
                        <a:srgbClr val="2A446F"/>
                      </a:gs>
                    </a:gsLst>
                    <a:lin ang="2700000" scaled="1"/>
                  </a:gradFill>
                  <a:effectLst/>
                  <a:uLnTx/>
                  <a:uFillTx/>
                  <a:cs typeface="Segoe UI" panose="020B0502040204020203" pitchFamily="34" charset="0"/>
                </a:defRPr>
              </a:lvl1pPr>
            </a:lstStyle>
            <a:p>
              <a:pPr marL="0" marR="0" lvl="0" indent="0" algn="ctr" defTabSz="666756" rtl="0" eaLnBrk="1" fontAlgn="auto" latinLnBrk="0" hangingPunct="1">
                <a:lnSpc>
                  <a:spcPct val="100000"/>
                </a:lnSpc>
                <a:spcBef>
                  <a:spcPts val="0"/>
                </a:spcBef>
                <a:spcAft>
                  <a:spcPts val="438"/>
                </a:spcAft>
                <a:buClrTx/>
                <a:buSzTx/>
                <a:buFontTx/>
                <a:buNone/>
                <a:tabLst/>
                <a:defRPr/>
              </a:pPr>
              <a:r>
                <a:rPr kumimoji="0" lang="en-US" sz="1167" b="0" i="0" u="none" strike="noStrike" kern="1200" cap="none" spc="0" normalizeH="0" baseline="0" noProof="0" dirty="0">
                  <a:ln>
                    <a:noFill/>
                  </a:ln>
                  <a:solidFill>
                    <a:srgbClr val="FFFFFF"/>
                  </a:solidFill>
                  <a:effectLst/>
                  <a:uLnTx/>
                  <a:uFillTx/>
                  <a:latin typeface="Segoe Sans Display Semibold" pitchFamily="2" charset="0"/>
                  <a:ea typeface="+mn-ea"/>
                  <a:cs typeface="Segoe Sans Display Semibold" pitchFamily="2" charset="0"/>
                </a:rPr>
                <a:t>Industry leader</a:t>
              </a:r>
            </a:p>
            <a:p>
              <a:pPr marL="0" marR="0" lvl="0" indent="0" algn="ctr" defTabSz="666756" rtl="0" eaLnBrk="1" fontAlgn="auto" latinLnBrk="0" hangingPunct="1">
                <a:lnSpc>
                  <a:spcPct val="100000"/>
                </a:lnSpc>
                <a:spcBef>
                  <a:spcPts val="0"/>
                </a:spcBef>
                <a:spcAft>
                  <a:spcPts val="438"/>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rPr>
                <a:t>Microsoft is the        only security vendor recognized as a leader across 19 categories by Gartner, Forrester, and IDC.</a:t>
              </a:r>
              <a:r>
                <a:rPr kumimoji="0" lang="en-US" sz="1000" b="0" i="0" u="none" strike="noStrike" kern="1200" cap="none" spc="0" normalizeH="0" baseline="30000" noProof="0" dirty="0">
                  <a:ln>
                    <a:noFill/>
                  </a:ln>
                  <a:solidFill>
                    <a:srgbClr val="FFFFFF"/>
                  </a:solidFill>
                  <a:effectLst/>
                  <a:uLnTx/>
                  <a:uFillTx/>
                  <a:latin typeface="Segoe Sans Display" pitchFamily="2" charset="0"/>
                  <a:ea typeface="+mn-ea"/>
                  <a:cs typeface="Segoe Sans Display" pitchFamily="2" charset="0"/>
                </a:rPr>
                <a:t> 1 </a:t>
              </a:r>
              <a:endParaRPr kumimoji="0" lang="en-US" sz="1000" b="0" i="0" u="none" strike="noStrike" kern="1200" cap="none" spc="0" normalizeH="0" baseline="0" noProof="0" dirty="0">
                <a:ln>
                  <a:noFill/>
                </a:ln>
                <a:solidFill>
                  <a:srgbClr val="FFFFFF"/>
                </a:solidFill>
                <a:effectLst/>
                <a:uLnTx/>
                <a:uFillTx/>
                <a:latin typeface="Segoe Sans Display" pitchFamily="2" charset="0"/>
                <a:ea typeface="+mn-ea"/>
                <a:cs typeface="Segoe Sans Display" pitchFamily="2" charset="0"/>
              </a:endParaRPr>
            </a:p>
          </p:txBody>
        </p:sp>
        <p:sp>
          <p:nvSpPr>
            <p:cNvPr id="12" name="Oval 11">
              <a:extLst>
                <a:ext uri="{FF2B5EF4-FFF2-40B4-BE49-F238E27FC236}">
                  <a16:creationId xmlns:a16="http://schemas.microsoft.com/office/drawing/2014/main" id="{8776A6C6-BEC3-5E32-0DDE-FCA887AC92E3}"/>
                </a:ext>
              </a:extLst>
            </p:cNvPr>
            <p:cNvSpPr/>
            <p:nvPr/>
          </p:nvSpPr>
          <p:spPr bwMode="auto">
            <a:xfrm>
              <a:off x="710621" y="2278797"/>
              <a:ext cx="1137847" cy="1137847"/>
            </a:xfrm>
            <a:prstGeom prst="ellipse">
              <a:avLst/>
            </a:prstGeom>
            <a:solidFill>
              <a:srgbClr val="FFFFFF"/>
            </a:solidFill>
            <a:ln w="79375" cap="rnd" cmpd="sng" algn="ctr">
              <a:noFill/>
              <a:prstDash val="sysDot"/>
              <a:round/>
              <a:tailEnd type="none" w="sm" len="sm"/>
            </a:ln>
            <a:effectLst>
              <a:outerShdw blurRad="63500" sx="106000" sy="106000" algn="ctr" rotWithShape="0">
                <a:srgbClr val="912475">
                  <a:alpha val="17000"/>
                </a:srgbClr>
              </a:outerShdw>
            </a:effectLst>
          </p:spPr>
          <p:txBody>
            <a:bodyPr rtlCol="0" anchor="ctr"/>
            <a:lstStyle/>
            <a:p>
              <a:pPr marL="0" marR="0" lvl="0" indent="0" algn="ctr" defTabSz="666780" rtl="0" eaLnBrk="1" fontAlgn="auto" latinLnBrk="0" hangingPunct="1">
                <a:lnSpc>
                  <a:spcPct val="100000"/>
                </a:lnSpc>
                <a:spcBef>
                  <a:spcPts val="0"/>
                </a:spcBef>
                <a:spcAft>
                  <a:spcPts val="0"/>
                </a:spcAft>
                <a:buClrTx/>
                <a:buSzTx/>
                <a:buFontTx/>
                <a:buNone/>
                <a:tabLst/>
                <a:defRPr/>
              </a:pPr>
              <a:endParaRPr kumimoji="0" lang="en-US" sz="1313" b="0" i="0" u="none" strike="noStrike" kern="0" cap="none" spc="0" normalizeH="0" baseline="0" noProof="0">
                <a:ln>
                  <a:noFill/>
                </a:ln>
                <a:solidFill>
                  <a:srgbClr val="000000"/>
                </a:solidFill>
                <a:effectLst/>
                <a:uLnTx/>
                <a:uFillTx/>
                <a:latin typeface="Segoe Sans Display" pitchFamily="2" charset="0"/>
                <a:ea typeface="+mn-ea"/>
                <a:cs typeface="+mn-cs"/>
              </a:endParaRPr>
            </a:p>
          </p:txBody>
        </p:sp>
        <p:sp>
          <p:nvSpPr>
            <p:cNvPr id="19" name="Oval 18">
              <a:extLst>
                <a:ext uri="{FF2B5EF4-FFF2-40B4-BE49-F238E27FC236}">
                  <a16:creationId xmlns:a16="http://schemas.microsoft.com/office/drawing/2014/main" id="{44D2AC6F-4F84-F587-BEF3-F143A00E6D9B}"/>
                </a:ext>
              </a:extLst>
            </p:cNvPr>
            <p:cNvSpPr/>
            <p:nvPr/>
          </p:nvSpPr>
          <p:spPr bwMode="auto">
            <a:xfrm rot="5400000">
              <a:off x="752919" y="2320639"/>
              <a:ext cx="1053250" cy="1053256"/>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3350" tIns="106680" rIns="133350" bIns="106680" numCol="1" spcCol="0" rtlCol="0" fromWordArt="0" anchor="t" anchorCtr="0" forceAA="0" compatLnSpc="1">
              <a:prstTxWarp prst="textNoShape">
                <a:avLst/>
              </a:prstTxWarp>
              <a:noAutofit/>
            </a:bodyPr>
            <a:lstStyle/>
            <a:p>
              <a:pPr marL="0" marR="0" lvl="0" indent="0" algn="l" defTabSz="679959" rtl="0" eaLnBrk="1" fontAlgn="base" latinLnBrk="0" hangingPunct="1">
                <a:lnSpc>
                  <a:spcPct val="100000"/>
                </a:lnSpc>
                <a:spcBef>
                  <a:spcPct val="0"/>
                </a:spcBef>
                <a:spcAft>
                  <a:spcPct val="0"/>
                </a:spcAft>
                <a:buClrTx/>
                <a:buSzTx/>
                <a:buFontTx/>
                <a:buNone/>
                <a:tabLst/>
                <a:defRPr/>
              </a:pPr>
              <a:endParaRPr kumimoji="0" lang="en-US" sz="1313" b="0" i="0" u="none" strike="noStrike" kern="1200" cap="none" spc="0" normalizeH="0" baseline="0" noProof="0">
                <a:ln>
                  <a:noFill/>
                </a:ln>
                <a:solidFill>
                  <a:srgbClr val="000000"/>
                </a:solidFill>
                <a:effectLst/>
                <a:uLnTx/>
                <a:uFillTx/>
                <a:latin typeface="Segoe Sans Display"/>
                <a:ea typeface="Segoe UI" pitchFamily="34" charset="0"/>
                <a:cs typeface="Segoe UI" pitchFamily="34" charset="0"/>
              </a:endParaRPr>
            </a:p>
          </p:txBody>
        </p:sp>
      </p:grpSp>
      <p:pic>
        <p:nvPicPr>
          <p:cNvPr id="81" name="Graphic 80">
            <a:extLst>
              <a:ext uri="{FF2B5EF4-FFF2-40B4-BE49-F238E27FC236}">
                <a16:creationId xmlns:a16="http://schemas.microsoft.com/office/drawing/2014/main" id="{819C957E-4281-888B-D955-41CE846A0331}"/>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775142" y="1972224"/>
            <a:ext cx="465563" cy="465563"/>
          </a:xfrm>
          <a:prstGeom prst="rect">
            <a:avLst/>
          </a:prstGeom>
        </p:spPr>
      </p:pic>
    </p:spTree>
    <p:extLst>
      <p:ext uri="{BB962C8B-B14F-4D97-AF65-F5344CB8AC3E}">
        <p14:creationId xmlns:p14="http://schemas.microsoft.com/office/powerpoint/2010/main" val="40678058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001EE-ABA6-13EB-F672-F3A185B2096D}"/>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9963F151-879F-4558-E6B6-4255986112B0}"/>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5F283AE0-4FB1-7607-6FCB-9A85B3D66739}"/>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9" name="Upgrade investment snapshot">
            <a:extLst>
              <a:ext uri="{FF2B5EF4-FFF2-40B4-BE49-F238E27FC236}">
                <a16:creationId xmlns:a16="http://schemas.microsoft.com/office/drawing/2014/main" id="{FBD0EA6D-9670-1F46-2E2E-01AE80EFC1A8}"/>
              </a:ext>
            </a:extLst>
          </p:cNvPr>
          <p:cNvSpPr/>
          <p:nvPr/>
        </p:nvSpPr>
        <p:spPr>
          <a:xfrm>
            <a:off x="409575" y="369093"/>
            <a:ext cx="4534376" cy="9500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95000"/>
                    <a:lumOff val="5000"/>
                  </a:prstClr>
                </a:solidFill>
                <a:effectLst/>
                <a:uLnTx/>
                <a:uFillTx/>
                <a:latin typeface="Segoe UI Semibold" pitchFamily="34" charset="0"/>
                <a:ea typeface="Segoe UI Semibold" pitchFamily="34" charset="-122"/>
                <a:cs typeface="Segoe UI Semibold" pitchFamily="34" charset="-120"/>
              </a:rPr>
              <a:t>Upgrade investment snapshot</a:t>
            </a:r>
            <a:endParaRPr kumimoji="0" lang="en-US" sz="1800" b="0" i="0" u="none" strike="noStrike" kern="1200" cap="none" spc="0" normalizeH="0" baseline="0" noProof="0" dirty="0">
              <a:ln>
                <a:noFill/>
              </a:ln>
              <a:solidFill>
                <a:srgbClr val="8A226F"/>
              </a:solidFill>
              <a:effectLst/>
              <a:uLnTx/>
              <a:uFillTx/>
              <a:latin typeface="Segoe UI Semibold" pitchFamily="34" charset="0"/>
              <a:ea typeface="Segoe UI Semibold" pitchFamily="34" charset="-122"/>
              <a:cs typeface="Segoe UI Semibold" pitchFamily="34" charset="-120"/>
            </a:endParaRPr>
          </a:p>
        </p:txBody>
      </p:sp>
      <p:sp>
        <p:nvSpPr>
          <p:cNvPr id="3" name="Identity and access management Single sign-on for apps and devices and multifactor authentication for work accounts Data compliance Ability to log and search for audited activities with Microsoft Purview Audit Threat protection Automatic spam and malware">
            <a:extLst>
              <a:ext uri="{FF2B5EF4-FFF2-40B4-BE49-F238E27FC236}">
                <a16:creationId xmlns:a16="http://schemas.microsoft.com/office/drawing/2014/main" id="{79B3C482-B6EF-F65E-08E2-9E465EDEC652}"/>
              </a:ext>
            </a:extLst>
          </p:cNvPr>
          <p:cNvSpPr/>
          <p:nvPr/>
        </p:nvSpPr>
        <p:spPr>
          <a:xfrm>
            <a:off x="409575" y="6803533"/>
            <a:ext cx="4848225" cy="538609"/>
          </a:xfrm>
          <a:prstGeom prst="rect">
            <a:avLst/>
          </a:prstGeom>
          <a:noFill/>
          <a:ln/>
        </p:spPr>
        <p:txBody>
          <a:bodyPr wrap="square" lIns="0" tIns="0" rIns="0" bIns="0" rtlCol="0" anchor="t" anchorCtr="0">
            <a:spAutoFit/>
          </a:bodyPr>
          <a:lstStyle/>
          <a:p>
            <a:pPr>
              <a:defRPr/>
            </a:pPr>
            <a:r>
              <a:rPr lang="en-US" sz="700" dirty="0">
                <a:solidFill>
                  <a:srgbClr val="000000"/>
                </a:solidFill>
                <a:highlight>
                  <a:srgbClr val="FFFF00"/>
                </a:highlight>
                <a:latin typeface="Segoe UI Semibold"/>
                <a:cs typeface="Segoe UI Semibold"/>
              </a:rPr>
              <a:t>[NOTE - PLEASE DELETE BEFORE SENDING TO THE CUSTOMER]</a:t>
            </a:r>
            <a:endParaRPr lang="en-US" sz="900" dirty="0"/>
          </a:p>
          <a:p>
            <a:pPr>
              <a:defRPr/>
            </a:pPr>
            <a:r>
              <a:rPr lang="en-US" sz="700" dirty="0">
                <a:solidFill>
                  <a:srgbClr val="000000"/>
                </a:solidFill>
                <a:highlight>
                  <a:srgbClr val="FFFF00"/>
                </a:highlight>
                <a:latin typeface="Segoe UI"/>
                <a:cs typeface="Segoe UI"/>
              </a:rPr>
              <a:t>The calculation above is based on active promos, partner MAICPP status, Microsoft Commercial Incentives, and Microsoft list price, </a:t>
            </a:r>
            <a:r>
              <a:rPr lang="en-US" sz="700" dirty="0">
                <a:solidFill>
                  <a:srgbClr val="000000"/>
                </a:solidFill>
                <a:highlight>
                  <a:srgbClr val="FFFF00"/>
                </a:highlight>
                <a:latin typeface="Segoe UI"/>
                <a:ea typeface="Segoe UI Regular" pitchFamily="34" charset="-122"/>
                <a:cs typeface="Segoe UI"/>
              </a:rPr>
              <a:t>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endParaRPr lang="en-US" sz="900" dirty="0"/>
          </a:p>
        </p:txBody>
      </p:sp>
      <p:graphicFrame>
        <p:nvGraphicFramePr>
          <p:cNvPr id="2" name="Table 1">
            <a:extLst>
              <a:ext uri="{FF2B5EF4-FFF2-40B4-BE49-F238E27FC236}">
                <a16:creationId xmlns:a16="http://schemas.microsoft.com/office/drawing/2014/main" id="{AFBE17AF-BFC4-5633-DEBE-E7F93E436F7C}"/>
              </a:ext>
            </a:extLst>
          </p:cNvPr>
          <p:cNvGraphicFramePr>
            <a:graphicFrameLocks noGrp="1"/>
          </p:cNvGraphicFramePr>
          <p:nvPr>
            <p:extLst>
              <p:ext uri="{D42A27DB-BD31-4B8C-83A1-F6EECF244321}">
                <p14:modId xmlns:p14="http://schemas.microsoft.com/office/powerpoint/2010/main" val="1571949002"/>
              </p:ext>
            </p:extLst>
          </p:nvPr>
        </p:nvGraphicFramePr>
        <p:xfrm>
          <a:off x="409573" y="1447277"/>
          <a:ext cx="4848226" cy="4300379"/>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53302390"/>
                    </a:ext>
                  </a:extLst>
                </a:gridCol>
                <a:gridCol w="2424113">
                  <a:extLst>
                    <a:ext uri="{9D8B030D-6E8A-4147-A177-3AD203B41FA5}">
                      <a16:colId xmlns:a16="http://schemas.microsoft.com/office/drawing/2014/main" val="1315371538"/>
                    </a:ext>
                  </a:extLst>
                </a:gridCol>
              </a:tblGrid>
              <a:tr h="77511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1" i="0" u="none" strike="noStrike" kern="1200" cap="none" spc="0" normalizeH="0" baseline="0" noProof="0" dirty="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target_sku</a:t>
                      </a:r>
                      <a:r>
                        <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1" i="0" u="none" strike="noStrike" kern="1200" cap="none" spc="0" normalizeH="0" baseline="0" noProof="0" dirty="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27656301"/>
                  </a:ext>
                </a:extLst>
              </a:tr>
              <a:tr h="73005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Proposed seats for upgrade​</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add_proposed_seat</a:t>
                      </a: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51946251"/>
                  </a:ext>
                </a:extLst>
              </a:tr>
              <a:tr h="102308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 cost of the solution 
per user</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actual_price_per_user</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87975551"/>
                  </a:ext>
                </a:extLst>
              </a:tr>
              <a:tr h="74904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 cost per user​</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r>
                        <a:rPr kumimoji="0" lang="en-US" sz="1200" b="1" i="0" u="none" strike="noStrike" kern="1200" cap="none" spc="0" normalizeH="0" baseline="0" noProof="0" err="1">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incremental_cost_per_user</a:t>
                      </a: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64064146"/>
                  </a:ext>
                </a:extLst>
              </a:tr>
              <a:tr h="102308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Total incremental annual investment for {seats} 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mpd="sng">
                      <a:noFill/>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r>
                        <a:rPr kumimoji="0" lang="en-US" sz="1200" b="0" i="0" u="none" strike="noStrike" kern="1200" cap="none" spc="0" normalizeH="0" baseline="0" noProof="0" dirty="0" err="1">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overall_incremental_cost</a:t>
                      </a:r>
                      <a:r>
                        <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t>
                      </a:r>
                      <a:endParaRPr kumimoji="0" lang="en-US" sz="12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a:txBody>
                  <a:tcPr anchor="ctr">
                    <a:lnL w="12700" cap="flat" cmpd="sng" algn="ctr">
                      <a:solidFill>
                        <a:schemeClr val="bg1">
                          <a:lumMod val="85000"/>
                        </a:schemeClr>
                      </a:solidFill>
                      <a:prstDash val="solid"/>
                      <a:round/>
                      <a:headEnd type="none" w="med" len="med"/>
                      <a:tailEnd type="none" w="med" len="med"/>
                    </a:lnL>
                    <a:lnR w="12700" cmpd="sng">
                      <a:noFill/>
                    </a:lnR>
                    <a:lnT w="12700" cap="flat" cmpd="sng" algn="ctr">
                      <a:solidFill>
                        <a:schemeClr val="bg1">
                          <a:lumMod val="8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71126336"/>
                  </a:ext>
                </a:extLst>
              </a:tr>
            </a:tbl>
          </a:graphicData>
        </a:graphic>
      </p:graphicFrame>
    </p:spTree>
    <p:extLst>
      <p:ext uri="{BB962C8B-B14F-4D97-AF65-F5344CB8AC3E}">
        <p14:creationId xmlns:p14="http://schemas.microsoft.com/office/powerpoint/2010/main" val="28303393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CBAF6-E5B9-8957-B233-FCF78C789D62}"/>
            </a:ext>
          </a:extLst>
        </p:cNvPr>
        <p:cNvGrpSpPr/>
        <p:nvPr/>
      </p:nvGrpSpPr>
      <p:grpSpPr>
        <a:xfrm>
          <a:off x="0" y="0"/>
          <a:ext cx="0" cy="0"/>
          <a:chOff x="0" y="0"/>
          <a:chExt cx="0" cy="0"/>
        </a:xfrm>
      </p:grpSpPr>
      <p:sp>
        <p:nvSpPr>
          <p:cNvPr id="3" name="Rectangle 3468742">
            <a:extLst>
              <a:ext uri="{FF2B5EF4-FFF2-40B4-BE49-F238E27FC236}">
                <a16:creationId xmlns:a16="http://schemas.microsoft.com/office/drawing/2014/main" id="{AF1BCF53-5C73-1AD6-E844-D11AC1C222B4}"/>
              </a:ext>
            </a:extLst>
          </p:cNvPr>
          <p:cNvSpPr/>
          <p:nvPr/>
        </p:nvSpPr>
        <p:spPr>
          <a:xfrm>
            <a:off x="0" y="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8">
            <a:extLst>
              <a:ext uri="{FF2B5EF4-FFF2-40B4-BE49-F238E27FC236}">
                <a16:creationId xmlns:a16="http://schemas.microsoft.com/office/drawing/2014/main" id="{35D7EAE9-A714-D02B-3F52-A241BD2B192C}"/>
              </a:ext>
            </a:extLst>
          </p:cNvPr>
          <p:cNvSpPr/>
          <p:nvPr/>
        </p:nvSpPr>
        <p:spPr>
          <a:xfrm>
            <a:off x="310621" y="1237368"/>
            <a:ext cx="5105977" cy="3788342"/>
          </a:xfrm>
          <a:prstGeom prst="rect">
            <a:avLst/>
          </a:prstGeom>
          <a:noFill/>
          <a:ln/>
        </p:spPr>
        <p:txBody>
          <a:bodyPr wrap="square" lIns="0" tIns="0" rIns="0" bIns="0" rtlCol="0" anchor="t"/>
          <a:lstStyle/>
          <a:p>
            <a:pPr marL="0" marR="0" lvl="0" indent="0" algn="l" defTabSz="914400" rtl="0" eaLnBrk="1" fontAlgn="auto" latinLnBrk="0" hangingPunct="1">
              <a:lnSpc>
                <a:spcPts val="1250"/>
              </a:lnSpc>
              <a:spcBef>
                <a:spcPts val="0"/>
              </a:spcBef>
              <a:spcAft>
                <a:spcPts val="0"/>
              </a:spcAft>
              <a:buClrTx/>
              <a:buSzTx/>
              <a:buFontTx/>
              <a:buNone/>
              <a:tabLst/>
              <a:defRPr/>
            </a:pPr>
            <a:r>
              <a:rPr kumimoji="0" lang="en-US" sz="1000" b="1" i="0" u="none" strike="noStrike" kern="1200" cap="none" spc="0" normalizeH="0" baseline="0" noProof="0">
                <a:ln>
                  <a:noFill/>
                </a:ln>
                <a:solidFill>
                  <a:srgbClr val="FF0000"/>
                </a:solidFill>
                <a:effectLst/>
                <a:highlight>
                  <a:srgbClr val="FFFF00"/>
                </a:highlight>
                <a:uLnTx/>
                <a:uFillTx/>
                <a:latin typeface="Segoe UI Regular" pitchFamily="34" charset="0"/>
                <a:ea typeface="Segoe UI Regular" pitchFamily="34" charset="-122"/>
                <a:cs typeface="Segoe UI Regular" pitchFamily="34" charset="-120"/>
              </a:rPr>
              <a:t>[INSTRUCTION FOR THE PARTNER]</a:t>
            </a:r>
            <a:r>
              <a:rPr kumimoji="0" lang="en-US" sz="1000" b="0" i="0" u="none" strike="noStrike" kern="1200" cap="none" spc="0" normalizeH="0" baseline="0" noProof="0">
                <a:ln>
                  <a:noFill/>
                </a:ln>
                <a:solidFill>
                  <a:srgbClr val="FF0000"/>
                </a:solidFill>
                <a:effectLst/>
                <a:uLnTx/>
                <a:uFillTx/>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marL="0" marR="0" lvl="0" indent="0" algn="l" defTabSz="914400" rtl="0" eaLnBrk="1" fontAlgn="auto" latinLnBrk="0" hangingPunct="1">
              <a:lnSpc>
                <a:spcPts val="125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0000"/>
              </a:solidFill>
              <a:effectLst/>
              <a:uLnTx/>
              <a:uFillTx/>
              <a:latin typeface="Segoe UI Regular" pitchFamily="34" charset="0"/>
              <a:ea typeface="Segoe UI Regular" pitchFamily="34" charset="-122"/>
              <a:cs typeface="+mn-cs"/>
            </a:endParaRPr>
          </a:p>
          <a:p>
            <a:pPr marL="0" marR="0" lvl="0" indent="0" algn="l" defTabSz="914400" rtl="0" eaLnBrk="1" fontAlgn="auto" latinLnBrk="0" hangingPunct="1">
              <a:lnSpc>
                <a:spcPts val="1250"/>
              </a:lnSpc>
              <a:spcBef>
                <a:spcPts val="0"/>
              </a:spcBef>
              <a:spcAft>
                <a:spcPts val="0"/>
              </a:spcAft>
              <a:buClrTx/>
              <a:buSzTx/>
              <a:buFontTx/>
              <a:buNone/>
              <a:tabLst/>
              <a:defRPr/>
            </a:pPr>
            <a:r>
              <a:rPr kumimoji="0" lang="en-US" sz="1000" b="0" i="0" u="none" strike="noStrike" kern="1200" cap="none" spc="0" normalizeH="0" baseline="0" noProof="0">
                <a:ln>
                  <a:noFill/>
                </a:ln>
                <a:solidFill>
                  <a:srgbClr val="FF0000"/>
                </a:solidFill>
                <a:effectLst/>
                <a:uLnTx/>
                <a:uFillTx/>
                <a:latin typeface="Segoe UI Regular" pitchFamily="34" charset="0"/>
                <a:ea typeface="Segoe UI Regular" pitchFamily="34" charset="-122"/>
                <a:cs typeface="+mn-cs"/>
              </a:rPr>
              <a:t>You can leverage Copilot Chat to customize this section! Add your website URL, upload this flyer on Copilot Chat, and prompt it to write a draft for this section.</a:t>
            </a:r>
            <a:endParaRPr kumimoji="0" lang="en-US" sz="1000" b="0" i="0" u="none" strike="noStrike" kern="1200" cap="none" spc="0" normalizeH="0" baseline="0" noProof="0">
              <a:ln>
                <a:noFill/>
              </a:ln>
              <a:solidFill>
                <a:srgbClr val="FF0000"/>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B1E44A8B-E4D6-DB6E-1500-317A75C1517A}"/>
              </a:ext>
            </a:extLst>
          </p:cNvPr>
          <p:cNvSpPr txBox="1"/>
          <p:nvPr/>
        </p:nvSpPr>
        <p:spPr>
          <a:xfrm>
            <a:off x="216139" y="398146"/>
            <a:ext cx="3635423" cy="711733"/>
          </a:xfrm>
          <a:prstGeom prst="rect">
            <a:avLst/>
          </a:prstGeom>
          <a:noFill/>
        </p:spPr>
        <p:txBody>
          <a:bodyPr wrap="square">
            <a:spAutoFit/>
          </a:bodyPr>
          <a:lstStyle/>
          <a:p>
            <a:pPr marL="0" marR="0" lvl="0" indent="0" algn="l" defTabSz="914400" rtl="0" eaLnBrk="1" fontAlgn="auto" latinLnBrk="0" hangingPunct="1">
              <a:lnSpc>
                <a:spcPct val="116667"/>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Segoe UI Semibold" panose="020B0702040204020203" pitchFamily="34" charset="0"/>
                <a:ea typeface="Inter Semi Bold" pitchFamily="34" charset="-122"/>
                <a:cs typeface="Segoe UI Semibold" panose="020B0702040204020203" pitchFamily="34" charset="0"/>
              </a:rPr>
              <a:t>Enhance your security posture with [PARTNER NAME]</a:t>
            </a:r>
            <a:endParaRPr kumimoji="0" lang="en-US" sz="1800" b="0" i="0" u="none" strike="noStrike" kern="1200" cap="none" spc="0" normalizeH="0" baseline="0" noProof="0" dirty="0">
              <a:ln>
                <a:noFill/>
              </a:ln>
              <a:solidFill>
                <a:prstClr val="black"/>
              </a:solidFill>
              <a:effectLst/>
              <a:uLnTx/>
              <a:uFillTx/>
              <a:latin typeface="Segoe UI Semibold" panose="020B0702040204020203" pitchFamily="34" charset="0"/>
              <a:ea typeface="+mn-ea"/>
              <a:cs typeface="Segoe UI Semibold" panose="020B0702040204020203" pitchFamily="34" charset="0"/>
            </a:endParaRPr>
          </a:p>
        </p:txBody>
      </p:sp>
      <p:pic>
        <p:nvPicPr>
          <p:cNvPr id="7" name="Picture 6">
            <a:extLst>
              <a:ext uri="{FF2B5EF4-FFF2-40B4-BE49-F238E27FC236}">
                <a16:creationId xmlns:a16="http://schemas.microsoft.com/office/drawing/2014/main" id="{085EC2C9-4683-D1E8-24E3-12A312A592FE}"/>
              </a:ext>
            </a:extLst>
          </p:cNvPr>
          <p:cNvPicPr>
            <a:picLocks noChangeAspect="1"/>
          </p:cNvPicPr>
          <p:nvPr/>
        </p:nvPicPr>
        <p:blipFill>
          <a:blip r:embed="rId3">
            <a:alphaModFix amt="45000"/>
          </a:blip>
          <a:srcRect l="-1" t="38794" r="10102" b="-27649"/>
          <a:stretch>
            <a:fillRect/>
          </a:stretch>
        </p:blipFill>
        <p:spPr>
          <a:xfrm rot="10800000">
            <a:off x="-1" y="5465343"/>
            <a:ext cx="5667375" cy="2563698"/>
          </a:xfrm>
          <a:prstGeom prst="rect">
            <a:avLst/>
          </a:prstGeom>
          <a:effectLst/>
        </p:spPr>
      </p:pic>
    </p:spTree>
    <p:extLst>
      <p:ext uri="{BB962C8B-B14F-4D97-AF65-F5344CB8AC3E}">
        <p14:creationId xmlns:p14="http://schemas.microsoft.com/office/powerpoint/2010/main" val="2431751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CSP Template Diamond 06/23">
  <a:themeElements>
    <a:clrScheme name="SCI new branding">
      <a:dk1>
        <a:srgbClr val="000000"/>
      </a:dk1>
      <a:lt1>
        <a:srgbClr val="FFFFFF"/>
      </a:lt1>
      <a:dk2>
        <a:srgbClr val="091F2C"/>
      </a:dk2>
      <a:lt2>
        <a:srgbClr val="F4F3F5"/>
      </a:lt2>
      <a:accent1>
        <a:srgbClr val="0078D4"/>
      </a:accent1>
      <a:accent2>
        <a:srgbClr val="FFB900"/>
      </a:accent2>
      <a:accent3>
        <a:srgbClr val="07641D"/>
      </a:accent3>
      <a:accent4>
        <a:srgbClr val="454142"/>
      </a:accent4>
      <a:accent5>
        <a:srgbClr val="8DE971"/>
      </a:accent5>
      <a:accent6>
        <a:srgbClr val="8DC8E8"/>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560</TotalTime>
  <Words>534</Words>
  <Application>Microsoft Office PowerPoint</Application>
  <PresentationFormat>Custom</PresentationFormat>
  <Paragraphs>53</Paragraphs>
  <Slides>3</Slides>
  <Notes>3</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3</vt:i4>
      </vt:variant>
    </vt:vector>
  </HeadingPairs>
  <TitlesOfParts>
    <vt:vector size="15" baseType="lpstr">
      <vt:lpstr>Aptos</vt:lpstr>
      <vt:lpstr>Arial</vt:lpstr>
      <vt:lpstr>Calibri</vt:lpstr>
      <vt:lpstr>Segoe Sans Display</vt:lpstr>
      <vt:lpstr>Segoe Sans Display Semibold</vt:lpstr>
      <vt:lpstr>Segoe Sans Text</vt:lpstr>
      <vt:lpstr>Segoe UI</vt:lpstr>
      <vt:lpstr>Segoe UI Regular</vt:lpstr>
      <vt:lpstr>Segoe UI Semibold</vt:lpstr>
      <vt:lpstr>Wingdings</vt:lpstr>
      <vt:lpstr>Office Theme</vt:lpstr>
      <vt:lpstr>2_CSP Template Diamond 06/23</vt:lpstr>
      <vt:lpstr>Microsoft Defender Suite for Microsoft 365 Business Premium</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Samarth  Teotia</cp:lastModifiedBy>
  <cp:revision>15</cp:revision>
  <dcterms:created xsi:type="dcterms:W3CDTF">2026-02-21T17:45:29Z</dcterms:created>
  <dcterms:modified xsi:type="dcterms:W3CDTF">2026-05-07T20:22:37Z</dcterms:modified>
</cp:coreProperties>
</file>
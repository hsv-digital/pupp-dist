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6"/>
  </p:notesMasterIdLst>
  <p:sldIdLst>
    <p:sldId id="2147470008" r:id="rId3"/>
    <p:sldId id="2147470014" r:id="rId4"/>
    <p:sldId id="2147470015" r:id="rId5"/>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1E2A35-7F4B-5509-135D-B2766FE36DA7}" v="9" dt="2026-03-02T08:40:41.110"/>
    <p1510:client id="{7EA1CEA1-8C3C-4925-B6FF-EFAC3C144D2D}" v="1" dt="2026-03-02T09:05:31.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371"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2:18.027" v="6"/>
      <pc:docMkLst>
        <pc:docMk/>
      </pc:docMkLst>
      <pc:sldChg chg="modSp add mod">
        <pc:chgData name="Praveen Dehury" userId="77009b3f-ee31-425d-b17c-2f6ea73f5149" providerId="ADAL" clId="{B729CC40-C5D3-4DFA-B500-D02C8BD993D7}" dt="2026-02-28T11:52:18.027" v="6"/>
        <pc:sldMkLst>
          <pc:docMk/>
          <pc:sldMk cId="2830339352" sldId="2147470014"/>
        </pc:sldMkLst>
        <pc:spChg chg="mod">
          <ac:chgData name="Praveen Dehury" userId="77009b3f-ee31-425d-b17c-2f6ea73f5149" providerId="ADAL" clId="{B729CC40-C5D3-4DFA-B500-D02C8BD993D7}" dt="2026-02-28T11:52:18.027"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36:43.416"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36:02.099" v="0"/>
        <pc:sldMkLst>
          <pc:docMk/>
          <pc:sldMk cId="243175164" sldId="2147470015"/>
        </pc:sldMkLst>
      </pc:sldChg>
    </pc:docChg>
  </pc:docChgLst>
  <pc:docChgLst>
    <pc:chgData clId="Web-{051E2A35-7F4B-5509-135D-B2766FE36DA7}"/>
    <pc:docChg chg="modSld">
      <pc:chgData name="" userId="" providerId="" clId="Web-{051E2A35-7F4B-5509-135D-B2766FE36DA7}" dt="2026-03-02T08:40:24.157" v="0" actId="14100"/>
      <pc:docMkLst>
        <pc:docMk/>
      </pc:docMkLst>
      <pc:sldChg chg="modSp">
        <pc:chgData name="" userId="" providerId="" clId="Web-{051E2A35-7F4B-5509-135D-B2766FE36DA7}" dt="2026-03-02T08:40:24.157" v="0" actId="14100"/>
        <pc:sldMkLst>
          <pc:docMk/>
          <pc:sldMk cId="1630386862" sldId="2147470008"/>
        </pc:sldMkLst>
        <pc:picChg chg="mod">
          <ac:chgData name="" userId="" providerId="" clId="Web-{051E2A35-7F4B-5509-135D-B2766FE36DA7}" dt="2026-03-02T08:40:24.157" v="0" actId="14100"/>
          <ac:picMkLst>
            <pc:docMk/>
            <pc:sldMk cId="1630386862" sldId="2147470008"/>
            <ac:picMk id="67" creationId="{935D4737-AF15-D2BD-A0CA-A169A8D5D2C5}"/>
          </ac:picMkLst>
        </pc:picChg>
      </pc:sldChg>
    </pc:docChg>
  </pc:docChgLst>
  <pc:docChgLst>
    <pc:chgData name="Shreya Singh" userId="S::shreya.singh@hsv.digital::b354311e-5542-4a3b-80c7-af4347e0a1ac" providerId="AD" clId="Web-{051E2A35-7F4B-5509-135D-B2766FE36DA7}"/>
    <pc:docChg chg="modSld">
      <pc:chgData name="Shreya Singh" userId="S::shreya.singh@hsv.digital::b354311e-5542-4a3b-80c7-af4347e0a1ac" providerId="AD" clId="Web-{051E2A35-7F4B-5509-135D-B2766FE36DA7}" dt="2026-03-02T08:40:41.110" v="7" actId="1076"/>
      <pc:docMkLst>
        <pc:docMk/>
      </pc:docMkLst>
      <pc:sldChg chg="modSp">
        <pc:chgData name="Shreya Singh" userId="S::shreya.singh@hsv.digital::b354311e-5542-4a3b-80c7-af4347e0a1ac" providerId="AD" clId="Web-{051E2A35-7F4B-5509-135D-B2766FE36DA7}" dt="2026-03-02T08:40:41.110" v="7" actId="1076"/>
        <pc:sldMkLst>
          <pc:docMk/>
          <pc:sldMk cId="1630386862" sldId="2147470008"/>
        </pc:sldMkLst>
        <pc:spChg chg="mod">
          <ac:chgData name="Shreya Singh" userId="S::shreya.singh@hsv.digital::b354311e-5542-4a3b-80c7-af4347e0a1ac" providerId="AD" clId="Web-{051E2A35-7F4B-5509-135D-B2766FE36DA7}" dt="2026-03-02T08:40:41.110" v="7" actId="1076"/>
          <ac:spMkLst>
            <pc:docMk/>
            <pc:sldMk cId="1630386862" sldId="2147470008"/>
            <ac:spMk id="5" creationId="{40A7A011-A5B1-B465-6A3F-B4941EFA893C}"/>
          </ac:spMkLst>
        </pc:spChg>
        <pc:spChg chg="mod">
          <ac:chgData name="Shreya Singh" userId="S::shreya.singh@hsv.digital::b354311e-5542-4a3b-80c7-af4347e0a1ac" providerId="AD" clId="Web-{051E2A35-7F4B-5509-135D-B2766FE36DA7}" dt="2026-03-02T08:40:41.047" v="5" actId="1076"/>
          <ac:spMkLst>
            <pc:docMk/>
            <pc:sldMk cId="1630386862" sldId="2147470008"/>
            <ac:spMk id="89" creationId="{2D7F975A-EFFC-ED2A-C751-F90289DD4D12}"/>
          </ac:spMkLst>
        </pc:spChg>
        <pc:grpChg chg="mod">
          <ac:chgData name="Shreya Singh" userId="S::shreya.singh@hsv.digital::b354311e-5542-4a3b-80c7-af4347e0a1ac" providerId="AD" clId="Web-{051E2A35-7F4B-5509-135D-B2766FE36DA7}" dt="2026-03-02T08:40:41.079" v="6" actId="1076"/>
          <ac:grpSpMkLst>
            <pc:docMk/>
            <pc:sldMk cId="1630386862" sldId="2147470008"/>
            <ac:grpSpMk id="24" creationId="{B5803776-5E8B-2132-6273-96CF7F5813DA}"/>
          </ac:grpSpMkLst>
        </pc:grpChg>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9:05:31.614" v="40"/>
      <pc:docMkLst>
        <pc:docMk/>
      </pc:docMkLst>
      <pc:sldChg chg="modSp add mod">
        <pc:chgData name="Vandan Jain" userId="4244b45b-25d1-413d-855b-6597e767c081" providerId="ADAL" clId="{67AB2A15-26B8-47FB-BEC6-EFDC03C3B3B6}" dt="2026-03-02T09:05:28.172" v="38" actId="14100"/>
        <pc:sldMkLst>
          <pc:docMk/>
          <pc:sldMk cId="1630386862" sldId="2147470008"/>
        </pc:sldMkLst>
        <pc:spChg chg="mod">
          <ac:chgData name="Vandan Jain" userId="4244b45b-25d1-413d-855b-6597e767c081" providerId="ADAL" clId="{67AB2A15-26B8-47FB-BEC6-EFDC03C3B3B6}" dt="2026-03-02T09:05:28.172" v="38"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9:05:31.614" v="40"/>
        <pc:sldMkLst>
          <pc:docMk/>
          <pc:sldMk cId="2830339352" sldId="2147470014"/>
        </pc:sldMkLst>
        <pc:spChg chg="del">
          <ac:chgData name="Vandan Jain" userId="4244b45b-25d1-413d-855b-6597e767c081" providerId="ADAL" clId="{67AB2A15-26B8-47FB-BEC6-EFDC03C3B3B6}" dt="2026-03-02T09:05:31.332" v="39"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5:31.614" v="40"/>
          <ac:graphicFrameMkLst>
            <pc:docMk/>
            <pc:sldMk cId="2830339352" sldId="2147470014"/>
            <ac:graphicFrameMk id="2" creationId="{C32D0121-6E05-A794-F5F1-C1D135BC07E8}"/>
          </ac:graphicFrameMkLst>
        </pc:graphicFrameChg>
        <pc:graphicFrameChg chg="del">
          <ac:chgData name="Vandan Jain" userId="4244b45b-25d1-413d-855b-6597e767c081" providerId="ADAL" clId="{67AB2A15-26B8-47FB-BEC6-EFDC03C3B3B6}" dt="2026-03-02T09:05:31.332" v="39"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5:31.332" v="39"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5:31.332" v="39"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5:31.332" v="39"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5:31.332" v="39"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5:31.332" v="39"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5:31.332" v="39"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5:31.332" v="39"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5:31.332" v="39" actId="478"/>
          <ac:cxnSpMkLst>
            <pc:docMk/>
            <pc:sldMk cId="2830339352" sldId="2147470014"/>
            <ac:cxnSpMk id="42" creationId="{CB4A4CC7-1BF8-8EB6-BE37-56C8C37F23E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6547026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41183734"/>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15782"/>
            <a:ext cx="5667374" cy="8004267"/>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47450"/>
            <a:ext cx="1640799" cy="2917180"/>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322612"/>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05658"/>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2094648"/>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C32D0121-6E05-A794-F5F1-C1D135BC07E8}"/>
              </a:ext>
            </a:extLst>
          </p:cNvPr>
          <p:cNvGraphicFramePr>
            <a:graphicFrameLocks noGrp="1"/>
          </p:cNvGraphicFramePr>
          <p:nvPr>
            <p:extLst>
              <p:ext uri="{D42A27DB-BD31-4B8C-83A1-F6EECF244321}">
                <p14:modId xmlns:p14="http://schemas.microsoft.com/office/powerpoint/2010/main" val="1865649599"/>
              </p:ext>
            </p:extLst>
          </p:nvPr>
        </p:nvGraphicFramePr>
        <p:xfrm>
          <a:off x="409573" y="1502695"/>
          <a:ext cx="4848226" cy="4622932"/>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8332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7848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1099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805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1099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451</Words>
  <Application>Microsoft Office PowerPoint</Application>
  <PresentationFormat>Custom</PresentationFormat>
  <Paragraphs>42</Paragraphs>
  <Slides>3</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vt:i4>
      </vt:variant>
    </vt:vector>
  </HeadingPairs>
  <TitlesOfParts>
    <vt:vector size="15" baseType="lpstr">
      <vt:lpstr>Aptos</vt:lpstr>
      <vt:lpstr>Arial</vt:lpstr>
      <vt:lpstr>Calibri</vt:lpstr>
      <vt:lpstr>Segoe Sans Display</vt:lpstr>
      <vt:lpstr>Segoe Sans Display Semibold</vt:lpstr>
      <vt:lpstr>Segoe Sans Display Semilight</vt:lpstr>
      <vt:lpstr>Segoe UI</vt:lpstr>
      <vt:lpstr>Segoe UI Regular</vt:lpstr>
      <vt:lpstr>Segoe UI Semibold</vt:lpstr>
      <vt:lpstr>Wingdings</vt:lpstr>
      <vt:lpstr>Office Theme</vt:lpstr>
      <vt:lpstr>3_CSP Template Diamond 06/23</vt:lpstr>
      <vt:lpstr>Microsoft Purview Suite for Microsoft 365 Business Premium</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15</cp:revision>
  <dcterms:created xsi:type="dcterms:W3CDTF">2026-02-21T17:45:29Z</dcterms:created>
  <dcterms:modified xsi:type="dcterms:W3CDTF">2026-05-07T20:23:05Z</dcterms:modified>
</cp:coreProperties>
</file>
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653" r:id="rId2"/>
  </p:sldMasterIdLst>
  <p:notesMasterIdLst>
    <p:notesMasterId r:id="rId7"/>
  </p:notesMasterIdLst>
  <p:sldIdLst>
    <p:sldId id="2147470023" r:id="rId3"/>
    <p:sldId id="274" r:id="rId4"/>
    <p:sldId id="2147470024" r:id="rId5"/>
    <p:sldId id="2147470015" r:id="rId6"/>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0DE687-89C0-4822-9C7B-5B281C61C088}" v="1" dt="2026-04-30T10:20:50.0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70"/>
    <p:restoredTop sz="94644"/>
  </p:normalViewPr>
  <p:slideViewPr>
    <p:cSldViewPr snapToGrid="0">
      <p:cViewPr varScale="1">
        <p:scale>
          <a:sx n="78" d="100"/>
          <a:sy n="78" d="100"/>
        </p:scale>
        <p:origin x="2592" y="6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delMainMaster">
      <pc:chgData name="Vandan Jain" userId="4244b45b-25d1-413d-855b-6597e767c081" providerId="ADAL" clId="{67AB2A15-26B8-47FB-BEC6-EFDC03C3B3B6}" dt="2026-04-30T10:20:55.700" v="67" actId="20577"/>
      <pc:docMkLst>
        <pc:docMk/>
      </pc:docMkLst>
      <pc:sldChg chg="modSp add mod">
        <pc:chgData name="Vandan Jain" userId="4244b45b-25d1-413d-855b-6597e767c081" providerId="ADAL" clId="{67AB2A15-26B8-47FB-BEC6-EFDC03C3B3B6}" dt="2026-04-30T10:20:55.700" v="67" actId="20577"/>
        <pc:sldMkLst>
          <pc:docMk/>
          <pc:sldMk cId="2160271917" sldId="274"/>
        </pc:sldMkLst>
        <pc:spChg chg="mod">
          <ac:chgData name="Vandan Jain" userId="4244b45b-25d1-413d-855b-6597e767c081" providerId="ADAL" clId="{67AB2A15-26B8-47FB-BEC6-EFDC03C3B3B6}" dt="2026-04-30T10:20:55.700" v="67" actId="20577"/>
          <ac:spMkLst>
            <pc:docMk/>
            <pc:sldMk cId="2160271917" sldId="274"/>
            <ac:spMk id="34" creationId="{AAC621D8-A3E4-DEB9-FA24-9E823079B667}"/>
          </ac:spMkLst>
        </pc:spChg>
      </pc:sldChg>
      <pc:sldChg chg="add del">
        <pc:chgData name="Vandan Jain" userId="4244b45b-25d1-413d-855b-6597e767c081" providerId="ADAL" clId="{67AB2A15-26B8-47FB-BEC6-EFDC03C3B3B6}" dt="2026-04-30T10:20:47.950" v="50" actId="47"/>
        <pc:sldMkLst>
          <pc:docMk/>
          <pc:sldMk cId="0" sldId="323"/>
        </pc:sldMkLst>
      </pc:sldChg>
      <pc:sldMasterChg chg="del delSldLayout">
        <pc:chgData name="Vandan Jain" userId="4244b45b-25d1-413d-855b-6597e767c081" providerId="ADAL" clId="{67AB2A15-26B8-47FB-BEC6-EFDC03C3B3B6}" dt="2026-04-30T10:20:47.950" v="50" actId="47"/>
        <pc:sldMasterMkLst>
          <pc:docMk/>
          <pc:sldMasterMk cId="1813916236" sldId="2147483653"/>
        </pc:sldMasterMkLst>
        <pc:sldLayoutChg chg="del">
          <pc:chgData name="Vandan Jain" userId="4244b45b-25d1-413d-855b-6597e767c081" providerId="ADAL" clId="{67AB2A15-26B8-47FB-BEC6-EFDC03C3B3B6}" dt="2026-04-30T10:20:47.950" v="50" actId="47"/>
          <pc:sldLayoutMkLst>
            <pc:docMk/>
            <pc:sldMasterMk cId="1813916236" sldId="2147483653"/>
            <pc:sldLayoutMk cId="1983100588" sldId="214748365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16C1-7F56-413A-6A3A-878BD15D0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7EBA-9CA2-10DB-2146-DAC4924D5943}"/>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B3877D13-BD51-E463-928D-5D7E02A1F2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F1E35-579A-C40A-F3DC-CB4E963B2E7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7630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616869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556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2"/>
            <a:ext cx="4817268" cy="2792166"/>
          </a:xfrm>
        </p:spPr>
        <p:txBody>
          <a:bodyPr anchor="b"/>
          <a:lstStyle>
            <a:lvl1pPr algn="ctr">
              <a:defRPr sz="3719"/>
            </a:lvl1pPr>
          </a:lstStyle>
          <a:p>
            <a:r>
              <a:rPr lang="en-US"/>
              <a:t>Click to edit Master title style</a:t>
            </a:r>
            <a:endParaRPr lang="en-US" dirty="0"/>
          </a:p>
        </p:txBody>
      </p:sp>
      <p:sp>
        <p:nvSpPr>
          <p:cNvPr id="3" name="Subtitle 2"/>
          <p:cNvSpPr>
            <a:spLocks noGrp="1"/>
          </p:cNvSpPr>
          <p:nvPr>
            <p:ph type="subTitle" idx="1"/>
          </p:nvPr>
        </p:nvSpPr>
        <p:spPr>
          <a:xfrm>
            <a:off x="708422" y="4212384"/>
            <a:ext cx="4250532" cy="1936322"/>
          </a:xfrm>
        </p:spPr>
        <p:txBody>
          <a:bodyPr/>
          <a:lstStyle>
            <a:lvl1pPr marL="0" indent="0" algn="ctr">
              <a:buNone/>
              <a:defRPr sz="1488"/>
            </a:lvl1pPr>
            <a:lvl2pPr marL="283383" indent="0" algn="ctr">
              <a:buNone/>
              <a:defRPr sz="1240"/>
            </a:lvl2pPr>
            <a:lvl3pPr marL="566766" indent="0" algn="ctr">
              <a:buNone/>
              <a:defRPr sz="1116"/>
            </a:lvl3pPr>
            <a:lvl4pPr marL="850150" indent="0" algn="ctr">
              <a:buNone/>
              <a:defRPr sz="991"/>
            </a:lvl4pPr>
            <a:lvl5pPr marL="1133532" indent="0" algn="ctr">
              <a:buNone/>
              <a:defRPr sz="991"/>
            </a:lvl5pPr>
            <a:lvl6pPr marL="1416915" indent="0" algn="ctr">
              <a:buNone/>
              <a:defRPr sz="991"/>
            </a:lvl6pPr>
            <a:lvl7pPr marL="1700298" indent="0" algn="ctr">
              <a:buNone/>
              <a:defRPr sz="991"/>
            </a:lvl7pPr>
            <a:lvl8pPr marL="1983682" indent="0" algn="ctr">
              <a:buNone/>
              <a:defRPr sz="991"/>
            </a:lvl8pPr>
            <a:lvl9pPr marL="2267064" indent="0" algn="ctr">
              <a:buNone/>
              <a:defRPr sz="99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528125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647017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681" y="1999447"/>
            <a:ext cx="4888111" cy="3336117"/>
          </a:xfrm>
        </p:spPr>
        <p:txBody>
          <a:bodyPr anchor="b"/>
          <a:lstStyle>
            <a:lvl1pPr>
              <a:defRPr sz="3719"/>
            </a:lvl1pPr>
          </a:lstStyle>
          <a:p>
            <a:r>
              <a:rPr lang="en-US"/>
              <a:t>Click to edit Master title style</a:t>
            </a:r>
            <a:endParaRPr lang="en-US" dirty="0"/>
          </a:p>
        </p:txBody>
      </p:sp>
      <p:sp>
        <p:nvSpPr>
          <p:cNvPr id="3" name="Text Placeholder 2"/>
          <p:cNvSpPr>
            <a:spLocks noGrp="1"/>
          </p:cNvSpPr>
          <p:nvPr>
            <p:ph type="body" idx="1"/>
          </p:nvPr>
        </p:nvSpPr>
        <p:spPr>
          <a:xfrm>
            <a:off x="386681" y="5367124"/>
            <a:ext cx="4888111" cy="1754386"/>
          </a:xfrm>
        </p:spPr>
        <p:txBody>
          <a:bodyPr/>
          <a:lstStyle>
            <a:lvl1pPr marL="0" indent="0">
              <a:buNone/>
              <a:defRPr sz="1488">
                <a:solidFill>
                  <a:schemeClr val="tx1">
                    <a:tint val="82000"/>
                  </a:schemeClr>
                </a:solidFill>
              </a:defRPr>
            </a:lvl1pPr>
            <a:lvl2pPr marL="283383" indent="0">
              <a:buNone/>
              <a:defRPr sz="1240">
                <a:solidFill>
                  <a:schemeClr val="tx1">
                    <a:tint val="82000"/>
                  </a:schemeClr>
                </a:solidFill>
              </a:defRPr>
            </a:lvl2pPr>
            <a:lvl3pPr marL="566766" indent="0">
              <a:buNone/>
              <a:defRPr sz="1116">
                <a:solidFill>
                  <a:schemeClr val="tx1">
                    <a:tint val="82000"/>
                  </a:schemeClr>
                </a:solidFill>
              </a:defRPr>
            </a:lvl3pPr>
            <a:lvl4pPr marL="850150" indent="0">
              <a:buNone/>
              <a:defRPr sz="991">
                <a:solidFill>
                  <a:schemeClr val="tx1">
                    <a:tint val="82000"/>
                  </a:schemeClr>
                </a:solidFill>
              </a:defRPr>
            </a:lvl4pPr>
            <a:lvl5pPr marL="1133532" indent="0">
              <a:buNone/>
              <a:defRPr sz="991">
                <a:solidFill>
                  <a:schemeClr val="tx1">
                    <a:tint val="82000"/>
                  </a:schemeClr>
                </a:solidFill>
              </a:defRPr>
            </a:lvl5pPr>
            <a:lvl6pPr marL="1416915" indent="0">
              <a:buNone/>
              <a:defRPr sz="991">
                <a:solidFill>
                  <a:schemeClr val="tx1">
                    <a:tint val="82000"/>
                  </a:schemeClr>
                </a:solidFill>
              </a:defRPr>
            </a:lvl6pPr>
            <a:lvl7pPr marL="1700298" indent="0">
              <a:buNone/>
              <a:defRPr sz="991">
                <a:solidFill>
                  <a:schemeClr val="tx1">
                    <a:tint val="82000"/>
                  </a:schemeClr>
                </a:solidFill>
              </a:defRPr>
            </a:lvl7pPr>
            <a:lvl8pPr marL="1983682" indent="0">
              <a:buNone/>
              <a:defRPr sz="991">
                <a:solidFill>
                  <a:schemeClr val="tx1">
                    <a:tint val="82000"/>
                  </a:schemeClr>
                </a:solidFill>
              </a:defRPr>
            </a:lvl8pPr>
            <a:lvl9pPr marL="2267064" indent="0">
              <a:buNone/>
              <a:defRPr sz="99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274198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9633"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69109"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08-05-2026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856338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0371" y="426996"/>
            <a:ext cx="4888111" cy="1550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0370" y="1966027"/>
            <a:ext cx="2397565"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4" name="Content Placeholder 3"/>
          <p:cNvSpPr>
            <a:spLocks noGrp="1"/>
          </p:cNvSpPr>
          <p:nvPr>
            <p:ph sz="half" idx="2"/>
          </p:nvPr>
        </p:nvSpPr>
        <p:spPr>
          <a:xfrm>
            <a:off x="390370" y="2929547"/>
            <a:ext cx="2397565"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69110" y="1966027"/>
            <a:ext cx="2409372"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6" name="Content Placeholder 5"/>
          <p:cNvSpPr>
            <a:spLocks noGrp="1"/>
          </p:cNvSpPr>
          <p:nvPr>
            <p:ph sz="quarter" idx="4"/>
          </p:nvPr>
        </p:nvSpPr>
        <p:spPr>
          <a:xfrm>
            <a:off x="2869110" y="2929547"/>
            <a:ext cx="2409372"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08-05-2026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174244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08-05-2026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4051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08-05-2026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71620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Content Placeholder 2"/>
          <p:cNvSpPr>
            <a:spLocks noGrp="1"/>
          </p:cNvSpPr>
          <p:nvPr>
            <p:ph idx="1"/>
          </p:nvPr>
        </p:nvSpPr>
        <p:spPr>
          <a:xfrm>
            <a:off x="2409373" y="1154742"/>
            <a:ext cx="2869108" cy="5699434"/>
          </a:xfrm>
        </p:spPr>
        <p:txBody>
          <a:bodyPr/>
          <a:lstStyle>
            <a:lvl1pPr>
              <a:defRPr sz="1984"/>
            </a:lvl1pPr>
            <a:lvl2pPr>
              <a:defRPr sz="1736"/>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08-05-2026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338506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9373" y="1154742"/>
            <a:ext cx="2869108" cy="5699434"/>
          </a:xfrm>
        </p:spPr>
        <p:txBody>
          <a:bodyPr anchor="t"/>
          <a:lstStyle>
            <a:lvl1pPr marL="0" indent="0">
              <a:buNone/>
              <a:defRPr sz="1984"/>
            </a:lvl1pPr>
            <a:lvl2pPr marL="283383" indent="0">
              <a:buNone/>
              <a:defRPr sz="1736"/>
            </a:lvl2pPr>
            <a:lvl3pPr marL="566766" indent="0">
              <a:buNone/>
              <a:defRPr sz="1488"/>
            </a:lvl3pPr>
            <a:lvl4pPr marL="850150" indent="0">
              <a:buNone/>
              <a:defRPr sz="1240"/>
            </a:lvl4pPr>
            <a:lvl5pPr marL="1133532" indent="0">
              <a:buNone/>
              <a:defRPr sz="1240"/>
            </a:lvl5pPr>
            <a:lvl6pPr marL="1416915" indent="0">
              <a:buNone/>
              <a:defRPr sz="1240"/>
            </a:lvl6pPr>
            <a:lvl7pPr marL="1700298" indent="0">
              <a:buNone/>
              <a:defRPr sz="1240"/>
            </a:lvl7pPr>
            <a:lvl8pPr marL="1983682" indent="0">
              <a:buNone/>
              <a:defRPr sz="1240"/>
            </a:lvl8pPr>
            <a:lvl9pPr marL="2267064" indent="0">
              <a:buNone/>
              <a:defRPr sz="1240"/>
            </a:lvl9pPr>
          </a:lstStyle>
          <a:p>
            <a:r>
              <a:rPr lang="en-US"/>
              <a:t>Click icon to add picture</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08-05-2026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663753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559951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55715" y="426993"/>
            <a:ext cx="1222028" cy="67966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9633" y="426993"/>
            <a:ext cx="3595241" cy="67966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44616887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042549559"/>
      </p:ext>
    </p:extLst>
  </p:cSld>
  <p:clrMap bg1="lt1" tx1="dk1" bg2="lt2" tx2="dk2" accent1="accent1" accent2="accent2" accent3="accent3" accent4="accent4" accent5="accent5" accent6="accent6" hlink="hlink" folHlink="folHlink"/>
  <p:sldLayoutIdLst>
    <p:sldLayoutId id="2147483651" r:id="rId1"/>
    <p:sldLayoutId id="2147483652" r:id="rId2"/>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9633" y="2134967"/>
            <a:ext cx="4888111" cy="50886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632" y="7433400"/>
            <a:ext cx="1275159"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B72F6F66-F0E3-45FA-BF06-9237F73415C1}" type="datetimeFigureOut">
              <a:rPr lang="en-IN" smtClean="0"/>
              <a:t>08-05-2026</a:t>
            </a:fld>
            <a:endParaRPr lang="en-IN"/>
          </a:p>
        </p:txBody>
      </p:sp>
      <p:sp>
        <p:nvSpPr>
          <p:cNvPr id="5" name="Footer Placeholder 4"/>
          <p:cNvSpPr>
            <a:spLocks noGrp="1"/>
          </p:cNvSpPr>
          <p:nvPr>
            <p:ph type="ftr" sz="quarter" idx="3"/>
          </p:nvPr>
        </p:nvSpPr>
        <p:spPr>
          <a:xfrm>
            <a:off x="1877319" y="7433400"/>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002585" y="7433400"/>
            <a:ext cx="1275159"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2797111877"/>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txStyles>
    <p:titleStyle>
      <a:lvl1pPr algn="l" defTabSz="697216" rtl="0" eaLnBrk="1" latinLnBrk="0" hangingPunct="1">
        <a:lnSpc>
          <a:spcPct val="90000"/>
        </a:lnSpc>
        <a:spcBef>
          <a:spcPct val="0"/>
        </a:spcBef>
        <a:buNone/>
        <a:defRPr sz="3355" kern="1200">
          <a:solidFill>
            <a:schemeClr val="tx1"/>
          </a:solidFill>
          <a:latin typeface="+mj-lt"/>
          <a:ea typeface="+mj-ea"/>
          <a:cs typeface="+mj-cs"/>
        </a:defRPr>
      </a:lvl1pPr>
    </p:titleStyle>
    <p:bodyStyle>
      <a:lvl1pPr marL="174304" indent="-174304" algn="l" defTabSz="697216" rtl="0" eaLnBrk="1" latinLnBrk="0" hangingPunct="1">
        <a:lnSpc>
          <a:spcPct val="90000"/>
        </a:lnSpc>
        <a:spcBef>
          <a:spcPts val="763"/>
        </a:spcBef>
        <a:buFont typeface="Arial" panose="020B0604020202020204" pitchFamily="34" charset="0"/>
        <a:buChar char="•"/>
        <a:defRPr sz="2135" kern="1200">
          <a:solidFill>
            <a:schemeClr val="tx1"/>
          </a:solidFill>
          <a:latin typeface="+mn-lt"/>
          <a:ea typeface="+mn-ea"/>
          <a:cs typeface="+mn-cs"/>
        </a:defRPr>
      </a:lvl1pPr>
      <a:lvl2pPr marL="522911" indent="-174304" algn="l" defTabSz="697216" rtl="0" eaLnBrk="1" latinLnBrk="0" hangingPunct="1">
        <a:lnSpc>
          <a:spcPct val="90000"/>
        </a:lnSpc>
        <a:spcBef>
          <a:spcPts val="381"/>
        </a:spcBef>
        <a:buFont typeface="Arial" panose="020B0604020202020204" pitchFamily="34" charset="0"/>
        <a:buChar char="•"/>
        <a:defRPr sz="1830" kern="1200">
          <a:solidFill>
            <a:schemeClr val="tx1"/>
          </a:solidFill>
          <a:latin typeface="+mn-lt"/>
          <a:ea typeface="+mn-ea"/>
          <a:cs typeface="+mn-cs"/>
        </a:defRPr>
      </a:lvl2pPr>
      <a:lvl3pPr marL="871519" indent="-174304" algn="l" defTabSz="697216" rtl="0" eaLnBrk="1" latinLnBrk="0" hangingPunct="1">
        <a:lnSpc>
          <a:spcPct val="90000"/>
        </a:lnSpc>
        <a:spcBef>
          <a:spcPts val="381"/>
        </a:spcBef>
        <a:buFont typeface="Arial" panose="020B0604020202020204" pitchFamily="34" charset="0"/>
        <a:buChar char="•"/>
        <a:defRPr sz="1525" kern="1200">
          <a:solidFill>
            <a:schemeClr val="tx1"/>
          </a:solidFill>
          <a:latin typeface="+mn-lt"/>
          <a:ea typeface="+mn-ea"/>
          <a:cs typeface="+mn-cs"/>
        </a:defRPr>
      </a:lvl3pPr>
      <a:lvl4pPr marL="122012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4pPr>
      <a:lvl5pPr marL="156873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5pPr>
      <a:lvl6pPr marL="1917342"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6pPr>
      <a:lvl7pPr marL="2265949"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7pPr>
      <a:lvl8pPr marL="261455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8pPr>
      <a:lvl9pPr marL="296316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9pPr>
    </p:bodyStyle>
    <p:otherStyle>
      <a:defPPr>
        <a:defRPr lang="en-US"/>
      </a:defPPr>
      <a:lvl1pPr marL="0" algn="l" defTabSz="697216" rtl="0" eaLnBrk="1" latinLnBrk="0" hangingPunct="1">
        <a:defRPr sz="1373" kern="1200">
          <a:solidFill>
            <a:schemeClr val="tx1"/>
          </a:solidFill>
          <a:latin typeface="+mn-lt"/>
          <a:ea typeface="+mn-ea"/>
          <a:cs typeface="+mn-cs"/>
        </a:defRPr>
      </a:lvl1pPr>
      <a:lvl2pPr marL="348607" algn="l" defTabSz="697216" rtl="0" eaLnBrk="1" latinLnBrk="0" hangingPunct="1">
        <a:defRPr sz="1373" kern="1200">
          <a:solidFill>
            <a:schemeClr val="tx1"/>
          </a:solidFill>
          <a:latin typeface="+mn-lt"/>
          <a:ea typeface="+mn-ea"/>
          <a:cs typeface="+mn-cs"/>
        </a:defRPr>
      </a:lvl2pPr>
      <a:lvl3pPr marL="697216" algn="l" defTabSz="697216" rtl="0" eaLnBrk="1" latinLnBrk="0" hangingPunct="1">
        <a:defRPr sz="1373" kern="1200">
          <a:solidFill>
            <a:schemeClr val="tx1"/>
          </a:solidFill>
          <a:latin typeface="+mn-lt"/>
          <a:ea typeface="+mn-ea"/>
          <a:cs typeface="+mn-cs"/>
        </a:defRPr>
      </a:lvl3pPr>
      <a:lvl4pPr marL="1045823" algn="l" defTabSz="697216" rtl="0" eaLnBrk="1" latinLnBrk="0" hangingPunct="1">
        <a:defRPr sz="1373" kern="1200">
          <a:solidFill>
            <a:schemeClr val="tx1"/>
          </a:solidFill>
          <a:latin typeface="+mn-lt"/>
          <a:ea typeface="+mn-ea"/>
          <a:cs typeface="+mn-cs"/>
        </a:defRPr>
      </a:lvl4pPr>
      <a:lvl5pPr marL="1394430" algn="l" defTabSz="697216" rtl="0" eaLnBrk="1" latinLnBrk="0" hangingPunct="1">
        <a:defRPr sz="1373" kern="1200">
          <a:solidFill>
            <a:schemeClr val="tx1"/>
          </a:solidFill>
          <a:latin typeface="+mn-lt"/>
          <a:ea typeface="+mn-ea"/>
          <a:cs typeface="+mn-cs"/>
        </a:defRPr>
      </a:lvl5pPr>
      <a:lvl6pPr marL="1743037" algn="l" defTabSz="697216" rtl="0" eaLnBrk="1" latinLnBrk="0" hangingPunct="1">
        <a:defRPr sz="1373" kern="1200">
          <a:solidFill>
            <a:schemeClr val="tx1"/>
          </a:solidFill>
          <a:latin typeface="+mn-lt"/>
          <a:ea typeface="+mn-ea"/>
          <a:cs typeface="+mn-cs"/>
        </a:defRPr>
      </a:lvl6pPr>
      <a:lvl7pPr marL="2091645" algn="l" defTabSz="697216" rtl="0" eaLnBrk="1" latinLnBrk="0" hangingPunct="1">
        <a:defRPr sz="1373" kern="1200">
          <a:solidFill>
            <a:schemeClr val="tx1"/>
          </a:solidFill>
          <a:latin typeface="+mn-lt"/>
          <a:ea typeface="+mn-ea"/>
          <a:cs typeface="+mn-cs"/>
        </a:defRPr>
      </a:lvl7pPr>
      <a:lvl8pPr marL="2440253" algn="l" defTabSz="697216" rtl="0" eaLnBrk="1" latinLnBrk="0" hangingPunct="1">
        <a:defRPr sz="1373" kern="1200">
          <a:solidFill>
            <a:schemeClr val="tx1"/>
          </a:solidFill>
          <a:latin typeface="+mn-lt"/>
          <a:ea typeface="+mn-ea"/>
          <a:cs typeface="+mn-cs"/>
        </a:defRPr>
      </a:lvl8pPr>
      <a:lvl9pPr marL="2788860" algn="l" defTabSz="697216" rtl="0" eaLnBrk="1" latinLnBrk="0" hangingPunct="1">
        <a:defRPr sz="137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png"/><Relationship Id="rId7"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3.jpeg"/><Relationship Id="rId5" Type="http://schemas.openxmlformats.org/officeDocument/2006/relationships/image" Target="../media/image3.svg"/><Relationship Id="rId10" Type="http://schemas.openxmlformats.org/officeDocument/2006/relationships/image" Target="../media/image17.jpeg"/><Relationship Id="rId4" Type="http://schemas.openxmlformats.org/officeDocument/2006/relationships/image" Target="../media/image2.png"/><Relationship Id="rId9" Type="http://schemas.openxmlformats.org/officeDocument/2006/relationships/image" Target="../media/image16.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9"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7"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1"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5227"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2"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7"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3541"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7"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7" y="599203"/>
            <a:ext cx="3947064"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a:lstStyle>
          <a:p>
            <a:pPr marL="0" marR="0" lvl="0" indent="0" algn="l" defTabSz="366729" rtl="0" eaLnBrk="1" fontAlgn="auto" latinLnBrk="0" hangingPunct="1">
              <a:lnSpc>
                <a:spcPct val="100000"/>
              </a:lnSpc>
              <a:spcBef>
                <a:spcPts val="0"/>
              </a:spcBef>
              <a:spcAft>
                <a:spcPts val="0"/>
              </a:spcAft>
              <a:buClrTx/>
              <a:buSzTx/>
              <a:buFontTx/>
              <a:buNone/>
              <a:tabLst/>
              <a:defRPr/>
            </a:pPr>
            <a:r>
              <a:rPr kumimoji="0" lang="en-US" sz="2042" b="0" i="0" u="none" strike="noStrike" kern="1200" cap="none" spc="-23" normalizeH="0" baseline="0" noProof="0" dirty="0">
                <a:ln w="3175">
                  <a:noFill/>
                </a:ln>
                <a:solidFill>
                  <a:srgbClr val="000000"/>
                </a:solidFill>
                <a:effectLst/>
                <a:uLnTx/>
                <a:uFillTx/>
                <a:latin typeface="Segoe Sans Display Semibold" pitchFamily="2" charset="0"/>
                <a:ea typeface="+mn-ea"/>
                <a:cs typeface="Segoe Sans Display Semibold" pitchFamily="2" charset="0"/>
              </a:rPr>
              <a:t>Transform your business with   one AI solution – </a:t>
            </a:r>
            <a:r>
              <a:rPr kumimoji="0" lang="en-US" sz="2042" b="0" i="0" u="none" strike="noStrike" kern="1200" cap="none" spc="-23" normalizeH="0" baseline="0" noProof="0" dirty="0">
                <a:ln w="3175">
                  <a:noFill/>
                </a:ln>
                <a:solidFill>
                  <a:srgbClr val="C03BC4"/>
                </a:solidFill>
                <a:effectLst/>
                <a:uLnTx/>
                <a:uFillTx/>
                <a:latin typeface="Segoe Sans Display Semibold" pitchFamily="2" charset="0"/>
                <a:ea typeface="+mn-ea"/>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4468" y="1290601"/>
            <a:ext cx="4409616" cy="707886"/>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Move beyond the basics. </a:t>
            </a:r>
            <a:r>
              <a:rPr kumimoji="0" lang="en-US" sz="1000"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Unlock even more power of AI at work with Copilot Business. Work with Work IQ to surface insights, power market research, and strengthen strategic planning—reasoning across your meetings, emails, and documents.</a:t>
            </a:r>
            <a:endParaRPr kumimoji="0" lang="en-US" sz="1000" b="0" i="0" u="none" strike="noStrike" kern="1200" cap="none" spc="0" normalizeH="0" baseline="0" noProof="0" dirty="0">
              <a:ln>
                <a:noFill/>
              </a:ln>
              <a:solidFill>
                <a:srgbClr val="000000">
                  <a:lumMod val="85000"/>
                  <a:lumOff val="15000"/>
                </a:srgbClr>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4688" y="2245788"/>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All-in-1 AI productivity app</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57565" y="2245788"/>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Integrated into existing apps</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6292" y="6199213"/>
            <a:ext cx="2472735" cy="778323"/>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401317" y="7046948"/>
            <a:ext cx="22375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98869" y="7028886"/>
            <a:ext cx="21316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7688" y="5176494"/>
            <a:ext cx="2344760" cy="36163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289" y="4968426"/>
            <a:ext cx="234476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3634" y="2488643"/>
            <a:ext cx="2231113" cy="1279133"/>
          </a:xfrm>
          <a:prstGeom prst="rect">
            <a:avLst/>
          </a:prstGeom>
          <a:noFill/>
        </p:spPr>
        <p:txBody>
          <a:bodyPr wrap="square">
            <a:spAutoFit/>
          </a:bodyPr>
          <a:lstStyle/>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Secure AI chat </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 search enhanced by Work IQ</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agents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AI-generated multi-media</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Centralize content of various types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17552" y="2610742"/>
            <a:ext cx="1084773" cy="1169551"/>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36622" y="4346216"/>
            <a:ext cx="2468141" cy="605935"/>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23190" y="6117513"/>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5383" y="2453165"/>
            <a:ext cx="1279949" cy="143257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64145"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Agent platform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4688" y="5848332"/>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Model choice</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57565" y="5848332"/>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Copilot </a:t>
            </a:r>
            <a:r>
              <a:rPr kumimoji="0" lang="en-US" sz="1021" b="1" i="0" u="none" strike="noStrike" kern="1200" cap="none" spc="0" normalizeH="0" baseline="0" noProof="0" dirty="0" err="1">
                <a:ln>
                  <a:noFill/>
                </a:ln>
                <a:solidFill>
                  <a:srgbClr val="FFFFFF"/>
                </a:solidFill>
                <a:effectLst/>
                <a:uLnTx/>
                <a:uFillTx/>
                <a:latin typeface="Segoe Sans Display" pitchFamily="2" charset="0"/>
                <a:ea typeface="+mn-ea"/>
                <a:cs typeface="Segoe Sans Display" pitchFamily="2" charset="0"/>
              </a:rPr>
              <a:t>Contro</a:t>
            </a: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l system</a:t>
            </a:r>
            <a:endParaRPr kumimoji="0" lang="en-US" sz="1021" b="0" i="0" u="none" strike="noStrike" kern="1200" cap="none" spc="0" normalizeH="0" baseline="0" noProof="0" dirty="0">
              <a:ln>
                <a:noFill/>
              </a:ln>
              <a:solidFill>
                <a:srgbClr val="FFFFFF"/>
              </a:solidFill>
              <a:effectLst/>
              <a:uLnTx/>
              <a:uFillTx/>
              <a:latin typeface="Segoe UI"/>
              <a:ea typeface="+mn-ea"/>
              <a:cs typeface="+mn-cs"/>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3634" y="2564113"/>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3634" y="2761866"/>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3634" y="2962708"/>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3634" y="316836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3634" y="3365892"/>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3634" y="356347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7954" y="4432306"/>
            <a:ext cx="1684638" cy="712221"/>
            <a:chOff x="740180" y="5452435"/>
            <a:chExt cx="2310360" cy="976760"/>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5"/>
              <a:ext cx="864342" cy="976760"/>
              <a:chOff x="939058" y="4083045"/>
              <a:chExt cx="2354831" cy="2661104"/>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71391"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3" y="5979426"/>
                <a:ext cx="1487689" cy="764723"/>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a:ln>
                      <a:noFill/>
                    </a:ln>
                    <a:solidFill>
                      <a:srgbClr val="000000"/>
                    </a:solidFill>
                    <a:effectLst/>
                    <a:uLnTx/>
                    <a:uFillTx/>
                    <a:latin typeface="Segoe UI"/>
                    <a:ea typeface="+mn-ea"/>
                    <a:cs typeface="+mn-cs"/>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333836"/>
              <a:chOff x="2229303" y="5458784"/>
              <a:chExt cx="704397" cy="333836"/>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69" y="5481151"/>
                <a:ext cx="509544"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338215"/>
              <a:chOff x="1713430" y="5767854"/>
              <a:chExt cx="741894" cy="338215"/>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337362"/>
              <a:chOff x="2303516" y="6076925"/>
              <a:chExt cx="629238" cy="337362"/>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9"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4688"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Powered by Work IQ</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2" y="3972378"/>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5"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5270" y="3409685"/>
            <a:ext cx="68444" cy="65185"/>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5033" y="2998179"/>
            <a:ext cx="85240" cy="76736"/>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3206" y="2609685"/>
            <a:ext cx="71665" cy="64310"/>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9319" y="3210735"/>
            <a:ext cx="82112" cy="7154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3600" y="2801084"/>
            <a:ext cx="71005" cy="74645"/>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5270" y="3602611"/>
            <a:ext cx="64679" cy="64679"/>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GB" sz="1458" b="1" i="0" u="none" strike="noStrike" kern="1200" cap="none" spc="0" normalizeH="0" baseline="0" noProof="0">
              <a:ln>
                <a:noFill/>
              </a:ln>
              <a:solidFill>
                <a:srgbClr val="FFFFFF"/>
              </a:solidFill>
              <a:effectLst/>
              <a:uLnTx/>
              <a:uFillTx/>
              <a:latin typeface="Segoe Sans Display Semibold"/>
              <a:ea typeface="+mn-ea"/>
              <a:cs typeface="+mn-cs"/>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80632" y="2809299"/>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5140" y="3204504"/>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14C1-6A3E-C8B6-238F-CA6109DF8E67}"/>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811781A5-3B8D-8801-9498-F6DD74C0E210}"/>
              </a:ext>
            </a:extLst>
          </p:cNvPr>
          <p:cNvPicPr>
            <a:picLocks noChangeAspect="1"/>
          </p:cNvPicPr>
          <p:nvPr/>
        </p:nvPicPr>
        <p:blipFill>
          <a:blip r:embed="rId3"/>
          <a:srcRect t="1" b="17144"/>
          <a:stretch>
            <a:fillRect/>
          </a:stretch>
        </p:blipFill>
        <p:spPr>
          <a:xfrm>
            <a:off x="1593" y="-8783"/>
            <a:ext cx="5664190" cy="6840784"/>
          </a:xfrm>
          <a:prstGeom prst="rect">
            <a:avLst/>
          </a:prstGeom>
        </p:spPr>
      </p:pic>
      <p:pic>
        <p:nvPicPr>
          <p:cNvPr id="1106" name="Picture 1105">
            <a:extLst>
              <a:ext uri="{FF2B5EF4-FFF2-40B4-BE49-F238E27FC236}">
                <a16:creationId xmlns:a16="http://schemas.microsoft.com/office/drawing/2014/main" id="{F5F64C2B-21EA-C031-DC01-E29061740BE5}"/>
              </a:ext>
            </a:extLst>
          </p:cNvPr>
          <p:cNvPicPr>
            <a:picLocks noChangeAspect="1"/>
          </p:cNvPicPr>
          <p:nvPr/>
        </p:nvPicPr>
        <p:blipFill>
          <a:blip r:embed="rId4"/>
          <a:srcRect l="8102" t="56128" r="60860" b="-102"/>
          <a:stretch>
            <a:fillRect/>
          </a:stretch>
        </p:blipFill>
        <p:spPr>
          <a:xfrm flipH="1" flipV="1">
            <a:off x="-2704" y="4338221"/>
            <a:ext cx="5672781" cy="3678392"/>
          </a:xfrm>
          <a:prstGeom prst="rect">
            <a:avLst/>
          </a:prstGeom>
        </p:spPr>
      </p:pic>
      <p:sp>
        <p:nvSpPr>
          <p:cNvPr id="2" name="Rectangle 1">
            <a:extLst>
              <a:ext uri="{FF2B5EF4-FFF2-40B4-BE49-F238E27FC236}">
                <a16:creationId xmlns:a16="http://schemas.microsoft.com/office/drawing/2014/main" id="{693C7EB6-AE67-B8A3-76C1-AD14AC60ADC6}"/>
              </a:ext>
            </a:extLst>
          </p:cNvPr>
          <p:cNvSpPr/>
          <p:nvPr/>
        </p:nvSpPr>
        <p:spPr bwMode="auto">
          <a:xfrm>
            <a:off x="1593" y="2255"/>
            <a:ext cx="5664191" cy="1390007"/>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US"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4AF6459C-86A0-0F90-7BE3-BC723C535424}"/>
              </a:ext>
            </a:extLst>
          </p:cNvPr>
          <p:cNvPicPr>
            <a:picLocks noChangeAspect="1"/>
          </p:cNvPicPr>
          <p:nvPr/>
        </p:nvPicPr>
        <p:blipFill>
          <a:blip r:embed="rId4"/>
          <a:srcRect l="-25877" t="56128" r="60860" b="-102"/>
          <a:stretch>
            <a:fillRect/>
          </a:stretch>
        </p:blipFill>
        <p:spPr>
          <a:xfrm>
            <a:off x="879998" y="-8783"/>
            <a:ext cx="4790082" cy="1482784"/>
          </a:xfrm>
          <a:prstGeom prst="rect">
            <a:avLst/>
          </a:prstGeom>
        </p:spPr>
      </p:pic>
      <p:sp>
        <p:nvSpPr>
          <p:cNvPr id="5" name="Title 31">
            <a:extLst>
              <a:ext uri="{FF2B5EF4-FFF2-40B4-BE49-F238E27FC236}">
                <a16:creationId xmlns:a16="http://schemas.microsoft.com/office/drawing/2014/main" id="{50EB93B7-E4EB-7496-5A35-100F216E6E75}"/>
              </a:ext>
            </a:extLst>
          </p:cNvPr>
          <p:cNvSpPr txBox="1">
            <a:spLocks/>
          </p:cNvSpPr>
          <p:nvPr/>
        </p:nvSpPr>
        <p:spPr>
          <a:xfrm>
            <a:off x="271927" y="636695"/>
            <a:ext cx="5146766" cy="30881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540" rtl="0" eaLnBrk="1" fontAlgn="auto" latinLnBrk="0" hangingPunct="1">
              <a:lnSpc>
                <a:spcPct val="100000"/>
              </a:lnSpc>
              <a:spcBef>
                <a:spcPts val="0"/>
              </a:spcBef>
              <a:spcAft>
                <a:spcPts val="0"/>
              </a:spcAft>
              <a:buClrTx/>
              <a:buSzTx/>
              <a:buFontTx/>
              <a:buNone/>
              <a:tabLst/>
              <a:defRPr/>
            </a:pPr>
            <a:r>
              <a:rPr kumimoji="0" lang="en-US" sz="2007" b="0" i="0" u="none" strike="noStrike" kern="1200" cap="none" spc="-23" normalizeH="0" baseline="0" noProof="0">
                <a:ln>
                  <a:noFill/>
                </a:ln>
                <a:solidFill>
                  <a:prstClr val="black"/>
                </a:solidFill>
                <a:effectLst/>
                <a:uLnTx/>
                <a:uFillTx/>
                <a:latin typeface="Segoe Sans Display Semibold"/>
                <a:ea typeface="+mn-ea"/>
                <a:cs typeface="Segoe Sans Display Semibold"/>
              </a:rPr>
              <a:t>Move from Quick Wins to Transformation</a:t>
            </a:r>
          </a:p>
        </p:txBody>
      </p:sp>
      <p:pic>
        <p:nvPicPr>
          <p:cNvPr id="9" name="Graphic 8" descr="Microsoft Security">
            <a:extLst>
              <a:ext uri="{FF2B5EF4-FFF2-40B4-BE49-F238E27FC236}">
                <a16:creationId xmlns:a16="http://schemas.microsoft.com/office/drawing/2014/main" id="{81BA8AD1-EEC8-068C-F449-4FD72943DC19}"/>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6616" y="261580"/>
            <a:ext cx="796267" cy="167208"/>
          </a:xfrm>
          <a:prstGeom prst="rect">
            <a:avLst/>
          </a:prstGeom>
        </p:spPr>
      </p:pic>
      <p:sp>
        <p:nvSpPr>
          <p:cNvPr id="32" name="TextBox 31">
            <a:extLst>
              <a:ext uri="{FF2B5EF4-FFF2-40B4-BE49-F238E27FC236}">
                <a16:creationId xmlns:a16="http://schemas.microsoft.com/office/drawing/2014/main" id="{659680F0-7334-E71A-93D2-720B98650481}"/>
              </a:ext>
            </a:extLst>
          </p:cNvPr>
          <p:cNvSpPr txBox="1"/>
          <p:nvPr/>
        </p:nvSpPr>
        <p:spPr>
          <a:xfrm>
            <a:off x="271930" y="1051714"/>
            <a:ext cx="5146767" cy="185184"/>
          </a:xfrm>
          <a:prstGeom prst="rect">
            <a:avLst/>
          </a:prstGeom>
          <a:noFill/>
        </p:spPr>
        <p:txBody>
          <a:bodyPr wrap="squar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218" rtl="0" eaLnBrk="1" fontAlgn="auto" latinLnBrk="0" hangingPunct="1">
              <a:lnSpc>
                <a:spcPct val="100000"/>
              </a:lnSpc>
              <a:spcBef>
                <a:spcPts val="0"/>
              </a:spcBef>
              <a:spcAft>
                <a:spcPts val="0"/>
              </a:spcAft>
              <a:buClrTx/>
              <a:buSzTx/>
              <a:buFontTx/>
              <a:buNone/>
              <a:tabLst/>
              <a:defRPr/>
            </a:pPr>
            <a:r>
              <a:rPr kumimoji="0" lang="en-US" sz="1203"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Empower every user across every role with a Copilot + Agent</a:t>
            </a:r>
          </a:p>
        </p:txBody>
      </p:sp>
      <p:grpSp>
        <p:nvGrpSpPr>
          <p:cNvPr id="27" name="Group 26">
            <a:extLst>
              <a:ext uri="{FF2B5EF4-FFF2-40B4-BE49-F238E27FC236}">
                <a16:creationId xmlns:a16="http://schemas.microsoft.com/office/drawing/2014/main" id="{17E3A93C-0E07-6F79-22FC-74E4F65D8107}"/>
              </a:ext>
            </a:extLst>
          </p:cNvPr>
          <p:cNvGrpSpPr/>
          <p:nvPr/>
        </p:nvGrpSpPr>
        <p:grpSpPr>
          <a:xfrm>
            <a:off x="1878331" y="1500662"/>
            <a:ext cx="1636657" cy="266108"/>
            <a:chOff x="3247079" y="1446692"/>
            <a:chExt cx="918108" cy="265363"/>
          </a:xfrm>
          <a:solidFill>
            <a:srgbClr val="8A226F"/>
          </a:solidFill>
        </p:grpSpPr>
        <p:sp>
          <p:nvSpPr>
            <p:cNvPr id="7" name="Rectangle: Rounded Corners 6">
              <a:extLst>
                <a:ext uri="{FF2B5EF4-FFF2-40B4-BE49-F238E27FC236}">
                  <a16:creationId xmlns:a16="http://schemas.microsoft.com/office/drawing/2014/main" id="{245C6074-B613-8136-22DB-865DA73B2F0F}"/>
                </a:ext>
              </a:extLst>
            </p:cNvPr>
            <p:cNvSpPr/>
            <p:nvPr/>
          </p:nvSpPr>
          <p:spPr bwMode="auto">
            <a:xfrm>
              <a:off x="3247079" y="1446692"/>
              <a:ext cx="918108" cy="265363"/>
            </a:xfrm>
            <a:prstGeom prst="roundRect">
              <a:avLst>
                <a:gd name="adj" fmla="val 15516"/>
              </a:avLst>
            </a:prstGeom>
            <a:grp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4" name="TextBox 33">
              <a:extLst>
                <a:ext uri="{FF2B5EF4-FFF2-40B4-BE49-F238E27FC236}">
                  <a16:creationId xmlns:a16="http://schemas.microsoft.com/office/drawing/2014/main" id="{AAC621D8-A3E4-DEB9-FA24-9E823079B667}"/>
                </a:ext>
              </a:extLst>
            </p:cNvPr>
            <p:cNvSpPr txBox="1"/>
            <p:nvPr/>
          </p:nvSpPr>
          <p:spPr>
            <a:xfrm>
              <a:off x="3389773" y="1454884"/>
              <a:ext cx="632720" cy="248979"/>
            </a:xfrm>
            <a:prstGeom prst="rect">
              <a:avLst/>
            </a:prstGeom>
            <a:grp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UI Semibold"/>
                  <a:ea typeface="+mn-ea"/>
                  <a:cs typeface="Segoe UI Semibold"/>
                </a:rPr>
                <a:t>Free AI Solution</a:t>
              </a:r>
              <a:endParaRPr kumimoji="0" lang="en-US" sz="1020" b="1" i="0" u="none" strike="noStrike" kern="1200" cap="none" spc="0" normalizeH="0" baseline="0" noProof="0" dirty="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grpSp>
        <p:nvGrpSpPr>
          <p:cNvPr id="28" name="Group 27">
            <a:extLst>
              <a:ext uri="{FF2B5EF4-FFF2-40B4-BE49-F238E27FC236}">
                <a16:creationId xmlns:a16="http://schemas.microsoft.com/office/drawing/2014/main" id="{5E2D6329-F569-9FDC-9E90-65620D066D83}"/>
              </a:ext>
            </a:extLst>
          </p:cNvPr>
          <p:cNvGrpSpPr/>
          <p:nvPr/>
        </p:nvGrpSpPr>
        <p:grpSpPr>
          <a:xfrm>
            <a:off x="3607516" y="1500662"/>
            <a:ext cx="1636657" cy="266108"/>
            <a:chOff x="4267277" y="1442227"/>
            <a:chExt cx="918108" cy="265363"/>
          </a:xfrm>
        </p:grpSpPr>
        <p:sp>
          <p:nvSpPr>
            <p:cNvPr id="11" name="Rectangle: Rounded Corners 10">
              <a:extLst>
                <a:ext uri="{FF2B5EF4-FFF2-40B4-BE49-F238E27FC236}">
                  <a16:creationId xmlns:a16="http://schemas.microsoft.com/office/drawing/2014/main" id="{E5BAC15C-AB21-35D8-7D03-EC2CC6BA0AD5}"/>
                </a:ext>
              </a:extLst>
            </p:cNvPr>
            <p:cNvSpPr/>
            <p:nvPr/>
          </p:nvSpPr>
          <p:spPr bwMode="auto">
            <a:xfrm>
              <a:off x="4267277" y="1442227"/>
              <a:ext cx="918108" cy="265363"/>
            </a:xfrm>
            <a:prstGeom prst="roundRect">
              <a:avLst>
                <a:gd name="adj" fmla="val 15516"/>
              </a:avLst>
            </a:prstGeom>
            <a:solidFill>
              <a:srgbClr val="C03BC4"/>
            </a:soli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57E391B3-BC50-8EAE-5A97-F78050728A2E}"/>
                </a:ext>
              </a:extLst>
            </p:cNvPr>
            <p:cNvSpPr txBox="1"/>
            <p:nvPr/>
          </p:nvSpPr>
          <p:spPr>
            <a:xfrm>
              <a:off x="4393111" y="1450419"/>
              <a:ext cx="666440" cy="248979"/>
            </a:xfrm>
            <a:prstGeom prst="rect">
              <a:avLst/>
            </a:prstGeom>
            <a:no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Business</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sp>
        <p:nvSpPr>
          <p:cNvPr id="3" name="Rectangle: Rounded Corners 2">
            <a:extLst>
              <a:ext uri="{FF2B5EF4-FFF2-40B4-BE49-F238E27FC236}">
                <a16:creationId xmlns:a16="http://schemas.microsoft.com/office/drawing/2014/main" id="{80CEAF57-DC52-B86C-F4F6-E89B7499DC71}"/>
              </a:ext>
            </a:extLst>
          </p:cNvPr>
          <p:cNvSpPr/>
          <p:nvPr/>
        </p:nvSpPr>
        <p:spPr bwMode="auto">
          <a:xfrm>
            <a:off x="262839" y="1733327"/>
            <a:ext cx="5114487" cy="5931647"/>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60" name="Table 59">
            <a:extLst>
              <a:ext uri="{FF2B5EF4-FFF2-40B4-BE49-F238E27FC236}">
                <a16:creationId xmlns:a16="http://schemas.microsoft.com/office/drawing/2014/main" id="{0EEAD99C-384F-A7AF-E694-6555163A273A}"/>
              </a:ext>
            </a:extLst>
          </p:cNvPr>
          <p:cNvGraphicFramePr>
            <a:graphicFrameLocks noGrp="1"/>
          </p:cNvGraphicFramePr>
          <p:nvPr/>
        </p:nvGraphicFramePr>
        <p:xfrm>
          <a:off x="395993" y="1838051"/>
          <a:ext cx="4848181" cy="5722050"/>
        </p:xfrm>
        <a:graphic>
          <a:graphicData uri="http://schemas.openxmlformats.org/drawingml/2006/table">
            <a:tbl>
              <a:tblPr firstRow="1" bandRow="1">
                <a:tableStyleId>{5940675A-B579-460E-94D1-54222C63F5DA}</a:tableStyleId>
              </a:tblPr>
              <a:tblGrid>
                <a:gridCol w="1439535">
                  <a:extLst>
                    <a:ext uri="{9D8B030D-6E8A-4147-A177-3AD203B41FA5}">
                      <a16:colId xmlns:a16="http://schemas.microsoft.com/office/drawing/2014/main" val="2609573218"/>
                    </a:ext>
                  </a:extLst>
                </a:gridCol>
                <a:gridCol w="1699120">
                  <a:extLst>
                    <a:ext uri="{9D8B030D-6E8A-4147-A177-3AD203B41FA5}">
                      <a16:colId xmlns:a16="http://schemas.microsoft.com/office/drawing/2014/main" val="2021809884"/>
                    </a:ext>
                  </a:extLst>
                </a:gridCol>
                <a:gridCol w="1709526">
                  <a:extLst>
                    <a:ext uri="{9D8B030D-6E8A-4147-A177-3AD203B41FA5}">
                      <a16:colId xmlns:a16="http://schemas.microsoft.com/office/drawing/2014/main" val="230707671"/>
                    </a:ext>
                  </a:extLst>
                </a:gridCol>
              </a:tblGrid>
              <a:tr h="84256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 issues &amp; suggest resolutions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empathetic replies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Create FAQ &amp; help docs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Summarizes long e-mail threads into next steps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Update service documentation from historical inquiries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responses in context to e-mail thread with customer</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4339338"/>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outreach emails &amp; proposals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Help brainstorm best ways to deal with customer objections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Gain insight into potential customers based on publicly available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a personalized follow-up email referencing client’s last meeting</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Turn meeting notes into a formal proposal with pricing tables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Build a branded pitch deck from a single-page summary</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130595"/>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campaign ideas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social media calendar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content and provide SEO optimized keywords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Drafts compelling copy aligned to brand voice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campaign briefs using pre-created template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Run competitive research, extract customer insights, and develop go-to-market strategies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4461080"/>
                  </a:ext>
                </a:extLst>
              </a:tr>
              <a:tr h="1304339">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job descriptions or interview questions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onboarding materials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Provide neutral phrasing for sensitive communication</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Summarizes candidate resumes or interview notes from stored files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Auto-updates and reformats policy documents in Word</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Analyzes hiring funnel trends, turnover data, compensation benchmarks vs market, DEI metrics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5061322"/>
                  </a:ext>
                </a:extLst>
              </a:tr>
              <a:tr h="1217908">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charts and visuals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Gather competitor information and compare product capabilities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Understand contract terms and suggest updates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Translates raw numbers into executive-friendly narratives</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Builds forecasts and financial models quickly</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Creates clear reports and presentations from complex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3500260"/>
                  </a:ext>
                </a:extLst>
              </a:tr>
            </a:tbl>
          </a:graphicData>
        </a:graphic>
      </p:graphicFrame>
      <p:pic>
        <p:nvPicPr>
          <p:cNvPr id="23" name="Picture 22">
            <a:extLst>
              <a:ext uri="{FF2B5EF4-FFF2-40B4-BE49-F238E27FC236}">
                <a16:creationId xmlns:a16="http://schemas.microsoft.com/office/drawing/2014/main" id="{D2B1E387-8BDB-F6D1-FDC0-B6ECD6BACF1E}"/>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rcRect l="270" t="20839" r="5639" b="12368"/>
          <a:stretch>
            <a:fillRect/>
          </a:stretch>
        </p:blipFill>
        <p:spPr>
          <a:xfrm>
            <a:off x="489557" y="1855341"/>
            <a:ext cx="975333" cy="688902"/>
          </a:xfrm>
          <a:prstGeom prst="round2SameRect">
            <a:avLst>
              <a:gd name="adj1" fmla="val 3339"/>
              <a:gd name="adj2" fmla="val 0"/>
            </a:avLst>
          </a:prstGeom>
          <a:effectLst/>
        </p:spPr>
      </p:pic>
      <p:grpSp>
        <p:nvGrpSpPr>
          <p:cNvPr id="6" name="Group 5">
            <a:extLst>
              <a:ext uri="{FF2B5EF4-FFF2-40B4-BE49-F238E27FC236}">
                <a16:creationId xmlns:a16="http://schemas.microsoft.com/office/drawing/2014/main" id="{8C9FBB0D-C035-FC62-B5E8-DC0ED560D577}"/>
              </a:ext>
            </a:extLst>
          </p:cNvPr>
          <p:cNvGrpSpPr/>
          <p:nvPr/>
        </p:nvGrpSpPr>
        <p:grpSpPr>
          <a:xfrm>
            <a:off x="489557" y="2442211"/>
            <a:ext cx="975333" cy="165480"/>
            <a:chOff x="344361" y="2423624"/>
            <a:chExt cx="972601" cy="165017"/>
          </a:xfrm>
        </p:grpSpPr>
        <p:sp>
          <p:nvSpPr>
            <p:cNvPr id="25" name="Rectangle: Rounded Corners 24">
              <a:extLst>
                <a:ext uri="{FF2B5EF4-FFF2-40B4-BE49-F238E27FC236}">
                  <a16:creationId xmlns:a16="http://schemas.microsoft.com/office/drawing/2014/main" id="{4A553B3F-52AD-D0FA-42CB-6CEB3A01696E}"/>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5617AA04-9C1B-B169-2CEF-E993E47E5C98}"/>
                </a:ext>
              </a:extLst>
            </p:cNvPr>
            <p:cNvSpPr txBox="1"/>
            <p:nvPr/>
          </p:nvSpPr>
          <p:spPr>
            <a:xfrm>
              <a:off x="425903" y="2444577"/>
              <a:ext cx="809516"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Customer Service</a:t>
              </a:r>
            </a:p>
          </p:txBody>
        </p:sp>
      </p:grpSp>
      <p:pic>
        <p:nvPicPr>
          <p:cNvPr id="36" name="Picture 35">
            <a:extLst>
              <a:ext uri="{FF2B5EF4-FFF2-40B4-BE49-F238E27FC236}">
                <a16:creationId xmlns:a16="http://schemas.microsoft.com/office/drawing/2014/main" id="{AFCB71B6-A68E-82FC-B673-78462412DFF1}"/>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rcRect l="2052" t="7616" r="2440" b="24586"/>
          <a:stretch>
            <a:fillRect/>
          </a:stretch>
        </p:blipFill>
        <p:spPr>
          <a:xfrm>
            <a:off x="491259" y="2862932"/>
            <a:ext cx="973631" cy="688902"/>
          </a:xfrm>
          <a:prstGeom prst="round2SameRect">
            <a:avLst>
              <a:gd name="adj1" fmla="val 9725"/>
              <a:gd name="adj2" fmla="val 0"/>
            </a:avLst>
          </a:prstGeom>
          <a:effectLst/>
        </p:spPr>
      </p:pic>
      <p:grpSp>
        <p:nvGrpSpPr>
          <p:cNvPr id="10" name="Group 9">
            <a:extLst>
              <a:ext uri="{FF2B5EF4-FFF2-40B4-BE49-F238E27FC236}">
                <a16:creationId xmlns:a16="http://schemas.microsoft.com/office/drawing/2014/main" id="{94F1F50A-6E79-48F2-18C5-2BEB1CD8AC50}"/>
              </a:ext>
            </a:extLst>
          </p:cNvPr>
          <p:cNvGrpSpPr/>
          <p:nvPr/>
        </p:nvGrpSpPr>
        <p:grpSpPr>
          <a:xfrm>
            <a:off x="489557" y="3510234"/>
            <a:ext cx="975333" cy="165480"/>
            <a:chOff x="344361" y="2423624"/>
            <a:chExt cx="972601" cy="165017"/>
          </a:xfrm>
        </p:grpSpPr>
        <p:sp>
          <p:nvSpPr>
            <p:cNvPr id="12" name="Rectangle: Rounded Corners 11">
              <a:extLst>
                <a:ext uri="{FF2B5EF4-FFF2-40B4-BE49-F238E27FC236}">
                  <a16:creationId xmlns:a16="http://schemas.microsoft.com/office/drawing/2014/main" id="{1AFEDC02-31A9-7907-4D29-08061E118814}"/>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3" name="TextBox 12">
              <a:extLst>
                <a:ext uri="{FF2B5EF4-FFF2-40B4-BE49-F238E27FC236}">
                  <a16:creationId xmlns:a16="http://schemas.microsoft.com/office/drawing/2014/main" id="{2C74D14D-DD41-7F8F-F868-FC3104EA1286}"/>
                </a:ext>
              </a:extLst>
            </p:cNvPr>
            <p:cNvSpPr txBox="1"/>
            <p:nvPr/>
          </p:nvSpPr>
          <p:spPr>
            <a:xfrm>
              <a:off x="712840" y="2444577"/>
              <a:ext cx="23564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Sales</a:t>
              </a:r>
            </a:p>
          </p:txBody>
        </p:sp>
      </p:grpSp>
      <p:pic>
        <p:nvPicPr>
          <p:cNvPr id="14" name="Picture 13">
            <a:extLst>
              <a:ext uri="{FF2B5EF4-FFF2-40B4-BE49-F238E27FC236}">
                <a16:creationId xmlns:a16="http://schemas.microsoft.com/office/drawing/2014/main" id="{CF6D9678-E449-EE8A-01EC-CA7182C17B81}"/>
              </a:ext>
              <a:ext uri="{C183D7F6-B498-43B3-948B-1728B52AA6E4}">
                <adec:decorative xmlns:adec="http://schemas.microsoft.com/office/drawing/2017/decorative" val="1"/>
              </a:ext>
            </a:extLst>
          </p:cNvPr>
          <p:cNvPicPr>
            <a:picLocks noChangeAspect="1"/>
          </p:cNvPicPr>
          <p:nvPr/>
        </p:nvPicPr>
        <p:blipFill>
          <a:blip r:embed="rId8" cstate="hqprint">
            <a:extLst>
              <a:ext uri="{28A0092B-C50C-407E-A947-70E740481C1C}">
                <a14:useLocalDpi xmlns:a14="http://schemas.microsoft.com/office/drawing/2010/main"/>
              </a:ext>
            </a:extLst>
          </a:blip>
          <a:srcRect l="1010" t="14541" r="1499" b="16437"/>
          <a:stretch>
            <a:fillRect/>
          </a:stretch>
        </p:blipFill>
        <p:spPr>
          <a:xfrm>
            <a:off x="491259" y="4028909"/>
            <a:ext cx="973631" cy="691150"/>
          </a:xfrm>
          <a:prstGeom prst="round2SameRect">
            <a:avLst>
              <a:gd name="adj1" fmla="val 9725"/>
              <a:gd name="adj2" fmla="val 0"/>
            </a:avLst>
          </a:prstGeom>
          <a:effectLst/>
        </p:spPr>
      </p:pic>
      <p:grpSp>
        <p:nvGrpSpPr>
          <p:cNvPr id="15" name="Group 14">
            <a:extLst>
              <a:ext uri="{FF2B5EF4-FFF2-40B4-BE49-F238E27FC236}">
                <a16:creationId xmlns:a16="http://schemas.microsoft.com/office/drawing/2014/main" id="{B4E2B63C-D71C-8F11-5EF2-84BC0BC35B00}"/>
              </a:ext>
            </a:extLst>
          </p:cNvPr>
          <p:cNvGrpSpPr/>
          <p:nvPr/>
        </p:nvGrpSpPr>
        <p:grpSpPr>
          <a:xfrm>
            <a:off x="489557" y="4685033"/>
            <a:ext cx="975333" cy="165480"/>
            <a:chOff x="344361" y="2423624"/>
            <a:chExt cx="972601" cy="165017"/>
          </a:xfrm>
        </p:grpSpPr>
        <p:sp>
          <p:nvSpPr>
            <p:cNvPr id="17" name="Rectangle: Rounded Corners 16">
              <a:extLst>
                <a:ext uri="{FF2B5EF4-FFF2-40B4-BE49-F238E27FC236}">
                  <a16:creationId xmlns:a16="http://schemas.microsoft.com/office/drawing/2014/main" id="{A6813A64-365D-F2A5-E5E4-9D05CD6EE7BC}"/>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5FA35629-D6BE-C690-C33E-24942FC3014E}"/>
                </a:ext>
              </a:extLst>
            </p:cNvPr>
            <p:cNvSpPr txBox="1"/>
            <p:nvPr/>
          </p:nvSpPr>
          <p:spPr>
            <a:xfrm>
              <a:off x="590212" y="2444577"/>
              <a:ext cx="48090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Marketing</a:t>
              </a:r>
            </a:p>
          </p:txBody>
        </p:sp>
      </p:grpSp>
      <p:pic>
        <p:nvPicPr>
          <p:cNvPr id="19" name="Picture 18">
            <a:extLst>
              <a:ext uri="{FF2B5EF4-FFF2-40B4-BE49-F238E27FC236}">
                <a16:creationId xmlns:a16="http://schemas.microsoft.com/office/drawing/2014/main" id="{BF0B6F26-1C16-1707-4769-A65CC915B61F}"/>
              </a:ext>
              <a:ext uri="{C183D7F6-B498-43B3-948B-1728B52AA6E4}">
                <adec:decorative xmlns:adec="http://schemas.microsoft.com/office/drawing/2017/decorative" val="1"/>
              </a:ext>
            </a:extLst>
          </p:cNvPr>
          <p:cNvPicPr>
            <a:picLocks noChangeAspect="1"/>
          </p:cNvPicPr>
          <p:nvPr/>
        </p:nvPicPr>
        <p:blipFill>
          <a:blip r:embed="rId9" cstate="hqprint">
            <a:extLst>
              <a:ext uri="{28A0092B-C50C-407E-A947-70E740481C1C}">
                <a14:useLocalDpi xmlns:a14="http://schemas.microsoft.com/office/drawing/2010/main"/>
              </a:ext>
            </a:extLst>
          </a:blip>
          <a:srcRect l="481" t="3754" r="3685" b="28217"/>
          <a:stretch>
            <a:fillRect/>
          </a:stretch>
        </p:blipFill>
        <p:spPr>
          <a:xfrm>
            <a:off x="487853" y="5282363"/>
            <a:ext cx="973631" cy="691150"/>
          </a:xfrm>
          <a:prstGeom prst="round2SameRect">
            <a:avLst>
              <a:gd name="adj1" fmla="val 9725"/>
              <a:gd name="adj2" fmla="val 0"/>
            </a:avLst>
          </a:prstGeom>
          <a:effectLst/>
        </p:spPr>
      </p:pic>
      <p:grpSp>
        <p:nvGrpSpPr>
          <p:cNvPr id="20" name="Group 19">
            <a:extLst>
              <a:ext uri="{FF2B5EF4-FFF2-40B4-BE49-F238E27FC236}">
                <a16:creationId xmlns:a16="http://schemas.microsoft.com/office/drawing/2014/main" id="{F14DFCFA-3CDD-3CC6-C226-A0A3871BCEE8}"/>
              </a:ext>
            </a:extLst>
          </p:cNvPr>
          <p:cNvGrpSpPr/>
          <p:nvPr/>
        </p:nvGrpSpPr>
        <p:grpSpPr>
          <a:xfrm>
            <a:off x="483557" y="5906517"/>
            <a:ext cx="975333" cy="165480"/>
            <a:chOff x="344361" y="2423624"/>
            <a:chExt cx="972601" cy="165017"/>
          </a:xfrm>
        </p:grpSpPr>
        <p:sp>
          <p:nvSpPr>
            <p:cNvPr id="21" name="Rectangle: Rounded Corners 20">
              <a:extLst>
                <a:ext uri="{FF2B5EF4-FFF2-40B4-BE49-F238E27FC236}">
                  <a16:creationId xmlns:a16="http://schemas.microsoft.com/office/drawing/2014/main" id="{110BC184-32F0-B272-10E8-3F29D87FB455}"/>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14015783-DA70-53AD-E6D2-E042E44F29BA}"/>
                </a:ext>
              </a:extLst>
            </p:cNvPr>
            <p:cNvSpPr txBox="1"/>
            <p:nvPr/>
          </p:nvSpPr>
          <p:spPr>
            <a:xfrm>
              <a:off x="760932" y="2444577"/>
              <a:ext cx="13946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HR</a:t>
              </a:r>
            </a:p>
          </p:txBody>
        </p:sp>
      </p:grpSp>
      <p:grpSp>
        <p:nvGrpSpPr>
          <p:cNvPr id="49" name="Group 48">
            <a:extLst>
              <a:ext uri="{FF2B5EF4-FFF2-40B4-BE49-F238E27FC236}">
                <a16:creationId xmlns:a16="http://schemas.microsoft.com/office/drawing/2014/main" id="{60B41C0E-9D62-B8AF-9684-1BBCC4F63AFD}"/>
              </a:ext>
            </a:extLst>
          </p:cNvPr>
          <p:cNvGrpSpPr/>
          <p:nvPr/>
        </p:nvGrpSpPr>
        <p:grpSpPr>
          <a:xfrm>
            <a:off x="483556" y="6507058"/>
            <a:ext cx="981333" cy="840872"/>
            <a:chOff x="482202" y="6485774"/>
            <a:chExt cx="978584" cy="838517"/>
          </a:xfrm>
        </p:grpSpPr>
        <p:pic>
          <p:nvPicPr>
            <p:cNvPr id="50" name="Picture 49">
              <a:extLst>
                <a:ext uri="{FF2B5EF4-FFF2-40B4-BE49-F238E27FC236}">
                  <a16:creationId xmlns:a16="http://schemas.microsoft.com/office/drawing/2014/main" id="{774BDA4E-75AF-488A-3E55-F179C4461D0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rcRect t="6191" r="398" b="23459"/>
            <a:stretch>
              <a:fillRect/>
            </a:stretch>
          </p:blipFill>
          <p:spPr>
            <a:xfrm>
              <a:off x="489883" y="6485774"/>
              <a:ext cx="970903" cy="685774"/>
            </a:xfrm>
            <a:prstGeom prst="round2SameRect">
              <a:avLst>
                <a:gd name="adj1" fmla="val 9725"/>
                <a:gd name="adj2" fmla="val 0"/>
              </a:avLst>
            </a:prstGeom>
            <a:effectLst/>
          </p:spPr>
        </p:pic>
        <p:grpSp>
          <p:nvGrpSpPr>
            <p:cNvPr id="51" name="Group 50">
              <a:extLst>
                <a:ext uri="{FF2B5EF4-FFF2-40B4-BE49-F238E27FC236}">
                  <a16:creationId xmlns:a16="http://schemas.microsoft.com/office/drawing/2014/main" id="{21595FC3-FE80-33D7-5E39-6F2B24AD9AF9}"/>
                </a:ext>
              </a:extLst>
            </p:cNvPr>
            <p:cNvGrpSpPr/>
            <p:nvPr/>
          </p:nvGrpSpPr>
          <p:grpSpPr>
            <a:xfrm>
              <a:off x="482202" y="7159274"/>
              <a:ext cx="972601" cy="165017"/>
              <a:chOff x="344361" y="2423624"/>
              <a:chExt cx="972601" cy="165017"/>
            </a:xfrm>
          </p:grpSpPr>
          <p:sp>
            <p:nvSpPr>
              <p:cNvPr id="52" name="Rectangle: Rounded Corners 51">
                <a:extLst>
                  <a:ext uri="{FF2B5EF4-FFF2-40B4-BE49-F238E27FC236}">
                    <a16:creationId xmlns:a16="http://schemas.microsoft.com/office/drawing/2014/main" id="{DEA3E23A-6FC6-4673-EC11-38DE518D6532}"/>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3" name="TextBox 52">
                <a:extLst>
                  <a:ext uri="{FF2B5EF4-FFF2-40B4-BE49-F238E27FC236}">
                    <a16:creationId xmlns:a16="http://schemas.microsoft.com/office/drawing/2014/main" id="{A80F2E35-B462-6ADA-2997-72001E7A8E1B}"/>
                  </a:ext>
                </a:extLst>
              </p:cNvPr>
              <p:cNvSpPr txBox="1"/>
              <p:nvPr/>
            </p:nvSpPr>
            <p:spPr>
              <a:xfrm>
                <a:off x="654333" y="2444577"/>
                <a:ext cx="35266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Finance</a:t>
                </a:r>
              </a:p>
            </p:txBody>
          </p:sp>
        </p:grpSp>
      </p:grpSp>
    </p:spTree>
    <p:extLst>
      <p:ext uri="{BB962C8B-B14F-4D97-AF65-F5344CB8AC3E}">
        <p14:creationId xmlns:p14="http://schemas.microsoft.com/office/powerpoint/2010/main" val="2160271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830997"/>
          </a:xfrm>
          <a:prstGeom prst="rect">
            <a:avLst/>
          </a:prstGeom>
          <a:noFill/>
        </p:spPr>
        <p:txBody>
          <a:bodyPr wrap="square" lIns="91440" tIns="45720" rIns="91440" bIns="45720" anchor="t">
            <a:spAutoFit/>
          </a:bodyPr>
          <a:lstStyle/>
          <a:p>
            <a:pPr algn="ctr">
              <a:defRPr/>
            </a:pP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Take advantage of the limited time offer </a:t>
            </a:r>
            <a:r>
              <a:rPr lang="en-IN" sz="1600" b="1">
                <a:solidFill>
                  <a:schemeClr val="bg1"/>
                </a:solidFill>
                <a:latin typeface="Segoe UI Semibold"/>
                <a:ea typeface="Segoe UI Semibold" panose="020B0502040204020203" pitchFamily="34" charset="0"/>
                <a:cs typeface="Segoe UI Semibold"/>
              </a:rPr>
              <a:t>on Copilot</a:t>
            </a:r>
            <a:r>
              <a:rPr lang="en-IN" sz="1600" b="1" dirty="0">
                <a:solidFill>
                  <a:schemeClr val="bg1"/>
                </a:solidFill>
                <a:latin typeface="Segoe UI Semibold"/>
                <a:ea typeface="Segoe UI Semibold" panose="020B0502040204020203" pitchFamily="34" charset="0"/>
                <a:cs typeface="Segoe UI Semibold"/>
              </a:rPr>
              <a:t> Business + </a:t>
            </a: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Business </a:t>
            </a:r>
            <a:r>
              <a:rPr lang="en-IN" sz="1600" b="1" dirty="0">
                <a:solidFill>
                  <a:schemeClr val="bg1"/>
                </a:solidFill>
                <a:latin typeface="Segoe UI Semibold"/>
                <a:ea typeface="Segoe UI Semibold" panose="020B0502040204020203" pitchFamily="34" charset="0"/>
                <a:cs typeface="Segoe UI Semibold"/>
              </a:rPr>
              <a:t>Standard bundle</a:t>
            </a:r>
            <a:endParaRPr lang="en-IN" sz="1600" dirty="0">
              <a:solidFill>
                <a:schemeClr val="bg1"/>
              </a:solidFill>
              <a:latin typeface="Segoe UI Semibold"/>
              <a:ea typeface="Segoe UI Semibold" panose="020B0502040204020203" pitchFamily="34" charset="0"/>
              <a:cs typeface="Segoe UI Semibold"/>
            </a:endParaRPr>
          </a:p>
          <a:p>
            <a:pPr algn="ctr">
              <a:defRPr/>
            </a:pPr>
            <a:endParaRPr lang="en-IN" sz="1600" b="1" dirty="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33.5</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22</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21650" y="6537777"/>
              <a:ext cx="1117294" cy="565146"/>
            </a:xfrm>
            <a:prstGeom prst="rect">
              <a:avLst/>
            </a:prstGeom>
            <a:noFill/>
            <a:ln/>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35</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FEAEFACE-113B-1B8E-671C-B6C4E86A1D7B}"/>
              </a:ext>
            </a:extLst>
          </p:cNvPr>
          <p:cNvGraphicFramePr>
            <a:graphicFrameLocks noGrp="1"/>
          </p:cNvGraphicFramePr>
          <p:nvPr>
            <p:extLst>
              <p:ext uri="{D42A27DB-BD31-4B8C-83A1-F6EECF244321}">
                <p14:modId xmlns:p14="http://schemas.microsoft.com/office/powerpoint/2010/main" val="1140676545"/>
              </p:ext>
            </p:extLst>
          </p:nvPr>
        </p:nvGraphicFramePr>
        <p:xfrm>
          <a:off x="409573" y="625069"/>
          <a:ext cx="4848226" cy="4747668"/>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4878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6324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8126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487817">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812667">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6324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881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2260370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dirty="0">
              <a:solidFill>
                <a:srgbClr val="FF0000"/>
              </a:solidFill>
              <a:latin typeface="Segoe UI Regular" pitchFamily="34" charset="0"/>
              <a:ea typeface="Segoe UI Regular" pitchFamily="34" charset="-122"/>
            </a:endParaRPr>
          </a:p>
          <a:p>
            <a:pPr lvl="0">
              <a:lnSpc>
                <a:spcPts val="1250"/>
              </a:lnSpc>
              <a:defRPr/>
            </a:pPr>
            <a:r>
              <a:rPr lang="en-US" sz="1000"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dirty="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dirty="0">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dirty="0">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747</Words>
  <Application>Microsoft Office PowerPoint</Application>
  <PresentationFormat>Custom</PresentationFormat>
  <Paragraphs>94</Paragraphs>
  <Slides>4</Slides>
  <Notes>4</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4</vt:i4>
      </vt:variant>
    </vt:vector>
  </HeadingPairs>
  <TitlesOfParts>
    <vt:vector size="18" baseType="lpstr">
      <vt:lpstr>Aptos</vt:lpstr>
      <vt:lpstr>Aptos Display</vt:lpstr>
      <vt:lpstr>Arial</vt:lpstr>
      <vt:lpstr>Calibri</vt:lpstr>
      <vt:lpstr>Segoe Sans Display</vt:lpstr>
      <vt:lpstr>Segoe Sans Display Semibold</vt:lpstr>
      <vt:lpstr>Segoe UI</vt:lpstr>
      <vt:lpstr>Segoe UI Bold</vt:lpstr>
      <vt:lpstr>Segoe UI Regular</vt:lpstr>
      <vt:lpstr>Segoe UI Semibold</vt:lpstr>
      <vt:lpstr>Segoe UI Variable Display Semib</vt:lpstr>
      <vt:lpstr>Wingdings</vt:lpstr>
      <vt:lpstr>2_CSP Template Diamond 06/23</vt:lpstr>
      <vt:lpstr>1_Office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Samarth  Teotia</cp:lastModifiedBy>
  <cp:revision>12</cp:revision>
  <dcterms:created xsi:type="dcterms:W3CDTF">2026-02-21T17:45:29Z</dcterms:created>
  <dcterms:modified xsi:type="dcterms:W3CDTF">2026-05-07T20:21:06Z</dcterms:modified>
</cp:coreProperties>
</file>
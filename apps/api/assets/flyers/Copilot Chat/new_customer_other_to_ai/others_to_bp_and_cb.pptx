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5" r:id="rId3"/>
  </p:sldMasterIdLst>
  <p:notesMasterIdLst>
    <p:notesMasterId r:id="rId8"/>
  </p:notesMasterIdLst>
  <p:sldIdLst>
    <p:sldId id="2147470023" r:id="rId4"/>
    <p:sldId id="274" r:id="rId5"/>
    <p:sldId id="2147470024" r:id="rId6"/>
    <p:sldId id="2147470015" r:id="rId7"/>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5C89B8-00B4-4287-BDD3-8D86D3E41B5A}" v="2" dt="2026-04-30T10:19:26.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0:01.680" v="58" actId="20577"/>
      <pc:docMkLst>
        <pc:docMk/>
      </pc:docMkLst>
      <pc:sldChg chg="modSp add mod">
        <pc:chgData name="Vandan Jain" userId="4244b45b-25d1-413d-855b-6597e767c081" providerId="ADAL" clId="{67AB2A15-26B8-47FB-BEC6-EFDC03C3B3B6}" dt="2026-04-30T10:20:01.680" v="58" actId="20577"/>
        <pc:sldMkLst>
          <pc:docMk/>
          <pc:sldMk cId="2160271917" sldId="274"/>
        </pc:sldMkLst>
        <pc:spChg chg="mod">
          <ac:chgData name="Vandan Jain" userId="4244b45b-25d1-413d-855b-6597e767c081" providerId="ADAL" clId="{67AB2A15-26B8-47FB-BEC6-EFDC03C3B3B6}" dt="2026-04-30T10:20:01.680" v="58" actId="20577"/>
          <ac:spMkLst>
            <pc:docMk/>
            <pc:sldMk cId="2160271917" sldId="274"/>
            <ac:spMk id="34" creationId="{AAC621D8-A3E4-DEB9-FA24-9E823079B667}"/>
          </ac:spMkLst>
        </pc:spChg>
      </pc:sldChg>
      <pc:sldChg chg="add del">
        <pc:chgData name="Vandan Jain" userId="4244b45b-25d1-413d-855b-6597e767c081" providerId="ADAL" clId="{67AB2A15-26B8-47FB-BEC6-EFDC03C3B3B6}" dt="2026-04-30T10:19:53.623" v="42" actId="47"/>
        <pc:sldMkLst>
          <pc:docMk/>
          <pc:sldMk cId="1144813852" sldId="275"/>
        </pc:sldMkLst>
      </pc:sldChg>
      <pc:sldChg chg="add del">
        <pc:chgData name="Vandan Jain" userId="4244b45b-25d1-413d-855b-6597e767c081" providerId="ADAL" clId="{67AB2A15-26B8-47FB-BEC6-EFDC03C3B3B6}" dt="2026-04-30T10:19:19.961" v="40" actId="47"/>
        <pc:sldMkLst>
          <pc:docMk/>
          <pc:sldMk cId="0" sldId="323"/>
        </pc:sldMkLst>
      </pc:sldChg>
      <pc:sldMasterChg chg="del delSldLayout">
        <pc:chgData name="Vandan Jain" userId="4244b45b-25d1-413d-855b-6597e767c081" providerId="ADAL" clId="{67AB2A15-26B8-47FB-BEC6-EFDC03C3B3B6}" dt="2026-04-30T10:19:19.961" v="40" actId="47"/>
        <pc:sldMasterMkLst>
          <pc:docMk/>
          <pc:sldMasterMk cId="3336365343" sldId="2147483653"/>
        </pc:sldMasterMkLst>
        <pc:sldLayoutChg chg="del">
          <pc:chgData name="Vandan Jain" userId="4244b45b-25d1-413d-855b-6597e767c081" providerId="ADAL" clId="{67AB2A15-26B8-47FB-BEC6-EFDC03C3B3B6}" dt="2026-04-30T10:19:19.961" v="40" actId="47"/>
          <pc:sldLayoutMkLst>
            <pc:docMk/>
            <pc:sldMasterMk cId="3336365343" sldId="2147483653"/>
            <pc:sldLayoutMk cId="1317405007" sldId="2147483654"/>
          </pc:sldLayoutMkLst>
        </pc:sldLayoutChg>
      </pc:sldMasterChg>
      <pc:sldMasterChg chg="del delSldLayout">
        <pc:chgData name="Vandan Jain" userId="4244b45b-25d1-413d-855b-6597e767c081" providerId="ADAL" clId="{67AB2A15-26B8-47FB-BEC6-EFDC03C3B3B6}" dt="2026-04-30T10:19:53.623" v="42" actId="47"/>
        <pc:sldMasterMkLst>
          <pc:docMk/>
          <pc:sldMasterMk cId="3825527155" sldId="2147483667"/>
        </pc:sldMasterMkLst>
        <pc:sldLayoutChg chg="del">
          <pc:chgData name="Vandan Jain" userId="4244b45b-25d1-413d-855b-6597e767c081" providerId="ADAL" clId="{67AB2A15-26B8-47FB-BEC6-EFDC03C3B3B6}" dt="2026-04-30T10:19:53.623" v="42" actId="47"/>
          <pc:sldLayoutMkLst>
            <pc:docMk/>
            <pc:sldMasterMk cId="3825527155" sldId="2147483667"/>
            <pc:sldLayoutMk cId="570771277" sldId="214748366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4037373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277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57426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291744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45619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9383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08-05-2026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930524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08-05-2026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37427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08-05-2026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9674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3716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929603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39740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6996202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54488910"/>
      </p:ext>
    </p:extLst>
  </p:cSld>
  <p:clrMap bg1="lt1" tx1="dk1" bg2="lt2" tx2="dk2" accent1="accent1" accent2="accent2" accent3="accent3" accent4="accent4" accent5="accent5" accent6="accent6" hlink="hlink" folHlink="folHlink"/>
  <p:sldLayoutIdLst>
    <p:sldLayoutId id="2147483651" r:id="rId1"/>
    <p:sldLayoutId id="2147483652" r:id="rId2"/>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08-05-2026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34093870"/>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png"/><Relationship Id="rId7"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3.jpeg"/><Relationship Id="rId5" Type="http://schemas.openxmlformats.org/officeDocument/2006/relationships/image" Target="../media/image3.svg"/><Relationship Id="rId10" Type="http://schemas.openxmlformats.org/officeDocument/2006/relationships/image" Target="../media/image17.jpeg"/><Relationship Id="rId4" Type="http://schemas.openxmlformats.org/officeDocument/2006/relationships/image" Target="../media/image2.png"/><Relationship Id="rId9" Type="http://schemas.openxmlformats.org/officeDocument/2006/relationships/image" Target="../media/image16.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UI Semibold"/>
                  <a:ea typeface="+mn-ea"/>
                  <a:cs typeface="Segoe UI Semibold"/>
                </a:rPr>
                <a:t>Free AI Solution</a:t>
              </a:r>
              <a:endParaRPr kumimoji="0" lang="en-US" sz="1020" b="1"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dirty="0">
                <a:solidFill>
                  <a:schemeClr val="bg1"/>
                </a:solidFill>
                <a:latin typeface="Segoe UI Semibold"/>
                <a:ea typeface="Segoe UI Semibold" panose="020B0502040204020203" pitchFamily="34" charset="0"/>
                <a:cs typeface="Segoe UI Semibold"/>
              </a:rPr>
              <a:t>on Copilot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Premium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25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03D00049-63E9-16F3-2481-949D066B7E21}"/>
              </a:ext>
            </a:extLst>
          </p:cNvPr>
          <p:cNvGraphicFramePr>
            <a:graphicFrameLocks noGrp="1"/>
          </p:cNvGraphicFramePr>
          <p:nvPr>
            <p:extLst>
              <p:ext uri="{D42A27DB-BD31-4B8C-83A1-F6EECF244321}">
                <p14:modId xmlns:p14="http://schemas.microsoft.com/office/powerpoint/2010/main" val="2608970112"/>
              </p:ext>
            </p:extLst>
          </p:nvPr>
        </p:nvGraphicFramePr>
        <p:xfrm>
          <a:off x="409575" y="625069"/>
          <a:ext cx="4848226" cy="4604154"/>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4730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6133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7881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473071">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788102">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6133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8550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603042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747</Words>
  <Application>Microsoft Office PowerPoint</Application>
  <PresentationFormat>Custom</PresentationFormat>
  <Paragraphs>94</Paragraphs>
  <Slides>4</Slides>
  <Notes>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Wingdings</vt:lpstr>
      <vt:lpstr>Office Theme</vt:lpstr>
      <vt:lpstr>2_CSP Template Diamond 06/23</vt:lpstr>
      <vt:lpstr>1_Office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4</cp:revision>
  <dcterms:created xsi:type="dcterms:W3CDTF">2026-02-21T17:45:29Z</dcterms:created>
  <dcterms:modified xsi:type="dcterms:W3CDTF">2026-05-07T20:20:10Z</dcterms:modified>
</cp:coreProperties>
</file>
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0"/>
  </p:notesMasterIdLst>
  <p:sldIdLst>
    <p:sldId id="2147470016" r:id="rId5"/>
    <p:sldId id="2147470008" r:id="rId6"/>
    <p:sldId id="2147470021" r:id="rId7"/>
    <p:sldId id="2147470014" r:id="rId8"/>
    <p:sldId id="2147470015" r:id="rId9"/>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C7BE6-77A4-47CC-A64A-D4B1A5D105F2}" v="4" dt="2026-03-02T09:04:41.821"/>
    <p1510:client id="{5F2EA3F7-75D8-6795-1269-2C4C4DA065CB}" v="17" dt="2026-03-02T08:39:22.7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1:44.219" v="6"/>
      <pc:docMkLst>
        <pc:docMk/>
      </pc:docMkLst>
      <pc:sldChg chg="modSp add mod">
        <pc:chgData name="Praveen Dehury" userId="77009b3f-ee31-425d-b17c-2f6ea73f5149" providerId="ADAL" clId="{B729CC40-C5D3-4DFA-B500-D02C8BD993D7}" dt="2026-02-28T11:51:44.219" v="6"/>
        <pc:sldMkLst>
          <pc:docMk/>
          <pc:sldMk cId="2830339352" sldId="2147470014"/>
        </pc:sldMkLst>
        <pc:spChg chg="mod">
          <ac:chgData name="Praveen Dehury" userId="77009b3f-ee31-425d-b17c-2f6ea73f5149" providerId="ADAL" clId="{B729CC40-C5D3-4DFA-B500-D02C8BD993D7}" dt="2026-02-28T11:51:44.219" v="6"/>
          <ac:spMkLst>
            <pc:docMk/>
            <pc:sldMk cId="2830339352" sldId="2147470014"/>
            <ac:spMk id="3" creationId="{79B3C482-B6EF-F65E-08E2-9E465EDEC652}"/>
          </ac:spMkLst>
        </pc:spChg>
        <pc:spChg chg="mod">
          <ac:chgData name="Praveen Dehury" userId="77009b3f-ee31-425d-b17c-2f6ea73f5149" providerId="ADAL" clId="{B729CC40-C5D3-4DFA-B500-D02C8BD993D7}" dt="2026-02-28T11:22:46.487"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1:22:11.482" v="0"/>
        <pc:sldMkLst>
          <pc:docMk/>
          <pc:sldMk cId="243175164" sldId="2147470015"/>
        </pc:sldMkLst>
      </pc:sldChg>
    </pc:docChg>
  </pc:docChgLst>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3-02T09:04:50.515" v="44" actId="14100"/>
      <pc:docMkLst>
        <pc:docMk/>
      </pc:docMkLst>
      <pc:sldChg chg="modSp del mod">
        <pc:chgData name="Vandan Jain" userId="4244b45b-25d1-413d-855b-6597e767c081" providerId="ADAL" clId="{67AB2A15-26B8-47FB-BEC6-EFDC03C3B3B6}" dt="2026-03-02T08:27:43.360" v="20" actId="47"/>
        <pc:sldMkLst>
          <pc:docMk/>
          <pc:sldMk cId="0" sldId="256"/>
        </pc:sldMkLst>
      </pc:sldChg>
      <pc:sldChg chg="del">
        <pc:chgData name="Vandan Jain" userId="4244b45b-25d1-413d-855b-6597e767c081" providerId="ADAL" clId="{67AB2A15-26B8-47FB-BEC6-EFDC03C3B3B6}" dt="2026-03-02T08:27:43.360" v="20" actId="47"/>
        <pc:sldMkLst>
          <pc:docMk/>
          <pc:sldMk cId="0" sldId="260"/>
        </pc:sldMkLst>
      </pc:sldChg>
      <pc:sldChg chg="modSp add mod">
        <pc:chgData name="Vandan Jain" userId="4244b45b-25d1-413d-855b-6597e767c081" providerId="ADAL" clId="{67AB2A15-26B8-47FB-BEC6-EFDC03C3B3B6}" dt="2026-03-02T09:04:50.515" v="44" actId="14100"/>
        <pc:sldMkLst>
          <pc:docMk/>
          <pc:sldMk cId="1630386862" sldId="2147470008"/>
        </pc:sldMkLst>
        <pc:spChg chg="mod">
          <ac:chgData name="Vandan Jain" userId="4244b45b-25d1-413d-855b-6597e767c081" providerId="ADAL" clId="{67AB2A15-26B8-47FB-BEC6-EFDC03C3B3B6}" dt="2026-03-02T09:04:50.515" v="44" actId="14100"/>
          <ac:spMkLst>
            <pc:docMk/>
            <pc:sldMk cId="1630386862" sldId="2147470008"/>
            <ac:spMk id="32" creationId="{C8230886-385E-3625-B41A-6EB929B3CECD}"/>
          </ac:spMkLst>
        </pc:spChg>
      </pc:sldChg>
      <pc:sldChg chg="addSp delSp modSp mod">
        <pc:chgData name="Vandan Jain" userId="4244b45b-25d1-413d-855b-6597e767c081" providerId="ADAL" clId="{67AB2A15-26B8-47FB-BEC6-EFDC03C3B3B6}" dt="2026-03-02T09:04:41.821" v="41"/>
        <pc:sldMkLst>
          <pc:docMk/>
          <pc:sldMk cId="2830339352" sldId="2147470014"/>
        </pc:sldMkLst>
        <pc:spChg chg="del">
          <ac:chgData name="Vandan Jain" userId="4244b45b-25d1-413d-855b-6597e767c081" providerId="ADAL" clId="{67AB2A15-26B8-47FB-BEC6-EFDC03C3B3B6}" dt="2026-03-02T09:04:11.795" v="38"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4:32.165" v="40"/>
          <ac:graphicFrameMkLst>
            <pc:docMk/>
            <pc:sldMk cId="2830339352" sldId="2147470014"/>
            <ac:graphicFrameMk id="2" creationId="{FFDFB07D-A9F5-B886-0884-0F42F549AA5F}"/>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7" creationId="{3AB0AB24-76C9-661A-E2C8-077CC4AE6DA9}"/>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8" creationId="{44AD45E3-7462-D835-B236-DE381E16DE50}"/>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0" creationId="{E3ED7505-2E8B-917B-7669-2125DBC27FE5}"/>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1" creationId="{49C7A306-490A-D9B4-8E01-8BB224B12B5A}"/>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2" creationId="{BE79DD5A-40BF-0F91-8A30-875FE52D2DE1}"/>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3" creationId="{30D3F0B9-2792-703A-74A1-557FB09BB6E2}"/>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4" creationId="{CF3308E8-F342-5DB4-A1C9-319558732121}"/>
          </ac:graphicFrameMkLst>
        </pc:graphicFrameChg>
        <pc:graphicFrameChg chg="add mod">
          <ac:chgData name="Vandan Jain" userId="4244b45b-25d1-413d-855b-6597e767c081" providerId="ADAL" clId="{67AB2A15-26B8-47FB-BEC6-EFDC03C3B3B6}" dt="2026-03-02T09:04:32.165" v="40"/>
          <ac:graphicFrameMkLst>
            <pc:docMk/>
            <pc:sldMk cId="2830339352" sldId="2147470014"/>
            <ac:graphicFrameMk id="15" creationId="{3DB55F97-E441-3BFA-CADD-23A9070B7405}"/>
          </ac:graphicFrameMkLst>
        </pc:graphicFrameChg>
        <pc:graphicFrameChg chg="add mod">
          <ac:chgData name="Vandan Jain" userId="4244b45b-25d1-413d-855b-6597e767c081" providerId="ADAL" clId="{67AB2A15-26B8-47FB-BEC6-EFDC03C3B3B6}" dt="2026-03-02T09:04:41.821" v="41"/>
          <ac:graphicFrameMkLst>
            <pc:docMk/>
            <pc:sldMk cId="2830339352" sldId="2147470014"/>
            <ac:graphicFrameMk id="16" creationId="{CDADAC50-500D-C27C-2987-B487B8F4E969}"/>
          </ac:graphicFrameMkLst>
        </pc:graphicFrameChg>
        <pc:graphicFrameChg chg="del">
          <ac:chgData name="Vandan Jain" userId="4244b45b-25d1-413d-855b-6597e767c081" providerId="ADAL" clId="{67AB2A15-26B8-47FB-BEC6-EFDC03C3B3B6}" dt="2026-03-02T09:04:11.795" v="38"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4:11.795" v="38"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4:11.795" v="38"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4:11.795" v="38"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4:11.795" v="38"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4:11.795" v="38"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9:04:11.795" v="38"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9:04:11.795" v="38"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9:04:11.795" v="38" actId="478"/>
          <ac:cxnSpMkLst>
            <pc:docMk/>
            <pc:sldMk cId="2830339352" sldId="2147470014"/>
            <ac:cxnSpMk id="42" creationId="{CB4A4CC7-1BF8-8EB6-BE37-56C8C37F23EB}"/>
          </ac:cxnSpMkLst>
        </pc:cxnChg>
      </pc:sldChg>
      <pc:sldChg chg="modSp add mod">
        <pc:chgData name="Vandan Jain" userId="4244b45b-25d1-413d-855b-6597e767c081" providerId="ADAL" clId="{67AB2A15-26B8-47FB-BEC6-EFDC03C3B3B6}" dt="2026-03-02T09:04:02.119" v="37" actId="20577"/>
        <pc:sldMkLst>
          <pc:docMk/>
          <pc:sldMk cId="4067805866" sldId="2147470016"/>
        </pc:sldMkLst>
        <pc:spChg chg="mod">
          <ac:chgData name="Vandan Jain" userId="4244b45b-25d1-413d-855b-6597e767c081" providerId="ADAL" clId="{67AB2A15-26B8-47FB-BEC6-EFDC03C3B3B6}" dt="2026-03-02T09:04:02.119" v="37" actId="20577"/>
          <ac:spMkLst>
            <pc:docMk/>
            <pc:sldMk cId="4067805866" sldId="2147470016"/>
            <ac:spMk id="32" creationId="{F30B6FEB-AEE6-4C74-E944-EEC317349239}"/>
          </ac:spMkLst>
        </pc:spChg>
      </pc:sldChg>
      <pc:sldChg chg="add">
        <pc:chgData name="Vandan Jain" userId="4244b45b-25d1-413d-855b-6597e767c081" providerId="ADAL" clId="{67AB2A15-26B8-47FB-BEC6-EFDC03C3B3B6}" dt="2026-03-02T08:27:45.279" v="21"/>
        <pc:sldMkLst>
          <pc:docMk/>
          <pc:sldMk cId="3120473942" sldId="2147470021"/>
        </pc:sldMkLst>
      </pc:sldChg>
    </pc:docChg>
  </pc:docChgLst>
  <pc:docChgLst>
    <pc:chgData name="Shreya Singh" userId="S::shreya.singh@hsv.digital::b354311e-5542-4a3b-80c7-af4347e0a1ac" providerId="AD" clId="Web-{5F2EA3F7-75D8-6795-1269-2C4C4DA065CB}"/>
    <pc:docChg chg="modSld">
      <pc:chgData name="Shreya Singh" userId="S::shreya.singh@hsv.digital::b354311e-5542-4a3b-80c7-af4347e0a1ac" providerId="AD" clId="Web-{5F2EA3F7-75D8-6795-1269-2C4C4DA065CB}" dt="2026-03-02T08:39:22.773" v="16" actId="1076"/>
      <pc:docMkLst>
        <pc:docMk/>
      </pc:docMkLst>
      <pc:sldChg chg="modSp">
        <pc:chgData name="Shreya Singh" userId="S::shreya.singh@hsv.digital::b354311e-5542-4a3b-80c7-af4347e0a1ac" providerId="AD" clId="Web-{5F2EA3F7-75D8-6795-1269-2C4C4DA065CB}" dt="2026-03-02T08:39:04.398" v="11" actId="14100"/>
        <pc:sldMkLst>
          <pc:docMk/>
          <pc:sldMk cId="1630386862" sldId="2147470008"/>
        </pc:sldMkLst>
        <pc:spChg chg="mod">
          <ac:chgData name="Shreya Singh" userId="S::shreya.singh@hsv.digital::b354311e-5542-4a3b-80c7-af4347e0a1ac" providerId="AD" clId="Web-{5F2EA3F7-75D8-6795-1269-2C4C4DA065CB}" dt="2026-03-02T08:38:46.242" v="8" actId="1076"/>
          <ac:spMkLst>
            <pc:docMk/>
            <pc:sldMk cId="1630386862" sldId="2147470008"/>
            <ac:spMk id="5" creationId="{40A7A011-A5B1-B465-6A3F-B4941EFA893C}"/>
          </ac:spMkLst>
        </pc:spChg>
        <pc:spChg chg="mod">
          <ac:chgData name="Shreya Singh" userId="S::shreya.singh@hsv.digital::b354311e-5542-4a3b-80c7-af4347e0a1ac" providerId="AD" clId="Web-{5F2EA3F7-75D8-6795-1269-2C4C4DA065CB}" dt="2026-03-02T08:38:46.179" v="6" actId="1076"/>
          <ac:spMkLst>
            <pc:docMk/>
            <pc:sldMk cId="1630386862" sldId="2147470008"/>
            <ac:spMk id="89" creationId="{2D7F975A-EFFC-ED2A-C751-F90289DD4D12}"/>
          </ac:spMkLst>
        </pc:spChg>
        <pc:spChg chg="mod">
          <ac:chgData name="Shreya Singh" userId="S::shreya.singh@hsv.digital::b354311e-5542-4a3b-80c7-af4347e0a1ac" providerId="AD" clId="Web-{5F2EA3F7-75D8-6795-1269-2C4C4DA065CB}" dt="2026-03-02T08:38:55.476" v="10" actId="14100"/>
          <ac:spMkLst>
            <pc:docMk/>
            <pc:sldMk cId="1630386862" sldId="2147470008"/>
            <ac:spMk id="91" creationId="{1F261787-A532-6E06-5DBB-DC560E196235}"/>
          </ac:spMkLst>
        </pc:spChg>
        <pc:grpChg chg="mod">
          <ac:chgData name="Shreya Singh" userId="S::shreya.singh@hsv.digital::b354311e-5542-4a3b-80c7-af4347e0a1ac" providerId="AD" clId="Web-{5F2EA3F7-75D8-6795-1269-2C4C4DA065CB}" dt="2026-03-02T08:38:46.226" v="7" actId="1076"/>
          <ac:grpSpMkLst>
            <pc:docMk/>
            <pc:sldMk cId="1630386862" sldId="2147470008"/>
            <ac:grpSpMk id="24" creationId="{B5803776-5E8B-2132-6273-96CF7F5813DA}"/>
          </ac:grpSpMkLst>
        </pc:grpChg>
        <pc:picChg chg="mod">
          <ac:chgData name="Shreya Singh" userId="S::shreya.singh@hsv.digital::b354311e-5542-4a3b-80c7-af4347e0a1ac" providerId="AD" clId="Web-{5F2EA3F7-75D8-6795-1269-2C4C4DA065CB}" dt="2026-03-02T08:39:04.398" v="11" actId="14100"/>
          <ac:picMkLst>
            <pc:docMk/>
            <pc:sldMk cId="1630386862" sldId="2147470008"/>
            <ac:picMk id="67" creationId="{935D4737-AF15-D2BD-A0CA-A169A8D5D2C5}"/>
          </ac:picMkLst>
        </pc:picChg>
      </pc:sldChg>
      <pc:sldChg chg="modSp">
        <pc:chgData name="Shreya Singh" userId="S::shreya.singh@hsv.digital::b354311e-5542-4a3b-80c7-af4347e0a1ac" providerId="AD" clId="Web-{5F2EA3F7-75D8-6795-1269-2C4C4DA065CB}" dt="2026-03-02T08:39:22.773" v="16" actId="1076"/>
        <pc:sldMkLst>
          <pc:docMk/>
          <pc:sldMk cId="3120473942" sldId="2147470021"/>
        </pc:sldMkLst>
        <pc:picChg chg="mod">
          <ac:chgData name="Shreya Singh" userId="S::shreya.singh@hsv.digital::b354311e-5542-4a3b-80c7-af4347e0a1ac" providerId="AD" clId="Web-{5F2EA3F7-75D8-6795-1269-2C4C4DA065CB}" dt="2026-03-02T08:39:18.726" v="15" actId="1076"/>
          <ac:picMkLst>
            <pc:docMk/>
            <pc:sldMk cId="3120473942" sldId="2147470021"/>
            <ac:picMk id="2" creationId="{F4973285-5912-C42B-2BD5-4C081235F53E}"/>
          </ac:picMkLst>
        </pc:picChg>
        <pc:picChg chg="mod">
          <ac:chgData name="Shreya Singh" userId="S::shreya.singh@hsv.digital::b354311e-5542-4a3b-80c7-af4347e0a1ac" providerId="AD" clId="Web-{5F2EA3F7-75D8-6795-1269-2C4C4DA065CB}" dt="2026-03-02T08:39:22.773" v="16" actId="1076"/>
          <ac:picMkLst>
            <pc:docMk/>
            <pc:sldMk cId="3120473942" sldId="2147470021"/>
            <ac:picMk id="3" creationId="{5183A55F-3F3F-0226-9194-CE7B504E0403}"/>
          </ac:picMkLst>
        </pc:picChg>
      </pc:sldChg>
    </pc:docChg>
  </pc:docChgLst>
  <pc:docChgLst>
    <pc:chgData name="Shreya Singh" userId="b354311e-5542-4a3b-80c7-af4347e0a1ac" providerId="ADAL" clId="{24CE2105-6015-495D-A54D-6F3B21ACCFC8}"/>
    <pc:docChg chg="modSld">
      <pc:chgData name="Shreya Singh" userId="b354311e-5542-4a3b-80c7-af4347e0a1ac" providerId="ADAL" clId="{24CE2105-6015-495D-A54D-6F3B21ACCFC8}" dt="2026-03-02T08:39:44.128" v="0" actId="1076"/>
      <pc:docMkLst>
        <pc:docMk/>
      </pc:docMkLst>
      <pc:sldChg chg="modSp mod">
        <pc:chgData name="Shreya Singh" userId="b354311e-5542-4a3b-80c7-af4347e0a1ac" providerId="ADAL" clId="{24CE2105-6015-495D-A54D-6F3B21ACCFC8}" dt="2026-03-02T08:39:44.128" v="0" actId="1076"/>
        <pc:sldMkLst>
          <pc:docMk/>
          <pc:sldMk cId="3120473942" sldId="2147470021"/>
        </pc:sldMkLst>
        <pc:picChg chg="mod">
          <ac:chgData name="Shreya Singh" userId="b354311e-5542-4a3b-80c7-af4347e0a1ac" providerId="ADAL" clId="{24CE2105-6015-495D-A54D-6F3B21ACCFC8}" dt="2026-03-02T08:39:44.128" v="0" actId="1076"/>
          <ac:picMkLst>
            <pc:docMk/>
            <pc:sldMk cId="3120473942" sldId="2147470021"/>
            <ac:picMk id="3" creationId="{5183A55F-3F3F-0226-9194-CE7B504E04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E8D2-FFAE-E855-3EDF-7A10B0F8E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E8A82-F3CF-8B35-A6AA-F8E89C7E565F}"/>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21B8B415-73A4-A9F6-E5EE-799E6F636C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058C56-E71D-4F43-486B-039897A8767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3099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483173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22588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0000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889952"/>
            <a:ext cx="4817269" cy="1214756"/>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42951"/>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29866407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395887450"/>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696660551"/>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741143"/>
      </p:ext>
    </p:extLst>
  </p:cSld>
  <p:clrMap bg1="lt1" tx1="dk1" bg2="lt2" tx2="dk2" accent1="accent1" accent2="accent2" accent3="accent3" accent4="accent4" accent5="accent5" accent6="accent6" hlink="hlink" folHlink="folHlink"/>
  <p:sldLayoutIdLst>
    <p:sldLayoutId id="2147483655" r:id="rId1"/>
    <p:sldLayoutId id="214748365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9.svg"/><Relationship Id="rId5" Type="http://schemas.openxmlformats.org/officeDocument/2006/relationships/image" Target="../media/image4.sv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png"/><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active-directory/fundamentals/whatis" TargetMode="External"/><Relationship Id="rId3" Type="http://schemas.openxmlformats.org/officeDocument/2006/relationships/image" Target="../media/image14.png"/><Relationship Id="rId7" Type="http://schemas.openxmlformats.org/officeDocument/2006/relationships/hyperlink" Target="https://www.microsoft.com/en-us/security/business/cloud-app-security"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hyperlink" Target="https://docs.microsoft.com/en-us/microsoft-365/security/office-365-security/?view=o365-worldwide" TargetMode="External"/><Relationship Id="rId11" Type="http://schemas.openxmlformats.org/officeDocument/2006/relationships/hyperlink" Target="https://learn.microsoft.com/en-us/azure/defender-for-iot/organizations/manage-subscriptions-enterprise" TargetMode="External"/><Relationship Id="rId5" Type="http://schemas.openxmlformats.org/officeDocument/2006/relationships/image" Target="../media/image16.png"/><Relationship Id="rId10" Type="http://schemas.openxmlformats.org/officeDocument/2006/relationships/hyperlink" Target="https://docs.microsoft.com/en-us/microsoft-365/security/defender-endpoint/?view=o365-worldwide" TargetMode="External"/><Relationship Id="rId4" Type="http://schemas.openxmlformats.org/officeDocument/2006/relationships/image" Target="../media/image15.png"/><Relationship Id="rId9" Type="http://schemas.openxmlformats.org/officeDocument/2006/relationships/hyperlink" Target="https://docs.microsoft.com/en-us/defender-for-identity/?view=o365-worldwid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0" y="342900"/>
            <a:ext cx="5667374" cy="7677149"/>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4298" y="86"/>
            <a:ext cx="5671672" cy="1417918"/>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70487" y="1668947"/>
            <a:ext cx="1469495" cy="2469254"/>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1" y="0"/>
            <a:ext cx="5667375" cy="1396789"/>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70487" y="552371"/>
            <a:ext cx="397216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chemeClr val="tx1">
                    <a:lumMod val="95000"/>
                    <a:lumOff val="5000"/>
                  </a:schemeClr>
                </a:solidFill>
                <a:latin typeface="Segoe Sans Display Semibold" pitchFamily="2" charset="0"/>
                <a:cs typeface="Segoe Sans Display Semibold" pitchFamily="2" charset="0"/>
              </a:rPr>
              <a:t>Microsoft Defender Suite for Microsoft 365 Business Premium</a:t>
            </a: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896592" y="1714916"/>
            <a:ext cx="3670004" cy="179601"/>
          </a:xfrm>
          <a:prstGeom prst="rect">
            <a:avLst/>
          </a:prstGeom>
          <a:noFill/>
        </p:spPr>
        <p:txBody>
          <a:bodyPr wrap="square" lIns="0" tIns="0" rIns="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600" b="0" i="0" u="none" strike="noStrike" cap="none" spc="0" normalizeH="0" baseline="0">
                <a:ln>
                  <a:noFill/>
                </a:ln>
                <a:solidFill>
                  <a:schemeClr val="accent1"/>
                </a:solidFill>
                <a:effectLst/>
                <a:uLnTx/>
                <a:uFillTx/>
                <a:latin typeface="Segoe Sans Display Semibold" pitchFamily="2" charset="0"/>
                <a:cs typeface="Segoe Sans Display Semibold" pitchFamily="2" charset="0"/>
              </a:defRPr>
            </a:lvl1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293699" y="228034"/>
            <a:ext cx="1319835" cy="167302"/>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899194" y="1985083"/>
            <a:ext cx="3470238" cy="2141612"/>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Zero Trust across your entire digital estate―</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Assume breach, verify each request, and fully authenticate and authorize every request before granting access.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exposure management―</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Continuously assess security posture, enable </a:t>
            </a:r>
            <a:r>
              <a:rPr kumimoji="0" lang="en-US" sz="1000" b="0" i="0" u="none" strike="noStrike" kern="1200" cap="none" spc="0" normalizeH="0" baseline="0" noProof="0">
                <a:ln>
                  <a:noFill/>
                </a:ln>
                <a:solidFill>
                  <a:srgbClr val="000000"/>
                </a:solidFill>
                <a:effectLst/>
                <a:uLnTx/>
                <a:uFillTx/>
                <a:latin typeface="Segoe UI"/>
                <a:ea typeface="+mn-ea"/>
                <a:cs typeface="+mn-cs"/>
              </a:rPr>
              <a:t>proactive risk management and protection of assets.</a:t>
            </a:r>
            <a:endPar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Unified security operations platform</a:t>
            </a:r>
            <a:r>
              <a:rPr kumimoji="0" lang="en-US" sz="1000" b="0" i="0" u="none" strike="noStrike" kern="1200" cap="none" spc="0" normalizeH="0" baseline="0" noProof="0">
                <a:ln>
                  <a:noFill/>
                </a:ln>
                <a:solidFill>
                  <a:srgbClr val="000000"/>
                </a:solidFill>
                <a:effectLst/>
                <a:uLnTx/>
                <a:uFillTx/>
                <a:latin typeface="Segoe UI"/>
                <a:ea typeface="+mn-ea"/>
                <a:cs typeface="+mn-cs"/>
              </a:rPr>
              <a:t>―Leverage a single, integrated solution for end-to-end security operations, enhancing </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280997" y="7704113"/>
            <a:ext cx="5113973" cy="100925"/>
          </a:xfrm>
          <a:prstGeom prst="rect">
            <a:avLst/>
          </a:prstGeom>
          <a:noFill/>
        </p:spPr>
        <p:txBody>
          <a:bodyPr wrap="square" lIns="0" tIns="0" rIns="0" bIns="0" rtlCol="0">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1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hlinkClick r:id="rId6"/>
              </a:rPr>
              <a:t>Source: Microsoft</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 	</a:t>
            </a:r>
            <a:r>
              <a:rPr kumimoji="0" lang="en-US" sz="656" b="0" i="0" u="none" strike="noStrike" kern="1200" cap="none" spc="0" normalizeH="0" baseline="30000" noProof="0">
                <a:ln>
                  <a:noFill/>
                </a:ln>
                <a:solidFill>
                  <a:srgbClr val="000000"/>
                </a:solidFill>
                <a:effectLst/>
                <a:uLnTx/>
                <a:uFillTx/>
                <a:latin typeface="Segoe Sans Display" pitchFamily="2" charset="0"/>
                <a:ea typeface="+mn-ea"/>
                <a:cs typeface="Segoe Sans Display" pitchFamily="2" charset="0"/>
              </a:rPr>
              <a:t>2 </a:t>
            </a:r>
            <a:r>
              <a:rPr kumimoji="0" lang="en-US" sz="656" b="0" i="0" u="none" strike="noStrike" kern="1200" cap="none" spc="0" normalizeH="0" baseline="0" noProof="0">
                <a:ln>
                  <a:noFill/>
                </a:ln>
                <a:solidFill>
                  <a:srgbClr val="000000"/>
                </a:solidFill>
                <a:effectLst/>
                <a:uLnTx/>
                <a:uFillTx/>
                <a:latin typeface="Segoe Sans Text" pitchFamily="2" charset="0"/>
                <a:ea typeface="+mn-ea"/>
                <a:cs typeface="+mn-cs"/>
              </a:rPr>
              <a:t>Source: </a:t>
            </a:r>
            <a:r>
              <a:rPr kumimoji="0" lang="en-US" sz="510" b="0" i="0" u="none" strike="noStrike" kern="1200" cap="none" spc="0" normalizeH="0" baseline="0" noProof="0">
                <a:ln>
                  <a:noFill/>
                </a:ln>
                <a:solidFill>
                  <a:srgbClr val="000000"/>
                </a:solidFill>
                <a:effectLst/>
                <a:uLnTx/>
                <a:uFillTx/>
                <a:latin typeface="Segoe Sans Text" pitchFamily="2" charset="0"/>
                <a:ea typeface="+mn-ea"/>
                <a:cs typeface="+mn-cs"/>
              </a:rPr>
              <a:t>IBM Cost of a Data Breach Report, IBM, p. 6​</a:t>
            </a:r>
            <a:endParaRPr kumimoji="0" lang="en-US" sz="656" b="0" i="0" u="none" strike="noStrike" kern="1200" cap="none" spc="0" normalizeH="0" baseline="0" noProof="0">
              <a:ln>
                <a:noFill/>
              </a:ln>
              <a:solidFill>
                <a:srgbClr val="000000"/>
              </a:solidFill>
              <a:effectLst/>
              <a:uLnTx/>
              <a:uFillTx/>
              <a:latin typeface="Segoe UI" panose="020B0502040204020203" pitchFamily="34" charset="0"/>
              <a:ea typeface="+mn-ea"/>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388447" y="4278348"/>
            <a:ext cx="4895999" cy="266700"/>
          </a:xfrm>
          <a:prstGeom prst="rect">
            <a:avLst/>
          </a:prstGeom>
          <a:no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base"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a:noFill/>
                </a:ln>
                <a:solidFill>
                  <a:srgbClr val="C03BC4"/>
                </a:solidFill>
                <a:effectLst/>
                <a:uLnTx/>
                <a:uFillTx/>
                <a:latin typeface="Segoe Sans Display Semibold" pitchFamily="2" charset="0"/>
                <a:ea typeface="+mn-ea"/>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7048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0605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4132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7718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412745"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271966" y="5078668"/>
            <a:ext cx="97985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71563"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Risk-based conditional   access and sign     -in assessment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risky sign-ins and user behavior anomalies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07531"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08460" y="5459025"/>
            <a:ext cx="99823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Threat and suspicious user activity detection</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Built-in response and automated playbooks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2806"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62254"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Industry-leading antimalware and conditional access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Endpoint security and EDR with advanced threat hunting</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78660" y="5078668"/>
            <a:ext cx="92651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98110" y="5459024"/>
            <a:ext cx="926511" cy="1549142"/>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Advanced email and collaboration security with automated investigation   and response </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414224" y="5078668"/>
            <a:ext cx="749207"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430310" y="5459025"/>
            <a:ext cx="94504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Visibility into “Shadow IT”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Uncovers configuration gaps and offers recommendations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err="1">
                <a:ln>
                  <a:noFill/>
                </a:ln>
                <a:solidFill>
                  <a:srgbClr val="000000">
                    <a:lumMod val="85000"/>
                    <a:lumOff val="15000"/>
                  </a:srgbClr>
                </a:solidFill>
                <a:effectLst/>
                <a:uLnTx/>
                <a:uFillTx/>
                <a:latin typeface="Segoe Sans Display" pitchFamily="2" charset="0"/>
                <a:ea typeface="+mn-ea"/>
                <a:cs typeface="Segoe Sans Display" pitchFamily="2" charset="0"/>
              </a:rPr>
              <a:t>LoB</a:t>
            </a:r>
            <a:r>
              <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40877" y="4769074"/>
            <a:ext cx="260128" cy="260127"/>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392861" y="4769074"/>
            <a:ext cx="260128" cy="260127"/>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22619" y="4769074"/>
            <a:ext cx="260128" cy="260127"/>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67194" y="4769074"/>
            <a:ext cx="260128" cy="260127"/>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96952" y="4769074"/>
            <a:ext cx="260128" cy="260127"/>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18138" y="1792553"/>
            <a:ext cx="1174190" cy="2189184"/>
            <a:chOff x="474385" y="2278797"/>
            <a:chExt cx="1610317" cy="3002309"/>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0"/>
              <a:ext cx="1610317" cy="1793986"/>
            </a:xfrm>
            <a:prstGeom prst="rect">
              <a:avLst/>
            </a:prstGeom>
            <a:noFill/>
          </p:spPr>
          <p:txBody>
            <a:bodyPr wrap="square" lIns="0" tIns="0" rIns="0" bIns="0" anchor="t">
              <a:spAutoFit/>
            </a:bodyPr>
            <a:lstStyle>
              <a:defPPr>
                <a:defRPr lang="en-US"/>
              </a:defPPr>
              <a:lvl1pPr marR="0" lvl="0" indent="0" algn="ctr" fontAlgn="auto">
                <a:lnSpc>
                  <a:spcPct val="100000"/>
                </a:lnSpc>
                <a:spcBef>
                  <a:spcPts val="0"/>
                </a:spcBef>
                <a:spcAft>
                  <a:spcPts val="600"/>
                </a:spcAft>
                <a:buClrTx/>
                <a:buSzTx/>
                <a:buFontTx/>
                <a:buNone/>
                <a:tabLst/>
                <a:defRPr kumimoji="0" sz="2000" b="0" i="0" u="none" strike="noStrike" cap="none" spc="0" normalizeH="0" baseline="0">
                  <a:ln>
                    <a:noFill/>
                  </a:ln>
                  <a:gradFill>
                    <a:gsLst>
                      <a:gs pos="45000">
                        <a:srgbClr val="2A446F"/>
                      </a:gs>
                      <a:gs pos="100000">
                        <a:srgbClr val="2A446F"/>
                      </a:gs>
                    </a:gsLst>
                    <a:lin ang="2700000" scaled="1"/>
                  </a:gradFill>
                  <a:effectLst/>
                  <a:uLnTx/>
                  <a:uFillTx/>
                  <a:cs typeface="Segoe UI" panose="020B0502040204020203" pitchFamily="34" charset="0"/>
                </a:defRPr>
              </a:lvl1pPr>
            </a:lstStyle>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Industry leader</a:t>
              </a:r>
            </a:p>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Microsoft is the        only security vendor recognized as a leader across 19 categories by Gartner, Forrester, and IDC.</a:t>
              </a:r>
              <a:r>
                <a:rPr kumimoji="0" lang="en-US" sz="1000" b="0" i="0" u="none" strike="noStrike" kern="1200" cap="none" spc="0" normalizeH="0" baseline="30000" noProof="0">
                  <a:ln>
                    <a:noFill/>
                  </a:ln>
                  <a:solidFill>
                    <a:srgbClr val="FFFFFF"/>
                  </a:solidFill>
                  <a:effectLst/>
                  <a:uLnTx/>
                  <a:uFillTx/>
                  <a:latin typeface="Segoe Sans Display" pitchFamily="2" charset="0"/>
                  <a:ea typeface="+mn-ea"/>
                  <a:cs typeface="Segoe Sans Display" pitchFamily="2" charset="0"/>
                </a:rPr>
                <a:t> 1 </a:t>
              </a:r>
              <a:endParaRPr kumimoji="0" lang="en-US" sz="1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5142" y="1972224"/>
            <a:ext cx="465563" cy="465563"/>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314"/>
            <a:ext cx="5667374" cy="8013735"/>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94539" y="1693875"/>
            <a:ext cx="1617573" cy="2870755"/>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2197" y="3383256"/>
            <a:ext cx="1330369" cy="556564"/>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466302"/>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black">
          <a:xfrm>
            <a:off x="304210" y="243499"/>
            <a:ext cx="1319835" cy="167302"/>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74982" y="2141074"/>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7022-0953-263B-2F63-E879BE6BEB90}"/>
            </a:ext>
          </a:extLst>
        </p:cNvPr>
        <p:cNvGrpSpPr/>
        <p:nvPr/>
      </p:nvGrpSpPr>
      <p:grpSpPr>
        <a:xfrm>
          <a:off x="0" y="0"/>
          <a:ext cx="0" cy="0"/>
          <a:chOff x="0" y="0"/>
          <a:chExt cx="0" cy="0"/>
        </a:xfrm>
      </p:grpSpPr>
      <p:pic>
        <p:nvPicPr>
          <p:cNvPr id="3" name="Picture 2" descr="preencoded.png">
            <a:extLst>
              <a:ext uri="{FF2B5EF4-FFF2-40B4-BE49-F238E27FC236}">
                <a16:creationId xmlns:a16="http://schemas.microsoft.com/office/drawing/2014/main" id="{5183A55F-3F3F-0226-9194-CE7B504E0403}"/>
              </a:ext>
            </a:extLst>
          </p:cNvPr>
          <p:cNvPicPr>
            <a:picLocks noChangeAspect="1"/>
          </p:cNvPicPr>
          <p:nvPr/>
        </p:nvPicPr>
        <p:blipFill>
          <a:blip r:embed="rId3"/>
          <a:stretch>
            <a:fillRect/>
          </a:stretch>
        </p:blipFill>
        <p:spPr>
          <a:xfrm>
            <a:off x="-3920" y="0"/>
            <a:ext cx="5673838" cy="8017656"/>
          </a:xfrm>
          <a:prstGeom prst="rect">
            <a:avLst/>
          </a:prstGeom>
        </p:spPr>
      </p:pic>
      <p:pic>
        <p:nvPicPr>
          <p:cNvPr id="2" name="Picture 1" descr="A planet in space with a black background&#10;&#10;AI-generated content may be incorrect.">
            <a:extLst>
              <a:ext uri="{FF2B5EF4-FFF2-40B4-BE49-F238E27FC236}">
                <a16:creationId xmlns:a16="http://schemas.microsoft.com/office/drawing/2014/main" id="{F4973285-5912-C42B-2BD5-4C081235F53E}"/>
              </a:ext>
            </a:extLst>
          </p:cNvPr>
          <p:cNvPicPr>
            <a:picLocks noChangeAspect="1"/>
          </p:cNvPicPr>
          <p:nvPr/>
        </p:nvPicPr>
        <p:blipFill>
          <a:blip r:embed="rId4"/>
          <a:stretch>
            <a:fillRect/>
          </a:stretch>
        </p:blipFill>
        <p:spPr>
          <a:xfrm>
            <a:off x="921713" y="2324"/>
            <a:ext cx="4750189" cy="1458516"/>
          </a:xfrm>
          <a:prstGeom prst="rect">
            <a:avLst/>
          </a:prstGeom>
        </p:spPr>
      </p:pic>
      <p:pic>
        <p:nvPicPr>
          <p:cNvPr id="4" name="Picture 3" descr="A planet in space with a black background&#10;&#10;AI-generated content may be incorrect.">
            <a:extLst>
              <a:ext uri="{FF2B5EF4-FFF2-40B4-BE49-F238E27FC236}">
                <a16:creationId xmlns:a16="http://schemas.microsoft.com/office/drawing/2014/main" id="{FECBBD0C-33BB-FCF5-277D-AFBC656D63A1}"/>
              </a:ext>
            </a:extLst>
          </p:cNvPr>
          <p:cNvPicPr>
            <a:picLocks noChangeAspect="1"/>
          </p:cNvPicPr>
          <p:nvPr/>
        </p:nvPicPr>
        <p:blipFill>
          <a:blip r:embed="rId4"/>
          <a:srcRect l="47903"/>
          <a:stretch>
            <a:fillRect/>
          </a:stretch>
        </p:blipFill>
        <p:spPr>
          <a:xfrm rot="10800000">
            <a:off x="-5905" y="4678252"/>
            <a:ext cx="5673280" cy="3343650"/>
          </a:xfrm>
          <a:prstGeom prst="rect">
            <a:avLst/>
          </a:prstGeom>
        </p:spPr>
      </p:pic>
      <p:pic>
        <p:nvPicPr>
          <p:cNvPr id="35" name="Rectangle 34658328" descr="preencoded.png">
            <a:extLst>
              <a:ext uri="{FF2B5EF4-FFF2-40B4-BE49-F238E27FC236}">
                <a16:creationId xmlns:a16="http://schemas.microsoft.com/office/drawing/2014/main" id="{949B0A9B-FAD2-EFDE-2B8A-CDEED4923C15}"/>
              </a:ext>
            </a:extLst>
          </p:cNvPr>
          <p:cNvPicPr>
            <a:picLocks noChangeAspect="1"/>
          </p:cNvPicPr>
          <p:nvPr/>
        </p:nvPicPr>
        <p:blipFill>
          <a:blip r:embed="rId5"/>
          <a:srcRect/>
          <a:stretch/>
        </p:blipFill>
        <p:spPr>
          <a:xfrm>
            <a:off x="128184" y="1155348"/>
            <a:ext cx="5468474" cy="6653110"/>
          </a:xfrm>
          <a:prstGeom prst="rect">
            <a:avLst/>
          </a:prstGeom>
        </p:spPr>
      </p:pic>
      <p:graphicFrame>
        <p:nvGraphicFramePr>
          <p:cNvPr id="36" name="Table 35">
            <a:extLst>
              <a:ext uri="{FF2B5EF4-FFF2-40B4-BE49-F238E27FC236}">
                <a16:creationId xmlns:a16="http://schemas.microsoft.com/office/drawing/2014/main" id="{6D0E01E6-050E-A4E4-55C5-262EB2256E2A}"/>
              </a:ext>
            </a:extLst>
          </p:cNvPr>
          <p:cNvGraphicFramePr>
            <a:graphicFrameLocks noGrp="1"/>
          </p:cNvGraphicFramePr>
          <p:nvPr/>
        </p:nvGraphicFramePr>
        <p:xfrm>
          <a:off x="806125" y="1515833"/>
          <a:ext cx="4414576" cy="5639369"/>
        </p:xfrm>
        <a:graphic>
          <a:graphicData uri="http://schemas.openxmlformats.org/drawingml/2006/table">
            <a:tbl>
              <a:tblPr firstRow="1" bandRow="1">
                <a:effectLst>
                  <a:innerShdw blurRad="381000">
                    <a:prstClr val="black">
                      <a:alpha val="10000"/>
                    </a:prstClr>
                  </a:innerShdw>
                </a:effectLst>
              </a:tblPr>
              <a:tblGrid>
                <a:gridCol w="1416662">
                  <a:extLst>
                    <a:ext uri="{9D8B030D-6E8A-4147-A177-3AD203B41FA5}">
                      <a16:colId xmlns:a16="http://schemas.microsoft.com/office/drawing/2014/main" val="259652654"/>
                    </a:ext>
                  </a:extLst>
                </a:gridCol>
                <a:gridCol w="542929">
                  <a:extLst>
                    <a:ext uri="{9D8B030D-6E8A-4147-A177-3AD203B41FA5}">
                      <a16:colId xmlns:a16="http://schemas.microsoft.com/office/drawing/2014/main" val="2297842495"/>
                    </a:ext>
                  </a:extLst>
                </a:gridCol>
                <a:gridCol w="2454985">
                  <a:extLst>
                    <a:ext uri="{9D8B030D-6E8A-4147-A177-3AD203B41FA5}">
                      <a16:colId xmlns:a16="http://schemas.microsoft.com/office/drawing/2014/main" val="20001"/>
                    </a:ext>
                  </a:extLst>
                </a:gridCol>
              </a:tblGrid>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6">
                            <a:extLst>
                              <a:ext uri="{A12FA001-AC4F-418D-AE19-62706E023703}">
                                <ahyp:hlinkClr xmlns:ahyp="http://schemas.microsoft.com/office/drawing/2018/hyperlinkcolor" val="tx"/>
                              </a:ext>
                            </a:extLst>
                          </a:hlinkClick>
                        </a:rPr>
                        <a:t>Microsoft Defender for Office 365 Plan 2</a:t>
                      </a:r>
                      <a:endParaRPr lang="en-US" sz="800" b="1" u="sng">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a:solidFill>
                            <a:srgbClr val="000000"/>
                          </a:solidFill>
                          <a:effectLst/>
                          <a:latin typeface="Segoe UI" panose="020B0502040204020203" pitchFamily="34" charset="0"/>
                          <a:ea typeface="Calibri" panose="020F0502020204030204" pitchFamily="34" charset="0"/>
                          <a:cs typeface="Segoe UI" panose="020B0502040204020203" pitchFamily="34" charset="0"/>
                        </a:rPr>
                        <a:t>$5.00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ClrTx/>
                        <a:buSzTx/>
                        <a:buFontTx/>
                        <a:buNone/>
                      </a:pPr>
                      <a:r>
                        <a:rPr lang="en-US" sz="800" b="1">
                          <a:solidFill>
                            <a:srgbClr val="000000"/>
                          </a:solidFill>
                          <a:latin typeface="Segoe UI Bold" pitchFamily="34" charset="0"/>
                          <a:ea typeface="Segoe UI Bold" pitchFamily="34" charset="-122"/>
                          <a:cs typeface="Segoe UI Bold" pitchFamily="34" charset="-120"/>
                        </a:rPr>
                        <a:t>Automated investigation and response</a:t>
                      </a:r>
                      <a:r>
                        <a:rPr lang="en-US" sz="800">
                          <a:solidFill>
                            <a:srgbClr val="000000"/>
                          </a:solidFill>
                          <a:latin typeface="Segoe UI Regular" pitchFamily="34" charset="0"/>
                          <a:ea typeface="Segoe UI Regular" pitchFamily="34" charset="-122"/>
                          <a:cs typeface="Segoe UI Regular" pitchFamily="34" charset="-120"/>
                        </a:rPr>
                        <a:t>, and end user phishing simulation trainings</a:t>
                      </a:r>
                      <a:endParaRPr lang="en-US" sz="800" b="0" i="0">
                        <a:solidFill>
                          <a:srgbClr val="000000"/>
                        </a:solidFill>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539013">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hlinkClick r:id="rId7">
                            <a:extLst>
                              <a:ext uri="{A12FA001-AC4F-418D-AE19-62706E023703}">
                                <ahyp:hlinkClr xmlns:ahyp="http://schemas.microsoft.com/office/drawing/2018/hyperlinkcolor" val="tx"/>
                              </a:ext>
                            </a:extLst>
                          </a:hlinkClick>
                        </a:rPr>
                        <a:t>Microsoft Defender for Cloud Apps</a:t>
                      </a:r>
                      <a:endParaRPr kumimoji="0" lang="en-US" sz="800" b="1" i="0" u="sng" strike="noStrike" kern="1200" cap="none" spc="0" normalizeH="0" baseline="30000" noProof="0">
                        <a:ln>
                          <a:noFill/>
                        </a:ln>
                        <a:solidFill>
                          <a:srgbClr val="8A226F"/>
                        </a:solidFill>
                        <a:effectLst/>
                        <a:uLnTx/>
                        <a:uFillTx/>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Segoe UI" panose="020B0502040204020203" pitchFamily="34" charset="0"/>
                          <a:ea typeface="Calibri" panose="020F0502020204030204" pitchFamily="34" charset="0"/>
                          <a:cs typeface="Segoe UI" panose="020B0502040204020203" pitchFamily="34" charset="0"/>
                        </a:rPr>
                        <a:t>$3.50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Automatically discover and block apps</a:t>
                      </a:r>
                      <a:r>
                        <a:rPr lang="en-US" sz="800">
                          <a:solidFill>
                            <a:srgbClr val="000000"/>
                          </a:solidFill>
                          <a:latin typeface="Segoe UI Regular" pitchFamily="34" charset="0"/>
                          <a:ea typeface="Segoe UI Regular" pitchFamily="34" charset="-122"/>
                          <a:cs typeface="Segoe UI Regular" pitchFamily="34" charset="-120"/>
                        </a:rPr>
                        <a:t> based on risk level, unusual user activity, or data-sharing behavior</a:t>
                      </a:r>
                      <a:endParaRPr lang="en-US" sz="800" b="0" i="0" baseline="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9606157"/>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8">
                            <a:extLst>
                              <a:ext uri="{A12FA001-AC4F-418D-AE19-62706E023703}">
                                <ahyp:hlinkClr xmlns:ahyp="http://schemas.microsoft.com/office/drawing/2018/hyperlinkcolor" val="tx"/>
                              </a:ext>
                            </a:extLst>
                          </a:hlinkClick>
                        </a:rPr>
                        <a:t>Microsoft Entra ID P2</a:t>
                      </a:r>
                      <a:endParaRPr lang="en-US" sz="800" b="1" u="none"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$9.00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b="1">
                          <a:solidFill>
                            <a:srgbClr val="000000"/>
                          </a:solidFill>
                          <a:latin typeface="Segoe UI Bold" pitchFamily="34" charset="0"/>
                          <a:ea typeface="Segoe UI Bold" pitchFamily="34" charset="-122"/>
                          <a:cs typeface="Segoe UI Bold" pitchFamily="34" charset="-120"/>
                        </a:rPr>
                        <a:t>Risk-based conditional access</a:t>
                      </a:r>
                      <a:r>
                        <a:rPr lang="en-US" sz="800">
                          <a:solidFill>
                            <a:srgbClr val="000000"/>
                          </a:solidFill>
                          <a:latin typeface="Segoe UI Regular" pitchFamily="34" charset="0"/>
                          <a:ea typeface="Segoe UI Regular" pitchFamily="34" charset="-122"/>
                          <a:cs typeface="Segoe UI Regular" pitchFamily="34" charset="-120"/>
                        </a:rPr>
                        <a:t>, visibility into risky sign-ins and user behavior anomalies. </a:t>
                      </a:r>
                      <a:r>
                        <a:rPr lang="en-US" sz="800" b="1">
                          <a:solidFill>
                            <a:srgbClr val="000000"/>
                          </a:solidFill>
                          <a:latin typeface="Segoe UI Bold" pitchFamily="34" charset="0"/>
                          <a:ea typeface="Segoe UI Bold" pitchFamily="34" charset="-122"/>
                          <a:cs typeface="Segoe UI Bold" pitchFamily="34" charset="-120"/>
                        </a:rPr>
                        <a:t>ID Governance </a:t>
                      </a:r>
                      <a:r>
                        <a:rPr lang="en-US" sz="800">
                          <a:solidFill>
                            <a:srgbClr val="000000"/>
                          </a:solidFill>
                          <a:latin typeface="Segoe UI Regular" pitchFamily="34" charset="0"/>
                          <a:ea typeface="Segoe UI Regular" pitchFamily="34" charset="-122"/>
                          <a:cs typeface="Segoe UI Regular" pitchFamily="34" charset="-120"/>
                        </a:rPr>
                        <a:t>and </a:t>
                      </a:r>
                      <a:r>
                        <a:rPr lang="en-US" sz="800" b="1">
                          <a:solidFill>
                            <a:srgbClr val="000000"/>
                          </a:solidFill>
                          <a:latin typeface="Segoe UI Bold" pitchFamily="34" charset="0"/>
                          <a:ea typeface="Segoe UI Bold" pitchFamily="34" charset="-122"/>
                          <a:cs typeface="Segoe UI Bold" pitchFamily="34" charset="-120"/>
                        </a:rPr>
                        <a:t>Privileged Identity Management</a:t>
                      </a:r>
                      <a:endParaRPr lang="en-US" sz="800" b="0" i="0" kern="1200">
                        <a:solidFill>
                          <a:srgbClr val="000000"/>
                        </a:solidFill>
                        <a:effectLst/>
                        <a:latin typeface="Segoe UI" panose="020B0502040204020203" pitchFamily="34" charset="0"/>
                        <a:ea typeface="Calibri" panose="020F0502020204030204"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365125"/>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nSpc>
                          <a:spcPct val="100000"/>
                        </a:lnSpc>
                        <a:spcBef>
                          <a:spcPts val="0"/>
                        </a:spcBef>
                        <a:spcAft>
                          <a:spcPts val="0"/>
                        </a:spcAft>
                      </a:pPr>
                      <a:r>
                        <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hlinkClick r:id="rId9">
                            <a:extLst>
                              <a:ext uri="{A12FA001-AC4F-418D-AE19-62706E023703}">
                                <ahyp:hlinkClr xmlns:ahyp="http://schemas.microsoft.com/office/drawing/2018/hyperlinkcolor" val="tx"/>
                              </a:ext>
                            </a:extLst>
                          </a:hlinkClick>
                        </a:rPr>
                        <a:t>Microsoft Defender for Identity</a:t>
                      </a:r>
                      <a:endParaRPr lang="en-US" sz="800" b="1" u="sng" kern="1200">
                        <a:solidFill>
                          <a:srgbClr val="8A226F"/>
                        </a:solidFill>
                        <a:effectLst/>
                        <a:latin typeface="Segoe UI" panose="020B0502040204020203" pitchFamily="34" charset="0"/>
                        <a:ea typeface="Calibri" panose="020F0502020204030204" pitchFamily="34" charset="0"/>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algn="ctr">
                        <a:lnSpc>
                          <a:spcPct val="100000"/>
                        </a:lnSpc>
                        <a:spcBef>
                          <a:spcPts val="0"/>
                        </a:spcBef>
                        <a:spcAft>
                          <a:spcPts val="0"/>
                        </a:spcAft>
                      </a:pPr>
                      <a:r>
                        <a:rPr lang="en-US" sz="800" b="1" kern="1200">
                          <a:solidFill>
                            <a:srgbClr val="000000"/>
                          </a:solidFill>
                          <a:effectLst/>
                          <a:latin typeface="Segoe UI" panose="020B0502040204020203" pitchFamily="34" charset="0"/>
                          <a:ea typeface="Calibri" panose="020F0502020204030204" pitchFamily="34" charset="0"/>
                          <a:cs typeface="Segoe UI" panose="020B0502040204020203" pitchFamily="34" charset="0"/>
                        </a:rPr>
                        <a:t>$5.50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a:lnSpc>
                          <a:spcPct val="100000"/>
                        </a:lnSpc>
                        <a:spcBef>
                          <a:spcPts val="0"/>
                        </a:spcBef>
                        <a:spcAft>
                          <a:spcPts val="0"/>
                        </a:spcAft>
                      </a:pPr>
                      <a:r>
                        <a:rPr lang="en-US" sz="800">
                          <a:solidFill>
                            <a:srgbClr val="000000"/>
                          </a:solidFill>
                          <a:latin typeface="Segoe UI Regular" pitchFamily="34" charset="0"/>
                          <a:ea typeface="Segoe UI Regular" pitchFamily="34" charset="-122"/>
                          <a:cs typeface="Segoe UI Regular" pitchFamily="34" charset="-120"/>
                        </a:rPr>
                        <a:t>Identify, detect, and investigate </a:t>
                      </a:r>
                      <a:r>
                        <a:rPr lang="en-US" sz="800" b="1">
                          <a:solidFill>
                            <a:srgbClr val="000000"/>
                          </a:solidFill>
                          <a:latin typeface="Segoe UI Bold" pitchFamily="34" charset="0"/>
                          <a:ea typeface="Segoe UI Bold" pitchFamily="34" charset="-122"/>
                          <a:cs typeface="Segoe UI Bold" pitchFamily="34" charset="-120"/>
                        </a:rPr>
                        <a:t>advanced threats, compromised identities, and malicious insider actions</a:t>
                      </a:r>
                      <a:endParaRPr lang="en-US" sz="800" b="0" i="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1762922"/>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nSpc>
                          <a:spcPct val="100000"/>
                        </a:lnSpc>
                        <a:spcBef>
                          <a:spcPts val="0"/>
                        </a:spcBef>
                        <a:spcAft>
                          <a:spcPts val="0"/>
                        </a:spcAft>
                      </a:pPr>
                      <a:r>
                        <a:rPr lang="en-US" sz="800" b="1" u="sng" kern="1200">
                          <a:solidFill>
                            <a:srgbClr val="8A226F"/>
                          </a:solidFill>
                          <a:effectLst/>
                          <a:latin typeface="Segoe UI" panose="020B0502040204020203" pitchFamily="34" charset="0"/>
                          <a:cs typeface="Segoe UI" panose="020B0502040204020203" pitchFamily="34" charset="0"/>
                          <a:hlinkClick r:id="rId10">
                            <a:extLst>
                              <a:ext uri="{A12FA001-AC4F-418D-AE19-62706E023703}">
                                <ahyp:hlinkClr xmlns:ahyp="http://schemas.microsoft.com/office/drawing/2018/hyperlinkcolor" val="tx"/>
                              </a:ext>
                            </a:extLst>
                          </a:hlinkClick>
                        </a:rPr>
                        <a:t>Microsoft Defender for Endpoint</a:t>
                      </a:r>
                      <a:r>
                        <a:rPr lang="en-US" sz="800" b="1" u="sng" kern="1200">
                          <a:solidFill>
                            <a:srgbClr val="8A226F"/>
                          </a:solidFill>
                          <a:effectLst/>
                          <a:latin typeface="Segoe UI" panose="020B0502040204020203" pitchFamily="34" charset="0"/>
                          <a:cs typeface="Segoe UI" panose="020B0502040204020203" pitchFamily="34" charset="0"/>
                        </a:rPr>
                        <a:t> Plan 2</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algn="ctr">
                        <a:lnSpc>
                          <a:spcPct val="100000"/>
                        </a:lnSpc>
                        <a:spcBef>
                          <a:spcPts val="0"/>
                        </a:spcBef>
                        <a:spcAft>
                          <a:spcPts val="0"/>
                        </a:spcAft>
                      </a:pPr>
                      <a:r>
                        <a:rPr lang="en-US" sz="800" b="1" kern="1200">
                          <a:solidFill>
                            <a:srgbClr val="000000"/>
                          </a:solidFill>
                          <a:effectLst/>
                          <a:latin typeface="Segoe UI" panose="020B0502040204020203" pitchFamily="34" charset="0"/>
                          <a:cs typeface="Segoe UI" panose="020B0502040204020203" pitchFamily="34" charset="0"/>
                        </a:rPr>
                        <a:t>$5.20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rtl="0" eaLnBrk="1" fontAlgn="auto" latinLnBrk="0" hangingPunct="1">
                        <a:lnSpc>
                          <a:spcPct val="100000"/>
                        </a:lnSpc>
                        <a:spcBef>
                          <a:spcPts val="0"/>
                        </a:spcBef>
                        <a:spcAft>
                          <a:spcPts val="0"/>
                        </a:spcAft>
                        <a:buFontTx/>
                        <a:buNone/>
                      </a:pPr>
                      <a:r>
                        <a:rPr lang="en-US" sz="800" b="1">
                          <a:solidFill>
                            <a:srgbClr val="000000"/>
                          </a:solidFill>
                          <a:latin typeface="Segoe UI Bold" pitchFamily="34" charset="0"/>
                          <a:ea typeface="Segoe UI Bold" pitchFamily="34" charset="-122"/>
                          <a:cs typeface="Segoe UI Bold" pitchFamily="34" charset="-120"/>
                        </a:rPr>
                        <a:t>EDR with advanced threat hunting</a:t>
                      </a:r>
                      <a:r>
                        <a:rPr lang="en-US" sz="800">
                          <a:solidFill>
                            <a:srgbClr val="000000"/>
                          </a:solidFill>
                          <a:latin typeface="Segoe UI Regular" pitchFamily="34" charset="0"/>
                          <a:ea typeface="Segoe UI Regular" pitchFamily="34" charset="-122"/>
                          <a:cs typeface="Segoe UI Regular" pitchFamily="34" charset="-120"/>
                        </a:rPr>
                        <a:t>, as well as access to threat experts for additional investigations</a:t>
                      </a:r>
                      <a:endParaRPr lang="en-US" sz="800" b="0" i="0" kern="1200">
                        <a:solidFill>
                          <a:srgbClr val="000000"/>
                        </a:solidFill>
                        <a:effectLst/>
                        <a:latin typeface="Segoe UI" panose="020B0502040204020203" pitchFamily="34" charset="0"/>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678730"/>
                  </a:ext>
                </a:extLst>
              </a:tr>
              <a:tr h="539013">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Microsoft Defender for IoT – EIoT</a:t>
                      </a:r>
                      <a:r>
                        <a:rPr lang="en-US" sz="800" b="1" u="sng" kern="1200" baseline="30000">
                          <a:solidFill>
                            <a:srgbClr val="8A226F"/>
                          </a:solidFill>
                          <a:effectLst/>
                          <a:latin typeface="Segoe UI" panose="020B0502040204020203" pitchFamily="34" charset="0"/>
                          <a:ea typeface="+mn-ea"/>
                          <a:cs typeface="Segoe UI" panose="020B0502040204020203" pitchFamily="34" charset="0"/>
                          <a:hlinkClick r:id="rId11">
                            <a:extLst>
                              <a:ext uri="{A12FA001-AC4F-418D-AE19-62706E023703}">
                                <ahyp:hlinkClr xmlns:ahyp="http://schemas.microsoft.com/office/drawing/2018/hyperlinkcolor" val="tx"/>
                              </a:ext>
                            </a:extLst>
                          </a:hlinkClick>
                        </a:rPr>
                        <a:t>2</a:t>
                      </a:r>
                      <a:endParaRPr lang="en-US" sz="800" b="1" u="sng" kern="1200" baseline="30000">
                        <a:solidFill>
                          <a:srgbClr val="8A226F"/>
                        </a:solidFill>
                        <a:effectLst/>
                        <a:latin typeface="Segoe UI" panose="020B0502040204020203" pitchFamily="34" charset="0"/>
                        <a:ea typeface="+mn-ea"/>
                        <a:cs typeface="Segoe UI" panose="020B0502040204020203" pitchFamily="34" charset="0"/>
                      </a:endParaRP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$0.85*</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0" i="0" kern="1200">
                          <a:solidFill>
                            <a:srgbClr val="000000"/>
                          </a:solidFill>
                          <a:effectLst/>
                          <a:latin typeface="Segoe UI" panose="020B0502040204020203" pitchFamily="34" charset="0"/>
                          <a:cs typeface="Segoe UI" panose="020B0502040204020203" pitchFamily="34" charset="0"/>
                        </a:rPr>
                        <a:t>Enables discovery of network devices, vulnerability management, and threat detection and response.</a:t>
                      </a: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2853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M365 E5 ​eDiscovery &amp; Audit ​</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Integrated tools and deep visibility for legal and compliance teams to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streamline investigations, enforce legal holds, and maintain regulatory readiness</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5950" marR="66675"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6897632"/>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Information Protection &amp; Governance</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$7.00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Segoe UI"/>
                        </a:defRPr>
                      </a:lvl1pPr>
                      <a:lvl2pPr marL="457200" algn="l" defTabSz="914400" rtl="0" eaLnBrk="1" latinLnBrk="0" hangingPunct="1">
                        <a:defRPr sz="1800" kern="1200">
                          <a:solidFill>
                            <a:schemeClr val="tx1"/>
                          </a:solidFill>
                          <a:latin typeface="Segoe UI"/>
                        </a:defRPr>
                      </a:lvl2pPr>
                      <a:lvl3pPr marL="914400" algn="l" defTabSz="914400" rtl="0" eaLnBrk="1" latinLnBrk="0" hangingPunct="1">
                        <a:defRPr sz="1800" kern="1200">
                          <a:solidFill>
                            <a:schemeClr val="tx1"/>
                          </a:solidFill>
                          <a:latin typeface="Segoe UI"/>
                        </a:defRPr>
                      </a:lvl3pPr>
                      <a:lvl4pPr marL="1371600" algn="l" defTabSz="914400" rtl="0" eaLnBrk="1" latinLnBrk="0" hangingPunct="1">
                        <a:defRPr sz="1800" kern="1200">
                          <a:solidFill>
                            <a:schemeClr val="tx1"/>
                          </a:solidFill>
                          <a:latin typeface="Segoe UI"/>
                        </a:defRPr>
                      </a:lvl4pPr>
                      <a:lvl5pPr marL="1828800" algn="l" defTabSz="914400" rtl="0" eaLnBrk="1" latinLnBrk="0" hangingPunct="1">
                        <a:defRPr sz="1800" kern="1200">
                          <a:solidFill>
                            <a:schemeClr val="tx1"/>
                          </a:solidFill>
                          <a:latin typeface="Segoe UI"/>
                        </a:defRPr>
                      </a:lvl5pPr>
                      <a:lvl6pPr marL="2286000" algn="l" defTabSz="914400" rtl="0" eaLnBrk="1" latinLnBrk="0" hangingPunct="1">
                        <a:defRPr sz="1800" kern="1200">
                          <a:solidFill>
                            <a:schemeClr val="tx1"/>
                          </a:solidFill>
                          <a:latin typeface="Segoe UI"/>
                        </a:defRPr>
                      </a:lvl6pPr>
                      <a:lvl7pPr marL="2743200" algn="l" defTabSz="914400" rtl="0" eaLnBrk="1" latinLnBrk="0" hangingPunct="1">
                        <a:defRPr sz="1800" kern="1200">
                          <a:solidFill>
                            <a:schemeClr val="tx1"/>
                          </a:solidFill>
                          <a:latin typeface="Segoe UI"/>
                        </a:defRPr>
                      </a:lvl7pPr>
                      <a:lvl8pPr marL="3200400" algn="l" defTabSz="914400" rtl="0" eaLnBrk="1" latinLnBrk="0" hangingPunct="1">
                        <a:defRPr sz="1800" kern="1200">
                          <a:solidFill>
                            <a:schemeClr val="tx1"/>
                          </a:solidFill>
                          <a:latin typeface="Segoe UI"/>
                        </a:defRPr>
                      </a:lvl8pPr>
                      <a:lvl9pPr marL="3657600" algn="l" defTabSz="914400" rtl="0" eaLnBrk="1" latinLnBrk="0" hangingPunct="1">
                        <a:defRPr sz="1800" kern="1200">
                          <a:solidFill>
                            <a:schemeClr val="tx1"/>
                          </a:solidFill>
                          <a:latin typeface="Segoe UI"/>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b="1">
                          <a:solidFill>
                            <a:srgbClr val="000000"/>
                          </a:solidFill>
                          <a:latin typeface="Segoe UI" panose="020B0502040204020203" pitchFamily="34" charset="0"/>
                          <a:ea typeface="Segoe UI Regular" pitchFamily="34" charset="-122"/>
                          <a:cs typeface="Segoe UI" panose="020B0502040204020203" pitchFamily="34" charset="0"/>
                        </a:rPr>
                        <a:t>Classify, protect, and manage sensitive data across its lifecycle</a:t>
                      </a:r>
                      <a:r>
                        <a:rPr lang="en-US" sz="800">
                          <a:solidFill>
                            <a:srgbClr val="000000"/>
                          </a:solidFill>
                          <a:latin typeface="Segoe UI" panose="020B0502040204020203" pitchFamily="34" charset="0"/>
                          <a:ea typeface="Segoe UI Regular" pitchFamily="34" charset="-122"/>
                          <a:cs typeface="Segoe UI" panose="020B0502040204020203" pitchFamily="34" charset="0"/>
                        </a:rPr>
                        <a:t>, ensuring secure collaboration and compliance at scale</a:t>
                      </a:r>
                      <a:endParaRPr lang="en-US" sz="800" b="0" i="0" kern="1200">
                        <a:gradFill>
                          <a:gsLst>
                            <a:gs pos="2917">
                              <a:schemeClr val="tx1"/>
                            </a:gs>
                            <a:gs pos="100000">
                              <a:schemeClr val="tx1"/>
                            </a:gs>
                          </a:gsLst>
                          <a:lin ang="5400000" scaled="0"/>
                        </a:gradFill>
                        <a:effectLst/>
                        <a:latin typeface="Segoe UI" panose="020B0502040204020203" pitchFamily="34" charset="0"/>
                        <a:ea typeface="+mn-ea"/>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77455"/>
                  </a:ext>
                </a:extLst>
              </a:tr>
              <a:tr h="736076">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800" b="1" u="sng" kern="1200" baseline="0">
                          <a:solidFill>
                            <a:srgbClr val="8A226F"/>
                          </a:solidFill>
                          <a:effectLst/>
                          <a:latin typeface="Segoe UI" panose="020B0502040204020203" pitchFamily="34" charset="0"/>
                          <a:ea typeface="+mn-ea"/>
                          <a:cs typeface="Segoe UI" panose="020B0502040204020203" pitchFamily="34" charset="0"/>
                        </a:rPr>
                        <a:t>Insider Risk Management</a:t>
                      </a:r>
                    </a:p>
                  </a:txBody>
                  <a:tcPr marL="100013"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ctr" defTabSz="932563" rtl="0" eaLnBrk="1" fontAlgn="auto" latinLnBrk="0" hangingPunct="1">
                        <a:lnSpc>
                          <a:spcPct val="100000"/>
                        </a:lnSpc>
                        <a:spcBef>
                          <a:spcPts val="0"/>
                        </a:spcBef>
                        <a:spcAft>
                          <a:spcPts val="0"/>
                        </a:spcAft>
                        <a:buClrTx/>
                        <a:buSzTx/>
                        <a:buFontTx/>
                        <a:buNone/>
                        <a:tabLst/>
                        <a:defRPr/>
                      </a:pPr>
                      <a:r>
                        <a:rPr lang="en-US" sz="800" b="1" kern="1200">
                          <a:solidFill>
                            <a:srgbClr val="000000"/>
                          </a:solidFill>
                          <a:effectLst/>
                          <a:latin typeface="Segoe UI" panose="020B0502040204020203" pitchFamily="34" charset="0"/>
                          <a:cs typeface="Segoe UI" panose="020B0502040204020203" pitchFamily="34" charset="0"/>
                        </a:rPr>
                        <a:t>$6.00</a:t>
                      </a:r>
                    </a:p>
                  </a:txBody>
                  <a:tcPr marL="35950" marR="35950"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594623" rtl="0" eaLnBrk="1" latinLnBrk="0" hangingPunct="1">
                        <a:defRPr sz="1148" kern="1200">
                          <a:solidFill>
                            <a:schemeClr val="tx1"/>
                          </a:solidFill>
                          <a:latin typeface="Calibri" panose="020F0502020204030204"/>
                        </a:defRPr>
                      </a:lvl1pPr>
                      <a:lvl2pPr marL="297312" algn="l" defTabSz="594623" rtl="0" eaLnBrk="1" latinLnBrk="0" hangingPunct="1">
                        <a:defRPr sz="1148" kern="1200">
                          <a:solidFill>
                            <a:schemeClr val="tx1"/>
                          </a:solidFill>
                          <a:latin typeface="Calibri" panose="020F0502020204030204"/>
                        </a:defRPr>
                      </a:lvl2pPr>
                      <a:lvl3pPr marL="594623" algn="l" defTabSz="594623" rtl="0" eaLnBrk="1" latinLnBrk="0" hangingPunct="1">
                        <a:defRPr sz="1148" kern="1200">
                          <a:solidFill>
                            <a:schemeClr val="tx1"/>
                          </a:solidFill>
                          <a:latin typeface="Calibri" panose="020F0502020204030204"/>
                        </a:defRPr>
                      </a:lvl3pPr>
                      <a:lvl4pPr marL="891935" algn="l" defTabSz="594623" rtl="0" eaLnBrk="1" latinLnBrk="0" hangingPunct="1">
                        <a:defRPr sz="1148" kern="1200">
                          <a:solidFill>
                            <a:schemeClr val="tx1"/>
                          </a:solidFill>
                          <a:latin typeface="Calibri" panose="020F0502020204030204"/>
                        </a:defRPr>
                      </a:lvl4pPr>
                      <a:lvl5pPr marL="1189246" algn="l" defTabSz="594623" rtl="0" eaLnBrk="1" latinLnBrk="0" hangingPunct="1">
                        <a:defRPr sz="1148" kern="1200">
                          <a:solidFill>
                            <a:schemeClr val="tx1"/>
                          </a:solidFill>
                          <a:latin typeface="Calibri" panose="020F0502020204030204"/>
                        </a:defRPr>
                      </a:lvl5pPr>
                      <a:lvl6pPr marL="1486558" algn="l" defTabSz="594623" rtl="0" eaLnBrk="1" latinLnBrk="0" hangingPunct="1">
                        <a:defRPr sz="1148" kern="1200">
                          <a:solidFill>
                            <a:schemeClr val="tx1"/>
                          </a:solidFill>
                          <a:latin typeface="Calibri" panose="020F0502020204030204"/>
                        </a:defRPr>
                      </a:lvl6pPr>
                      <a:lvl7pPr marL="1783869" algn="l" defTabSz="594623" rtl="0" eaLnBrk="1" latinLnBrk="0" hangingPunct="1">
                        <a:defRPr sz="1148" kern="1200">
                          <a:solidFill>
                            <a:schemeClr val="tx1"/>
                          </a:solidFill>
                          <a:latin typeface="Calibri" panose="020F0502020204030204"/>
                        </a:defRPr>
                      </a:lvl7pPr>
                      <a:lvl8pPr marL="2081181" algn="l" defTabSz="594623" rtl="0" eaLnBrk="1" latinLnBrk="0" hangingPunct="1">
                        <a:defRPr sz="1148" kern="1200">
                          <a:solidFill>
                            <a:schemeClr val="tx1"/>
                          </a:solidFill>
                          <a:latin typeface="Calibri" panose="020F0502020204030204"/>
                        </a:defRPr>
                      </a:lvl8pPr>
                      <a:lvl9pPr marL="2378493" algn="l" defTabSz="594623" rtl="0" eaLnBrk="1" latinLnBrk="0" hangingPunct="1">
                        <a:defRPr sz="1148" kern="1200">
                          <a:solidFill>
                            <a:schemeClr val="tx1"/>
                          </a:solidFill>
                          <a:latin typeface="Calibri" panose="020F0502020204030204"/>
                        </a:defRPr>
                      </a:lvl9pPr>
                    </a:lstStyle>
                    <a:p>
                      <a:pPr marL="0" marR="0" lvl="0" indent="0" algn="l" defTabSz="914367" rtl="0" eaLnBrk="1" fontAlgn="auto" latinLnBrk="0" hangingPunct="1">
                        <a:lnSpc>
                          <a:spcPct val="100000"/>
                        </a:lnSpc>
                        <a:spcBef>
                          <a:spcPts val="0"/>
                        </a:spcBef>
                        <a:spcAft>
                          <a:spcPts val="100"/>
                        </a:spcAft>
                        <a:buClrTx/>
                        <a:buSzTx/>
                        <a:buFontTx/>
                        <a:buNone/>
                        <a:tabLst/>
                        <a:defRPr/>
                      </a:pPr>
                      <a:r>
                        <a:rPr lang="en-US" sz="800">
                          <a:solidFill>
                            <a:srgbClr val="000000"/>
                          </a:solidFill>
                          <a:latin typeface="Segoe UI" panose="020B0502040204020203" pitchFamily="34" charset="0"/>
                          <a:ea typeface="Segoe UI Regular" pitchFamily="34" charset="-122"/>
                          <a:cs typeface="Segoe UI" panose="020B0502040204020203" pitchFamily="34" charset="0"/>
                        </a:rPr>
                        <a:t>Detect and mitigate internal threats with </a:t>
                      </a:r>
                      <a:r>
                        <a:rPr lang="en-US" sz="800" b="1">
                          <a:solidFill>
                            <a:srgbClr val="000000"/>
                          </a:solidFill>
                          <a:latin typeface="Segoe UI" panose="020B0502040204020203" pitchFamily="34" charset="0"/>
                          <a:ea typeface="Segoe UI Regular" pitchFamily="34" charset="-122"/>
                          <a:cs typeface="Segoe UI" panose="020B0502040204020203" pitchFamily="34" charset="0"/>
                        </a:rPr>
                        <a:t>privacy-respecting behavioral analytics and granular communication controls</a:t>
                      </a:r>
                      <a:endParaRPr lang="en-US" sz="800" b="0" i="0">
                        <a:gradFill>
                          <a:gsLst>
                            <a:gs pos="2917">
                              <a:schemeClr val="tx1"/>
                            </a:gs>
                            <a:gs pos="100000">
                              <a:schemeClr val="tx1"/>
                            </a:gs>
                          </a:gsLst>
                          <a:lin ang="5400000" scaled="0"/>
                        </a:gradFill>
                        <a:latin typeface="Segoe UI" panose="020B0502040204020203" pitchFamily="34" charset="0"/>
                        <a:cs typeface="Segoe UI" panose="020B0502040204020203" pitchFamily="34" charset="0"/>
                      </a:endParaRPr>
                    </a:p>
                  </a:txBody>
                  <a:tcPr marL="32682" marR="32682" marT="32682" marB="3268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8517232"/>
                  </a:ext>
                </a:extLst>
              </a:tr>
            </a:tbl>
          </a:graphicData>
        </a:graphic>
      </p:graphicFrame>
      <p:sp>
        <p:nvSpPr>
          <p:cNvPr id="38" name="TextBox 37">
            <a:extLst>
              <a:ext uri="{FF2B5EF4-FFF2-40B4-BE49-F238E27FC236}">
                <a16:creationId xmlns:a16="http://schemas.microsoft.com/office/drawing/2014/main" id="{BE677EFB-5162-0315-F0F0-43987902C36F}"/>
              </a:ext>
            </a:extLst>
          </p:cNvPr>
          <p:cNvSpPr txBox="1"/>
          <p:nvPr/>
        </p:nvSpPr>
        <p:spPr>
          <a:xfrm>
            <a:off x="526488" y="7100577"/>
            <a:ext cx="2889250" cy="201978"/>
          </a:xfrm>
          <a:prstGeom prst="rect">
            <a:avLst/>
          </a:prstGeom>
          <a:noFill/>
        </p:spPr>
        <p:txBody>
          <a:bodyPr wrap="square" lIns="0" tIns="0" rIns="0" bIns="0" rtlCol="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mn-cs"/>
              </a:rPr>
              <a:t>Prices – ERP /per user/per month</a:t>
            </a:r>
            <a:endParaRPr kumimoji="0" lang="en-US" sz="438" b="0" i="0" u="none" strike="noStrike" kern="1200" cap="none" spc="0" normalizeH="0" baseline="0" noProof="0">
              <a:ln>
                <a:noFill/>
              </a:ln>
              <a:gradFill>
                <a:gsLst>
                  <a:gs pos="2917">
                    <a:srgbClr val="000000"/>
                  </a:gs>
                  <a:gs pos="30000">
                    <a:srgbClr val="000000"/>
                  </a:gs>
                </a:gsLst>
                <a:lin ang="5400000" scaled="0"/>
              </a:gradFill>
              <a:effectLst/>
              <a:uLnTx/>
              <a:uFillTx/>
              <a:latin typeface="Segoe Sans Display"/>
              <a:ea typeface="+mn-ea"/>
              <a:cs typeface="Segoe UI"/>
            </a:endParaRP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1</a:t>
            </a:r>
            <a:r>
              <a:rPr kumimoji="0" lang="en-US" sz="438" b="0" i="0" u="none" strike="noStrike" kern="1200" cap="none" spc="0" normalizeH="0" baseline="0" noProof="0">
                <a:ln>
                  <a:noFill/>
                </a:ln>
                <a:solidFill>
                  <a:srgbClr val="000000"/>
                </a:solidFill>
                <a:effectLst/>
                <a:uLnTx/>
                <a:uFillTx/>
                <a:latin typeface="Segoe Sans Display"/>
                <a:ea typeface="+mn-ea"/>
                <a:cs typeface="+mn-cs"/>
              </a:rPr>
              <a:t>Only provided via Microsoft 365 E5 or Microsoft Defender Suite</a:t>
            </a:r>
          </a:p>
          <a:p>
            <a:pPr marL="0" marR="0" lvl="0" indent="0" algn="l" defTabSz="66678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30000" noProof="0">
                <a:ln>
                  <a:noFill/>
                </a:ln>
                <a:solidFill>
                  <a:srgbClr val="000000"/>
                </a:solidFill>
                <a:effectLst/>
                <a:uLnTx/>
                <a:uFillTx/>
                <a:latin typeface="Segoe Sans Display"/>
                <a:ea typeface="+mn-ea"/>
                <a:cs typeface="+mn-cs"/>
              </a:rPr>
              <a:t>2</a:t>
            </a:r>
            <a:r>
              <a:rPr kumimoji="0" lang="en-US" sz="438" b="0" i="0" u="none" strike="noStrike" kern="1200" cap="none" spc="0" normalizeH="0" baseline="0" noProof="0">
                <a:ln>
                  <a:noFill/>
                </a:ln>
                <a:solidFill>
                  <a:srgbClr val="000000"/>
                </a:solidFill>
                <a:effectLst/>
                <a:uLnTx/>
                <a:uFillTx/>
                <a:latin typeface="Segoe Sans Display"/>
                <a:ea typeface="+mn-ea"/>
                <a:cs typeface="+mn-cs"/>
              </a:rPr>
              <a:t>Per device per month</a:t>
            </a:r>
          </a:p>
        </p:txBody>
      </p:sp>
      <p:grpSp>
        <p:nvGrpSpPr>
          <p:cNvPr id="39" name="Group 38">
            <a:extLst>
              <a:ext uri="{FF2B5EF4-FFF2-40B4-BE49-F238E27FC236}">
                <a16:creationId xmlns:a16="http://schemas.microsoft.com/office/drawing/2014/main" id="{0721547A-3D42-3808-BFC8-B73A66A78D42}"/>
              </a:ext>
              <a:ext uri="{C183D7F6-B498-43B3-948B-1728B52AA6E4}">
                <adec:decorative xmlns:adec="http://schemas.microsoft.com/office/drawing/2017/decorative" val="1"/>
              </a:ext>
            </a:extLst>
          </p:cNvPr>
          <p:cNvGrpSpPr/>
          <p:nvPr/>
        </p:nvGrpSpPr>
        <p:grpSpPr>
          <a:xfrm>
            <a:off x="526489" y="1565730"/>
            <a:ext cx="130283" cy="5321113"/>
            <a:chOff x="1646420" y="1472880"/>
            <a:chExt cx="182880" cy="4200883"/>
          </a:xfrm>
        </p:grpSpPr>
        <p:cxnSp>
          <p:nvCxnSpPr>
            <p:cNvPr id="40" name="Straight Connector 39">
              <a:extLst>
                <a:ext uri="{FF2B5EF4-FFF2-40B4-BE49-F238E27FC236}">
                  <a16:creationId xmlns:a16="http://schemas.microsoft.com/office/drawing/2014/main" id="{93CFD49A-28C9-E09F-572A-C4BE720E2A4A}"/>
                </a:ext>
              </a:extLst>
            </p:cNvPr>
            <p:cNvCxnSpPr>
              <a:cxnSpLocks/>
            </p:cNvCxnSpPr>
            <p:nvPr/>
          </p:nvCxnSpPr>
          <p:spPr>
            <a:xfrm>
              <a:off x="1737860" y="1472880"/>
              <a:ext cx="0" cy="4200883"/>
            </a:xfrm>
            <a:prstGeom prst="line">
              <a:avLst/>
            </a:prstGeom>
            <a:noFill/>
            <a:ln w="19050" cap="flat" cmpd="sng" algn="ctr">
              <a:solidFill>
                <a:srgbClr val="44546A"/>
              </a:solidFill>
              <a:prstDash val="solid"/>
              <a:miter lim="800000"/>
              <a:headEnd type="none" w="lg" len="med"/>
              <a:tailEnd type="none" w="lg" len="med"/>
            </a:ln>
            <a:effectLst/>
          </p:spPr>
        </p:cxnSp>
        <p:cxnSp>
          <p:nvCxnSpPr>
            <p:cNvPr id="41" name="Straight Connector 40">
              <a:extLst>
                <a:ext uri="{FF2B5EF4-FFF2-40B4-BE49-F238E27FC236}">
                  <a16:creationId xmlns:a16="http://schemas.microsoft.com/office/drawing/2014/main" id="{B6A109C7-290A-7015-3DCF-256D3BD64717}"/>
                </a:ext>
              </a:extLst>
            </p:cNvPr>
            <p:cNvCxnSpPr>
              <a:cxnSpLocks/>
            </p:cNvCxnSpPr>
            <p:nvPr/>
          </p:nvCxnSpPr>
          <p:spPr>
            <a:xfrm>
              <a:off x="1646420" y="5673763"/>
              <a:ext cx="182880" cy="0"/>
            </a:xfrm>
            <a:prstGeom prst="line">
              <a:avLst/>
            </a:prstGeom>
            <a:noFill/>
            <a:ln w="19050" cap="rnd" cmpd="sng" algn="ctr">
              <a:solidFill>
                <a:srgbClr val="44546A"/>
              </a:solidFill>
              <a:prstDash val="solid"/>
              <a:miter lim="800000"/>
              <a:headEnd type="none" w="lg" len="med"/>
              <a:tailEnd type="none" w="lg" len="med"/>
            </a:ln>
            <a:effectLst/>
          </p:spPr>
        </p:cxnSp>
        <p:cxnSp>
          <p:nvCxnSpPr>
            <p:cNvPr id="42" name="Straight Connector 41">
              <a:extLst>
                <a:ext uri="{FF2B5EF4-FFF2-40B4-BE49-F238E27FC236}">
                  <a16:creationId xmlns:a16="http://schemas.microsoft.com/office/drawing/2014/main" id="{4B051150-C648-E133-1BB6-B594BE977748}"/>
                </a:ext>
              </a:extLst>
            </p:cNvPr>
            <p:cNvCxnSpPr>
              <a:cxnSpLocks/>
            </p:cNvCxnSpPr>
            <p:nvPr/>
          </p:nvCxnSpPr>
          <p:spPr>
            <a:xfrm>
              <a:off x="1646420" y="1472880"/>
              <a:ext cx="182880" cy="0"/>
            </a:xfrm>
            <a:prstGeom prst="line">
              <a:avLst/>
            </a:prstGeom>
            <a:noFill/>
            <a:ln w="19050" cap="rnd" cmpd="sng" algn="ctr">
              <a:solidFill>
                <a:srgbClr val="44546A"/>
              </a:solidFill>
              <a:prstDash val="solid"/>
              <a:miter lim="800000"/>
              <a:headEnd type="none" w="lg" len="med"/>
              <a:tailEnd type="none" w="lg" len="med"/>
            </a:ln>
            <a:effectLst/>
          </p:spPr>
        </p:cxnSp>
      </p:grpSp>
      <p:sp>
        <p:nvSpPr>
          <p:cNvPr id="43" name="TextBox 42">
            <a:extLst>
              <a:ext uri="{FF2B5EF4-FFF2-40B4-BE49-F238E27FC236}">
                <a16:creationId xmlns:a16="http://schemas.microsoft.com/office/drawing/2014/main" id="{FF872E0B-793C-5A5C-39D1-B14D743A2FFB}"/>
              </a:ext>
            </a:extLst>
          </p:cNvPr>
          <p:cNvSpPr txBox="1"/>
          <p:nvPr/>
        </p:nvSpPr>
        <p:spPr>
          <a:xfrm>
            <a:off x="344022" y="3811212"/>
            <a:ext cx="506331" cy="799450"/>
          </a:xfrm>
          <a:prstGeom prst="rect">
            <a:avLst/>
          </a:prstGeom>
          <a:solidFill>
            <a:sysClr val="window" lastClr="FFFFFF"/>
          </a:solidFill>
        </p:spPr>
        <p:txBody>
          <a:bodyPr wrap="square" lIns="33338" rIns="33338" anchor="ctr" anchorCtr="0">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UI Semibold"/>
                <a:ea typeface="Calibri" panose="020F0502020204030204" pitchFamily="34" charset="0"/>
                <a:cs typeface="Segoe UI Semibold"/>
              </a:rPr>
              <a:t>Microsoft Defender and Purview Suites</a:t>
            </a:r>
          </a:p>
          <a:p>
            <a:pPr marL="0" marR="0" lvl="0" indent="0" algn="ctr" defTabSz="680155" rtl="0" eaLnBrk="1" fontAlgn="auto" latinLnBrk="0" hangingPunct="1">
              <a:lnSpc>
                <a:spcPct val="100000"/>
              </a:lnSpc>
              <a:spcBef>
                <a:spcPts val="0"/>
              </a:spcBef>
              <a:spcAft>
                <a:spcPts val="0"/>
              </a:spcAft>
              <a:buClrTx/>
              <a:buSzTx/>
              <a:buFontTx/>
              <a:buNone/>
              <a:tabLst/>
              <a:defRPr/>
            </a:pPr>
            <a:r>
              <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Calibri" panose="020F0502020204030204" pitchFamily="34" charset="0"/>
                <a:cs typeface="Segoe UI Semibold"/>
              </a:rPr>
              <a:t>($15.00)</a:t>
            </a:r>
            <a:endParaRPr kumimoji="0" lang="en-US" sz="766" b="0" i="0" u="none" strike="noStrike" kern="0" cap="none" spc="0" normalizeH="0" baseline="0" noProof="0">
              <a:ln>
                <a:noFill/>
              </a:ln>
              <a:gradFill>
                <a:gsLst>
                  <a:gs pos="0">
                    <a:srgbClr val="091F2C"/>
                  </a:gs>
                  <a:gs pos="100000">
                    <a:srgbClr val="091F2C"/>
                  </a:gs>
                </a:gsLst>
                <a:lin ang="5400000" scaled="1"/>
              </a:gradFill>
              <a:effectLst/>
              <a:uLnTx/>
              <a:uFillTx/>
              <a:latin typeface="Segoe Sans Display"/>
              <a:ea typeface="+mn-ea"/>
              <a:cs typeface="Segoe UI Semibold"/>
            </a:endParaRPr>
          </a:p>
        </p:txBody>
      </p:sp>
      <p:sp>
        <p:nvSpPr>
          <p:cNvPr id="32" name="Title 31">
            <a:extLst>
              <a:ext uri="{FF2B5EF4-FFF2-40B4-BE49-F238E27FC236}">
                <a16:creationId xmlns:a16="http://schemas.microsoft.com/office/drawing/2014/main" id="{2B7296DD-C2C6-C96D-CAAA-50B400897B48}"/>
              </a:ext>
            </a:extLst>
          </p:cNvPr>
          <p:cNvSpPr txBox="1">
            <a:spLocks noGrp="1"/>
          </p:cNvSpPr>
          <p:nvPr>
            <p:ph type="title" idx="4294967295"/>
          </p:nvPr>
        </p:nvSpPr>
        <p:spPr>
          <a:xfrm>
            <a:off x="291510" y="479645"/>
            <a:ext cx="4291641" cy="5539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50947" rtl="0" eaLnBrk="1" latinLnBrk="0" hangingPunct="1">
              <a:defRPr sz="1382" kern="1200">
                <a:solidFill>
                  <a:schemeClr val="tx1"/>
                </a:solidFill>
                <a:latin typeface="+mn-lt"/>
                <a:ea typeface="+mn-ea"/>
                <a:cs typeface="+mn-cs"/>
              </a:defRPr>
            </a:lvl1pPr>
            <a:lvl2pPr marL="350947" algn="l" defTabSz="350947" rtl="0" eaLnBrk="1" latinLnBrk="0" hangingPunct="1">
              <a:defRPr sz="1382" kern="1200">
                <a:solidFill>
                  <a:schemeClr val="tx1"/>
                </a:solidFill>
                <a:latin typeface="+mn-lt"/>
                <a:ea typeface="+mn-ea"/>
                <a:cs typeface="+mn-cs"/>
              </a:defRPr>
            </a:lvl2pPr>
            <a:lvl3pPr marL="701893" algn="l" defTabSz="350947" rtl="0" eaLnBrk="1" latinLnBrk="0" hangingPunct="1">
              <a:defRPr sz="1382" kern="1200">
                <a:solidFill>
                  <a:schemeClr val="tx1"/>
                </a:solidFill>
                <a:latin typeface="+mn-lt"/>
                <a:ea typeface="+mn-ea"/>
                <a:cs typeface="+mn-cs"/>
              </a:defRPr>
            </a:lvl3pPr>
            <a:lvl4pPr marL="1052840" algn="l" defTabSz="350947" rtl="0" eaLnBrk="1" latinLnBrk="0" hangingPunct="1">
              <a:defRPr sz="1382" kern="1200">
                <a:solidFill>
                  <a:schemeClr val="tx1"/>
                </a:solidFill>
                <a:latin typeface="+mn-lt"/>
                <a:ea typeface="+mn-ea"/>
                <a:cs typeface="+mn-cs"/>
              </a:defRPr>
            </a:lvl4pPr>
            <a:lvl5pPr marL="1403787" algn="l" defTabSz="350947" rtl="0" eaLnBrk="1" latinLnBrk="0" hangingPunct="1">
              <a:defRPr sz="1382" kern="1200">
                <a:solidFill>
                  <a:schemeClr val="tx1"/>
                </a:solidFill>
                <a:latin typeface="+mn-lt"/>
                <a:ea typeface="+mn-ea"/>
                <a:cs typeface="+mn-cs"/>
              </a:defRPr>
            </a:lvl5pPr>
            <a:lvl6pPr marL="1754734" algn="l" defTabSz="350947" rtl="0" eaLnBrk="1" latinLnBrk="0" hangingPunct="1">
              <a:defRPr sz="1382" kern="1200">
                <a:solidFill>
                  <a:schemeClr val="tx1"/>
                </a:solidFill>
                <a:latin typeface="+mn-lt"/>
                <a:ea typeface="+mn-ea"/>
                <a:cs typeface="+mn-cs"/>
              </a:defRPr>
            </a:lvl6pPr>
            <a:lvl7pPr marL="2105680" algn="l" defTabSz="350947" rtl="0" eaLnBrk="1" latinLnBrk="0" hangingPunct="1">
              <a:defRPr sz="1382" kern="1200">
                <a:solidFill>
                  <a:schemeClr val="tx1"/>
                </a:solidFill>
                <a:latin typeface="+mn-lt"/>
                <a:ea typeface="+mn-ea"/>
                <a:cs typeface="+mn-cs"/>
              </a:defRPr>
            </a:lvl7pPr>
            <a:lvl8pPr marL="2456627" algn="l" defTabSz="350947" rtl="0" eaLnBrk="1" latinLnBrk="0" hangingPunct="1">
              <a:defRPr sz="1382" kern="1200">
                <a:solidFill>
                  <a:schemeClr val="tx1"/>
                </a:solidFill>
                <a:latin typeface="+mn-lt"/>
                <a:ea typeface="+mn-ea"/>
                <a:cs typeface="+mn-cs"/>
              </a:defRPr>
            </a:lvl8pPr>
            <a:lvl9pPr marL="2807574" algn="l" defTabSz="350947" rtl="0" eaLnBrk="1" latinLnBrk="0" hangingPunct="1">
              <a:defRPr sz="1382" kern="1200">
                <a:solidFill>
                  <a:schemeClr val="tx1"/>
                </a:solidFill>
                <a:latin typeface="+mn-lt"/>
                <a:ea typeface="+mn-ea"/>
                <a:cs typeface="+mn-cs"/>
              </a:defRPr>
            </a:lvl9pPr>
          </a:lstStyle>
          <a:p>
            <a:r>
              <a:rPr lang="en-US" sz="1800">
                <a:solidFill>
                  <a:srgbClr val="000000"/>
                </a:solidFill>
                <a:latin typeface="Segoe UI Semibold" pitchFamily="34" charset="0"/>
                <a:ea typeface="Segoe UI Semibold" pitchFamily="34" charset="-122"/>
                <a:cs typeface="Segoe UI Semibold" pitchFamily="34" charset="-120"/>
              </a:rPr>
              <a:t>What you get from Business Premium, Defender Suite, and Purview Suite?</a:t>
            </a:r>
            <a:endParaRPr lang="en-US" sz="1800"/>
          </a:p>
        </p:txBody>
      </p:sp>
    </p:spTree>
    <p:extLst>
      <p:ext uri="{BB962C8B-B14F-4D97-AF65-F5344CB8AC3E}">
        <p14:creationId xmlns:p14="http://schemas.microsoft.com/office/powerpoint/2010/main" val="312047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42" presetClass="path" presetSubtype="0" decel="100000" fill="hold" nodeType="withEffect">
                                  <p:stCondLst>
                                    <p:cond delay="0"/>
                                  </p:stCondLst>
                                  <p:childTnLst>
                                    <p:animMotion origin="layout" path="M 0 0 L 0 0.03843 " pathEditMode="relative" rAng="0" ptsTypes="AA">
                                      <p:cBhvr>
                                        <p:cTn id="9" dur="500" spd="-100000" fill="hold"/>
                                        <p:tgtEl>
                                          <p:spTgt spid="36"/>
                                        </p:tgtEl>
                                        <p:attrNameLst>
                                          <p:attrName>ppt_x</p:attrName>
                                          <p:attrName>ppt_y</p:attrName>
                                        </p:attrNameLst>
                                      </p:cBhvr>
                                      <p:rCtr x="0" y="1921"/>
                                    </p:animMotion>
                                  </p:childTnLst>
                                </p:cTn>
                              </p:par>
                              <p:par>
                                <p:cTn id="10" presetID="10" presetClass="entr" presetSubtype="0" fill="hold" nodeType="with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par>
                                <p:cTn id="13" presetID="42" presetClass="path" presetSubtype="0" decel="100000" fill="hold" nodeType="withEffect">
                                  <p:stCondLst>
                                    <p:cond delay="0"/>
                                  </p:stCondLst>
                                  <p:childTnLst>
                                    <p:animMotion origin="layout" path="M 0 0 L 0 0.03843 " pathEditMode="relative" rAng="0" ptsTypes="AA">
                                      <p:cBhvr>
                                        <p:cTn id="14" dur="500" spd="-100000" fill="hold"/>
                                        <p:tgtEl>
                                          <p:spTgt spid="39"/>
                                        </p:tgtEl>
                                        <p:attrNameLst>
                                          <p:attrName>ppt_x</p:attrName>
                                          <p:attrName>ppt_y</p:attrName>
                                        </p:attrNameLst>
                                      </p:cBhvr>
                                      <p:rCtr x="0" y="1921"/>
                                    </p:animMotion>
                                  </p:childTnLst>
                                </p:cTn>
                              </p:par>
                              <p:par>
                                <p:cTn id="15" presetID="10"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par>
                                <p:cTn id="18" presetID="42" presetClass="path" presetSubtype="0" decel="100000" fill="hold" grpId="1" nodeType="withEffect">
                                  <p:stCondLst>
                                    <p:cond delay="0"/>
                                  </p:stCondLst>
                                  <p:childTnLst>
                                    <p:animMotion origin="layout" path="M 0 0 L 0 0.03843 " pathEditMode="relative" rAng="0" ptsTypes="AA">
                                      <p:cBhvr>
                                        <p:cTn id="19" dur="500" spd="-100000" fill="hold"/>
                                        <p:tgtEl>
                                          <p:spTgt spid="43"/>
                                        </p:tgtEl>
                                        <p:attrNameLst>
                                          <p:attrName>ppt_x</p:attrName>
                                          <p:attrName>ppt_y</p:attrName>
                                        </p:attrNameLst>
                                      </p:cBhvr>
                                      <p:rCtr x="0" y="1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16" name="Table 15">
            <a:extLst>
              <a:ext uri="{FF2B5EF4-FFF2-40B4-BE49-F238E27FC236}">
                <a16:creationId xmlns:a16="http://schemas.microsoft.com/office/drawing/2014/main" id="{CDADAC50-500D-C27C-2987-B487B8F4E969}"/>
              </a:ext>
            </a:extLst>
          </p:cNvPr>
          <p:cNvGraphicFramePr>
            <a:graphicFrameLocks noGrp="1"/>
          </p:cNvGraphicFramePr>
          <p:nvPr>
            <p:extLst>
              <p:ext uri="{D42A27DB-BD31-4B8C-83A1-F6EECF244321}">
                <p14:modId xmlns:p14="http://schemas.microsoft.com/office/powerpoint/2010/main" val="992317892"/>
              </p:ext>
            </p:extLst>
          </p:nvPr>
        </p:nvGraphicFramePr>
        <p:xfrm>
          <a:off x="409573" y="1502694"/>
          <a:ext cx="4848226" cy="3046228"/>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664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6262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8775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8775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987</Words>
  <Application>Microsoft Office PowerPoint</Application>
  <PresentationFormat>Custom</PresentationFormat>
  <Paragraphs>108</Paragraphs>
  <Slides>5</Slides>
  <Notes>5</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5</vt:i4>
      </vt:variant>
    </vt:vector>
  </HeadingPairs>
  <TitlesOfParts>
    <vt:vector size="21" baseType="lpstr">
      <vt:lpstr>Aptos</vt:lpstr>
      <vt:lpstr>Arial</vt:lpstr>
      <vt:lpstr>Calibri</vt:lpstr>
      <vt:lpstr>Segoe Sans Display</vt:lpstr>
      <vt:lpstr>Segoe Sans Display Semibold</vt:lpstr>
      <vt:lpstr>Segoe Sans Display Semilight</vt:lpstr>
      <vt:lpstr>Segoe Sans Text</vt:lpstr>
      <vt:lpstr>Segoe UI</vt:lpstr>
      <vt:lpstr>Segoe UI Bold</vt:lpstr>
      <vt:lpstr>Segoe UI Regular</vt:lpstr>
      <vt:lpstr>Segoe UI Semibold</vt:lpstr>
      <vt:lpstr>Wingdings</vt:lpstr>
      <vt:lpstr>Office Theme</vt:lpstr>
      <vt:lpstr>2_CSP Template Diamond 06/23</vt:lpstr>
      <vt:lpstr>3_CSP Template Diamond 06/23</vt:lpstr>
      <vt:lpstr>1_Office Theme</vt:lpstr>
      <vt:lpstr>Microsoft Defender Suite for Microsoft 365 Business Premium</vt:lpstr>
      <vt:lpstr>Microsoft Purview Suite for Microsoft 365 Business Premium</vt:lpstr>
      <vt:lpstr>What you get from Business Premium, Defender Suite, and Purview Suite?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12</cp:revision>
  <dcterms:created xsi:type="dcterms:W3CDTF">2026-02-21T17:45:29Z</dcterms:created>
  <dcterms:modified xsi:type="dcterms:W3CDTF">2026-05-07T22:10:54Z</dcterms:modified>
</cp:coreProperties>
</file>
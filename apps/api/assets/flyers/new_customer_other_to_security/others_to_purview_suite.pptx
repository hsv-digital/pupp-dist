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0" r:id="rId2"/>
  </p:sldMasterIdLst>
  <p:notesMasterIdLst>
    <p:notesMasterId r:id="rId6"/>
  </p:notesMasterIdLst>
  <p:sldIdLst>
    <p:sldId id="2147470008" r:id="rId3"/>
    <p:sldId id="2147470014" r:id="rId4"/>
    <p:sldId id="2147470015" r:id="rId5"/>
  </p:sldIdLst>
  <p:sldSz cx="5667375" cy="8020050"/>
  <p:notesSz cx="8020050" cy="566737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526" userDrawn="1">
          <p15:clr>
            <a:srgbClr val="A4A3A4"/>
          </p15:clr>
        </p15:guide>
        <p15:guide id="2" pos="178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226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51E2A35-7F4B-5509-135D-B2766FE36DA7}" v="9" dt="2026-03-02T08:40:41.110"/>
    <p1510:client id="{7EA1CEA1-8C3C-4925-B6FF-EFAC3C144D2D}" v="1" dt="2026-03-02T09:05:31.61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2371" y="72"/>
      </p:cViewPr>
      <p:guideLst>
        <p:guide orient="horz" pos="2526"/>
        <p:guide pos="1785"/>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microsoft.com/office/2016/11/relationships/changesInfo" Target="changesInfos/changesInfo1.xml"/><Relationship Id="rId5" Type="http://schemas.openxmlformats.org/officeDocument/2006/relationships/slide" Target="slides/slide3.xml"/><Relationship Id="rId10"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aveen Dehury" userId="77009b3f-ee31-425d-b17c-2f6ea73f5149" providerId="ADAL" clId="{B729CC40-C5D3-4DFA-B500-D02C8BD993D7}"/>
    <pc:docChg chg="addSld delSld modSld">
      <pc:chgData name="Praveen Dehury" userId="77009b3f-ee31-425d-b17c-2f6ea73f5149" providerId="ADAL" clId="{B729CC40-C5D3-4DFA-B500-D02C8BD993D7}" dt="2026-02-28T11:52:18.027" v="6"/>
      <pc:docMkLst>
        <pc:docMk/>
      </pc:docMkLst>
      <pc:sldChg chg="modSp add mod">
        <pc:chgData name="Praveen Dehury" userId="77009b3f-ee31-425d-b17c-2f6ea73f5149" providerId="ADAL" clId="{B729CC40-C5D3-4DFA-B500-D02C8BD993D7}" dt="2026-02-28T11:52:18.027" v="6"/>
        <pc:sldMkLst>
          <pc:docMk/>
          <pc:sldMk cId="2830339352" sldId="2147470014"/>
        </pc:sldMkLst>
        <pc:spChg chg="mod">
          <ac:chgData name="Praveen Dehury" userId="77009b3f-ee31-425d-b17c-2f6ea73f5149" providerId="ADAL" clId="{B729CC40-C5D3-4DFA-B500-D02C8BD993D7}" dt="2026-02-28T11:52:18.027" v="6"/>
          <ac:spMkLst>
            <pc:docMk/>
            <pc:sldMk cId="2830339352" sldId="2147470014"/>
            <ac:spMk id="3" creationId="{79B3C482-B6EF-F65E-08E2-9E465EDEC652}"/>
          </ac:spMkLst>
        </pc:spChg>
        <pc:spChg chg="mod">
          <ac:chgData name="Praveen Dehury" userId="77009b3f-ee31-425d-b17c-2f6ea73f5149" providerId="ADAL" clId="{B729CC40-C5D3-4DFA-B500-D02C8BD993D7}" dt="2026-02-28T11:36:43.416" v="4" actId="207"/>
          <ac:spMkLst>
            <pc:docMk/>
            <pc:sldMk cId="2830339352" sldId="2147470014"/>
            <ac:spMk id="9" creationId="{FBD0EA6D-9670-1F46-2E2E-01AE80EFC1A8}"/>
          </ac:spMkLst>
        </pc:spChg>
      </pc:sldChg>
      <pc:sldChg chg="add">
        <pc:chgData name="Praveen Dehury" userId="77009b3f-ee31-425d-b17c-2f6ea73f5149" providerId="ADAL" clId="{B729CC40-C5D3-4DFA-B500-D02C8BD993D7}" dt="2026-02-28T11:36:02.099" v="0"/>
        <pc:sldMkLst>
          <pc:docMk/>
          <pc:sldMk cId="243175164" sldId="2147470015"/>
        </pc:sldMkLst>
      </pc:sldChg>
    </pc:docChg>
  </pc:docChgLst>
  <pc:docChgLst>
    <pc:chgData clId="Web-{051E2A35-7F4B-5509-135D-B2766FE36DA7}"/>
    <pc:docChg chg="modSld">
      <pc:chgData name="" userId="" providerId="" clId="Web-{051E2A35-7F4B-5509-135D-B2766FE36DA7}" dt="2026-03-02T08:40:24.157" v="0" actId="14100"/>
      <pc:docMkLst>
        <pc:docMk/>
      </pc:docMkLst>
      <pc:sldChg chg="modSp">
        <pc:chgData name="" userId="" providerId="" clId="Web-{051E2A35-7F4B-5509-135D-B2766FE36DA7}" dt="2026-03-02T08:40:24.157" v="0" actId="14100"/>
        <pc:sldMkLst>
          <pc:docMk/>
          <pc:sldMk cId="1630386862" sldId="2147470008"/>
        </pc:sldMkLst>
        <pc:picChg chg="mod">
          <ac:chgData name="" userId="" providerId="" clId="Web-{051E2A35-7F4B-5509-135D-B2766FE36DA7}" dt="2026-03-02T08:40:24.157" v="0" actId="14100"/>
          <ac:picMkLst>
            <pc:docMk/>
            <pc:sldMk cId="1630386862" sldId="2147470008"/>
            <ac:picMk id="67" creationId="{935D4737-AF15-D2BD-A0CA-A169A8D5D2C5}"/>
          </ac:picMkLst>
        </pc:picChg>
      </pc:sldChg>
    </pc:docChg>
  </pc:docChgLst>
  <pc:docChgLst>
    <pc:chgData name="Shreya Singh" userId="S::shreya.singh@hsv.digital::b354311e-5542-4a3b-80c7-af4347e0a1ac" providerId="AD" clId="Web-{051E2A35-7F4B-5509-135D-B2766FE36DA7}"/>
    <pc:docChg chg="modSld">
      <pc:chgData name="Shreya Singh" userId="S::shreya.singh@hsv.digital::b354311e-5542-4a3b-80c7-af4347e0a1ac" providerId="AD" clId="Web-{051E2A35-7F4B-5509-135D-B2766FE36DA7}" dt="2026-03-02T08:40:41.110" v="7" actId="1076"/>
      <pc:docMkLst>
        <pc:docMk/>
      </pc:docMkLst>
      <pc:sldChg chg="modSp">
        <pc:chgData name="Shreya Singh" userId="S::shreya.singh@hsv.digital::b354311e-5542-4a3b-80c7-af4347e0a1ac" providerId="AD" clId="Web-{051E2A35-7F4B-5509-135D-B2766FE36DA7}" dt="2026-03-02T08:40:41.110" v="7" actId="1076"/>
        <pc:sldMkLst>
          <pc:docMk/>
          <pc:sldMk cId="1630386862" sldId="2147470008"/>
        </pc:sldMkLst>
        <pc:spChg chg="mod">
          <ac:chgData name="Shreya Singh" userId="S::shreya.singh@hsv.digital::b354311e-5542-4a3b-80c7-af4347e0a1ac" providerId="AD" clId="Web-{051E2A35-7F4B-5509-135D-B2766FE36DA7}" dt="2026-03-02T08:40:41.110" v="7" actId="1076"/>
          <ac:spMkLst>
            <pc:docMk/>
            <pc:sldMk cId="1630386862" sldId="2147470008"/>
            <ac:spMk id="5" creationId="{40A7A011-A5B1-B465-6A3F-B4941EFA893C}"/>
          </ac:spMkLst>
        </pc:spChg>
        <pc:spChg chg="mod">
          <ac:chgData name="Shreya Singh" userId="S::shreya.singh@hsv.digital::b354311e-5542-4a3b-80c7-af4347e0a1ac" providerId="AD" clId="Web-{051E2A35-7F4B-5509-135D-B2766FE36DA7}" dt="2026-03-02T08:40:41.047" v="5" actId="1076"/>
          <ac:spMkLst>
            <pc:docMk/>
            <pc:sldMk cId="1630386862" sldId="2147470008"/>
            <ac:spMk id="89" creationId="{2D7F975A-EFFC-ED2A-C751-F90289DD4D12}"/>
          </ac:spMkLst>
        </pc:spChg>
        <pc:grpChg chg="mod">
          <ac:chgData name="Shreya Singh" userId="S::shreya.singh@hsv.digital::b354311e-5542-4a3b-80c7-af4347e0a1ac" providerId="AD" clId="Web-{051E2A35-7F4B-5509-135D-B2766FE36DA7}" dt="2026-03-02T08:40:41.079" v="6" actId="1076"/>
          <ac:grpSpMkLst>
            <pc:docMk/>
            <pc:sldMk cId="1630386862" sldId="2147470008"/>
            <ac:grpSpMk id="24" creationId="{B5803776-5E8B-2132-6273-96CF7F5813DA}"/>
          </ac:grpSpMkLst>
        </pc:grpChg>
      </pc:sldChg>
    </pc:docChg>
  </pc:docChgLst>
  <pc:docChgLst>
    <pc:chgData name="Vandan Jain" userId="4244b45b-25d1-413d-855b-6597e767c081" providerId="ADAL" clId="{67AB2A15-26B8-47FB-BEC6-EFDC03C3B3B6}"/>
    <pc:docChg chg="custSel addSld delSld modSld">
      <pc:chgData name="Vandan Jain" userId="4244b45b-25d1-413d-855b-6597e767c081" providerId="ADAL" clId="{67AB2A15-26B8-47FB-BEC6-EFDC03C3B3B6}" dt="2026-03-02T09:05:31.614" v="40"/>
      <pc:docMkLst>
        <pc:docMk/>
      </pc:docMkLst>
      <pc:sldChg chg="modSp add mod">
        <pc:chgData name="Vandan Jain" userId="4244b45b-25d1-413d-855b-6597e767c081" providerId="ADAL" clId="{67AB2A15-26B8-47FB-BEC6-EFDC03C3B3B6}" dt="2026-03-02T09:05:28.172" v="38" actId="14100"/>
        <pc:sldMkLst>
          <pc:docMk/>
          <pc:sldMk cId="1630386862" sldId="2147470008"/>
        </pc:sldMkLst>
        <pc:spChg chg="mod">
          <ac:chgData name="Vandan Jain" userId="4244b45b-25d1-413d-855b-6597e767c081" providerId="ADAL" clId="{67AB2A15-26B8-47FB-BEC6-EFDC03C3B3B6}" dt="2026-03-02T09:05:28.172" v="38" actId="14100"/>
          <ac:spMkLst>
            <pc:docMk/>
            <pc:sldMk cId="1630386862" sldId="2147470008"/>
            <ac:spMk id="32" creationId="{C8230886-385E-3625-B41A-6EB929B3CECD}"/>
          </ac:spMkLst>
        </pc:spChg>
      </pc:sldChg>
      <pc:sldChg chg="addSp delSp modSp mod">
        <pc:chgData name="Vandan Jain" userId="4244b45b-25d1-413d-855b-6597e767c081" providerId="ADAL" clId="{67AB2A15-26B8-47FB-BEC6-EFDC03C3B3B6}" dt="2026-03-02T09:05:31.614" v="40"/>
        <pc:sldMkLst>
          <pc:docMk/>
          <pc:sldMk cId="2830339352" sldId="2147470014"/>
        </pc:sldMkLst>
        <pc:spChg chg="del">
          <ac:chgData name="Vandan Jain" userId="4244b45b-25d1-413d-855b-6597e767c081" providerId="ADAL" clId="{67AB2A15-26B8-47FB-BEC6-EFDC03C3B3B6}" dt="2026-03-02T09:05:31.332" v="39" actId="478"/>
          <ac:spMkLst>
            <pc:docMk/>
            <pc:sldMk cId="2830339352" sldId="2147470014"/>
            <ac:spMk id="33" creationId="{11B08FFE-4B4A-EB5A-4866-8C40B76594CC}"/>
          </ac:spMkLst>
        </pc:spChg>
        <pc:graphicFrameChg chg="add mod">
          <ac:chgData name="Vandan Jain" userId="4244b45b-25d1-413d-855b-6597e767c081" providerId="ADAL" clId="{67AB2A15-26B8-47FB-BEC6-EFDC03C3B3B6}" dt="2026-03-02T09:05:31.614" v="40"/>
          <ac:graphicFrameMkLst>
            <pc:docMk/>
            <pc:sldMk cId="2830339352" sldId="2147470014"/>
            <ac:graphicFrameMk id="2" creationId="{C32D0121-6E05-A794-F5F1-C1D135BC07E8}"/>
          </ac:graphicFrameMkLst>
        </pc:graphicFrameChg>
        <pc:graphicFrameChg chg="del">
          <ac:chgData name="Vandan Jain" userId="4244b45b-25d1-413d-855b-6597e767c081" providerId="ADAL" clId="{67AB2A15-26B8-47FB-BEC6-EFDC03C3B3B6}" dt="2026-03-02T09:05:31.332" v="39" actId="478"/>
          <ac:graphicFrameMkLst>
            <pc:docMk/>
            <pc:sldMk cId="2830339352" sldId="2147470014"/>
            <ac:graphicFrameMk id="29" creationId="{4E7BB84D-9E35-CF2D-933A-F2164B5B640D}"/>
          </ac:graphicFrameMkLst>
        </pc:graphicFrameChg>
        <pc:picChg chg="del">
          <ac:chgData name="Vandan Jain" userId="4244b45b-25d1-413d-855b-6597e767c081" providerId="ADAL" clId="{67AB2A15-26B8-47FB-BEC6-EFDC03C3B3B6}" dt="2026-03-02T09:05:31.332" v="39" actId="478"/>
          <ac:picMkLst>
            <pc:docMk/>
            <pc:sldMk cId="2830339352" sldId="2147470014"/>
            <ac:picMk id="4" creationId="{65D2BE78-60C7-309F-967D-DB03F5F86A01}"/>
          </ac:picMkLst>
        </pc:picChg>
        <pc:cxnChg chg="del">
          <ac:chgData name="Vandan Jain" userId="4244b45b-25d1-413d-855b-6597e767c081" providerId="ADAL" clId="{67AB2A15-26B8-47FB-BEC6-EFDC03C3B3B6}" dt="2026-03-02T09:05:31.332" v="39" actId="478"/>
          <ac:cxnSpMkLst>
            <pc:docMk/>
            <pc:sldMk cId="2830339352" sldId="2147470014"/>
            <ac:cxnSpMk id="6" creationId="{1952BBF0-F332-6F68-FCA0-2C1BC213E0F2}"/>
          </ac:cxnSpMkLst>
        </pc:cxnChg>
        <pc:cxnChg chg="del">
          <ac:chgData name="Vandan Jain" userId="4244b45b-25d1-413d-855b-6597e767c081" providerId="ADAL" clId="{67AB2A15-26B8-47FB-BEC6-EFDC03C3B3B6}" dt="2026-03-02T09:05:31.332" v="39" actId="478"/>
          <ac:cxnSpMkLst>
            <pc:docMk/>
            <pc:sldMk cId="2830339352" sldId="2147470014"/>
            <ac:cxnSpMk id="36" creationId="{F7DEC3EF-4F58-6C4A-6003-C653D43A657F}"/>
          </ac:cxnSpMkLst>
        </pc:cxnChg>
        <pc:cxnChg chg="del">
          <ac:chgData name="Vandan Jain" userId="4244b45b-25d1-413d-855b-6597e767c081" providerId="ADAL" clId="{67AB2A15-26B8-47FB-BEC6-EFDC03C3B3B6}" dt="2026-03-02T09:05:31.332" v="39" actId="478"/>
          <ac:cxnSpMkLst>
            <pc:docMk/>
            <pc:sldMk cId="2830339352" sldId="2147470014"/>
            <ac:cxnSpMk id="37" creationId="{4FE8A8B7-B1C7-388B-2224-F7272B5F3979}"/>
          </ac:cxnSpMkLst>
        </pc:cxnChg>
        <pc:cxnChg chg="del">
          <ac:chgData name="Vandan Jain" userId="4244b45b-25d1-413d-855b-6597e767c081" providerId="ADAL" clId="{67AB2A15-26B8-47FB-BEC6-EFDC03C3B3B6}" dt="2026-03-02T09:05:31.332" v="39" actId="478"/>
          <ac:cxnSpMkLst>
            <pc:docMk/>
            <pc:sldMk cId="2830339352" sldId="2147470014"/>
            <ac:cxnSpMk id="38" creationId="{E75709A2-CB82-9CE6-8820-C613FA844A97}"/>
          </ac:cxnSpMkLst>
        </pc:cxnChg>
        <pc:cxnChg chg="del">
          <ac:chgData name="Vandan Jain" userId="4244b45b-25d1-413d-855b-6597e767c081" providerId="ADAL" clId="{67AB2A15-26B8-47FB-BEC6-EFDC03C3B3B6}" dt="2026-03-02T09:05:31.332" v="39" actId="478"/>
          <ac:cxnSpMkLst>
            <pc:docMk/>
            <pc:sldMk cId="2830339352" sldId="2147470014"/>
            <ac:cxnSpMk id="39" creationId="{186A2F42-4516-71B2-0981-A0D3083991C8}"/>
          </ac:cxnSpMkLst>
        </pc:cxnChg>
        <pc:cxnChg chg="del">
          <ac:chgData name="Vandan Jain" userId="4244b45b-25d1-413d-855b-6597e767c081" providerId="ADAL" clId="{67AB2A15-26B8-47FB-BEC6-EFDC03C3B3B6}" dt="2026-03-02T09:05:31.332" v="39" actId="478"/>
          <ac:cxnSpMkLst>
            <pc:docMk/>
            <pc:sldMk cId="2830339352" sldId="2147470014"/>
            <ac:cxnSpMk id="41" creationId="{5D0ABD50-0663-D5B6-17A1-7728958B21BD}"/>
          </ac:cxnSpMkLst>
        </pc:cxnChg>
        <pc:cxnChg chg="del">
          <ac:chgData name="Vandan Jain" userId="4244b45b-25d1-413d-855b-6597e767c081" providerId="ADAL" clId="{67AB2A15-26B8-47FB-BEC6-EFDC03C3B3B6}" dt="2026-03-02T09:05:31.332" v="39" actId="478"/>
          <ac:cxnSpMkLst>
            <pc:docMk/>
            <pc:sldMk cId="2830339352" sldId="2147470014"/>
            <ac:cxnSpMk id="42" creationId="{CB4A4CC7-1BF8-8EB6-BE37-56C8C37F23EB}"/>
          </ac:cxnSpMkLst>
        </pc:cxn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59795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5CB40D-F18F-E16C-414E-278D7AAC53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6318DB-B491-3618-A4E0-CB26CC5CA8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4EDBEC-0C05-EE12-A0EE-36643DBB1D8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7D118F1-5568-F7B6-9411-F33C2DFF4FC8}"/>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29717BF-D6A1-41FB-AA9B-31E83E01F21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412330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582735-F5C0-9D94-8980-3AD175EAC9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42EAF3-859A-62A3-022B-886C16A07F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244E4C-145D-CAFC-9CF7-05D753B353E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B19EAFC-CBF7-1A7A-C8BE-DD745F3F511A}"/>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1278912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6963E1-146A-595C-6874-BC841CAE81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742B3E-DC18-0B4F-2E3B-70E397FCE2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367CD0-A4C6-103B-FA86-B1148C74D32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19F050F-0226-2E53-C9EA-02BDB186ED9A}"/>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0814025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5053" y="2993635"/>
            <a:ext cx="4817269" cy="1111073"/>
          </a:xfrm>
        </p:spPr>
        <p:txBody>
          <a:bodyPr anchor="b"/>
          <a:lstStyle>
            <a:lvl1pPr algn="ctr">
              <a:defRPr sz="3610"/>
            </a:lvl1pPr>
          </a:lstStyle>
          <a:p>
            <a:r>
              <a:rPr lang="en-US"/>
              <a:t>Click to edit Master title style</a:t>
            </a:r>
          </a:p>
        </p:txBody>
      </p:sp>
      <p:sp>
        <p:nvSpPr>
          <p:cNvPr id="3" name="Subtitle 2"/>
          <p:cNvSpPr>
            <a:spLocks noGrp="1"/>
          </p:cNvSpPr>
          <p:nvPr>
            <p:ph type="subTitle" idx="1"/>
          </p:nvPr>
        </p:nvSpPr>
        <p:spPr>
          <a:xfrm>
            <a:off x="708422" y="4212384"/>
            <a:ext cx="4250531" cy="222240"/>
          </a:xfrm>
        </p:spPr>
        <p:txBody>
          <a:bodyPr/>
          <a:lstStyle>
            <a:lvl1pPr marL="0" indent="0" algn="ctr">
              <a:buNone/>
              <a:defRPr sz="1444"/>
            </a:lvl1pPr>
            <a:lvl2pPr marL="275047" indent="0" algn="ctr">
              <a:buNone/>
              <a:defRPr sz="1203"/>
            </a:lvl2pPr>
            <a:lvl3pPr marL="550094" indent="0" algn="ctr">
              <a:buNone/>
              <a:defRPr sz="1083"/>
            </a:lvl3pPr>
            <a:lvl4pPr marL="825141" indent="0" algn="ctr">
              <a:buNone/>
              <a:defRPr sz="963"/>
            </a:lvl4pPr>
            <a:lvl5pPr marL="1100188" indent="0" algn="ctr">
              <a:buNone/>
              <a:defRPr sz="963"/>
            </a:lvl5pPr>
            <a:lvl6pPr marL="1375235" indent="0" algn="ctr">
              <a:buNone/>
              <a:defRPr sz="963"/>
            </a:lvl6pPr>
            <a:lvl7pPr marL="1650282" indent="0" algn="ctr">
              <a:buNone/>
              <a:defRPr sz="963"/>
            </a:lvl7pPr>
            <a:lvl8pPr marL="1925329" indent="0" algn="ctr">
              <a:buNone/>
              <a:defRPr sz="963"/>
            </a:lvl8pPr>
            <a:lvl9pPr marL="2200376" indent="0" algn="ctr">
              <a:buNone/>
              <a:defRPr sz="963"/>
            </a:lvl9pPr>
          </a:lstStyle>
          <a:p>
            <a:r>
              <a:rPr lang="en-US"/>
              <a:t>Click to edit Master subtitle style</a:t>
            </a:r>
          </a:p>
        </p:txBody>
      </p:sp>
    </p:spTree>
    <p:extLst>
      <p:ext uri="{BB962C8B-B14F-4D97-AF65-F5344CB8AC3E}">
        <p14:creationId xmlns:p14="http://schemas.microsoft.com/office/powerpoint/2010/main" val="2654702622"/>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267200" y="597573"/>
            <a:ext cx="5121891" cy="200376"/>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271561" y="1678741"/>
            <a:ext cx="5121891" cy="699230"/>
          </a:xfrm>
          <a:prstGeom prst="rect">
            <a:avLst/>
          </a:prstGeom>
        </p:spPr>
        <p:txBody>
          <a:bodyPr vert="horz" wrap="square" lIns="0" tIns="0" rIns="0" bIns="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5667375" cy="802005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272034" cy="68437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5011" tIns="68009" rIns="85011" bIns="68009" numCol="1" spcCol="0" rtlCol="0" fromWordArt="0" anchor="t" anchorCtr="0" forceAA="0" compatLnSpc="1">
            <a:prstTxWarp prst="textNoShape">
              <a:avLst/>
            </a:prstTxWarp>
            <a:noAutofit/>
          </a:bodyPr>
          <a:lstStyle/>
          <a:p>
            <a:pPr algn="ctr" defTabSz="433474" fontAlgn="base">
              <a:lnSpc>
                <a:spcPct val="90000"/>
              </a:lnSpc>
              <a:spcBef>
                <a:spcPct val="0"/>
              </a:spcBef>
              <a:spcAft>
                <a:spcPct val="0"/>
              </a:spcAft>
            </a:pPr>
            <a:endParaRPr lang="en-US" sz="1116">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136017" cy="34218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5011" tIns="68009" rIns="85011" bIns="68009" numCol="1" spcCol="0" rtlCol="0" fromWordArt="0" anchor="t" anchorCtr="0" forceAA="0" compatLnSpc="1">
            <a:prstTxWarp prst="textNoShape">
              <a:avLst/>
            </a:prstTxWarp>
            <a:noAutofit/>
          </a:bodyPr>
          <a:lstStyle/>
          <a:p>
            <a:pPr algn="ctr" defTabSz="433474" fontAlgn="base">
              <a:lnSpc>
                <a:spcPct val="90000"/>
              </a:lnSpc>
              <a:spcBef>
                <a:spcPct val="0"/>
              </a:spcBef>
              <a:spcAft>
                <a:spcPct val="0"/>
              </a:spcAft>
            </a:pPr>
            <a:endParaRPr lang="en-US" sz="1116">
              <a:gradFill>
                <a:gsLst>
                  <a:gs pos="0">
                    <a:srgbClr val="FFFFFF"/>
                  </a:gs>
                  <a:gs pos="100000">
                    <a:srgbClr val="FFFFFF"/>
                  </a:gs>
                </a:gsLst>
                <a:lin ang="5400000" scaled="0"/>
              </a:gradFill>
              <a:ea typeface="Segoe UI" pitchFamily="34" charset="0"/>
              <a:cs typeface="Segoe UI" pitchFamily="34" charset="0"/>
            </a:endParaRPr>
          </a:p>
        </p:txBody>
      </p:sp>
      <p:pic>
        <p:nvPicPr>
          <p:cNvPr id="5" name="Graphic 4">
            <a:extLst>
              <a:ext uri="{FF2B5EF4-FFF2-40B4-BE49-F238E27FC236}">
                <a16:creationId xmlns:a16="http://schemas.microsoft.com/office/drawing/2014/main" id="{A47DE8FB-8705-13E5-38E7-D0D35B44ADB1}"/>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rot="5400000">
            <a:off x="4322918" y="1474221"/>
            <a:ext cx="3608415" cy="659972"/>
          </a:xfrm>
          <a:prstGeom prst="rect">
            <a:avLst/>
          </a:prstGeom>
        </p:spPr>
      </p:pic>
    </p:spTree>
    <p:extLst>
      <p:ext uri="{BB962C8B-B14F-4D97-AF65-F5344CB8AC3E}">
        <p14:creationId xmlns:p14="http://schemas.microsoft.com/office/powerpoint/2010/main" val="41183734"/>
      </p:ext>
    </p:extLst>
  </p:cSld>
  <p:clrMap bg1="lt1" tx1="dk1" bg2="lt2" tx2="dk2" accent1="accent1" accent2="accent2" accent3="accent3" accent4="accent4" accent5="accent5" accent6="accent6" hlink="hlink" folHlink="folHlink"/>
  <p:sldLayoutIdLst>
    <p:sldLayoutId id="2147483651" r:id="rId1"/>
  </p:sldLayoutIdLst>
  <p:transition>
    <p:fade/>
  </p:transition>
  <p:hf sldNum="0" hdr="0" ftr="0" dt="0"/>
  <p:txStyles>
    <p:titleStyle>
      <a:lvl1pPr algn="l" defTabSz="433599" rtl="0" eaLnBrk="1" latinLnBrk="0" hangingPunct="1">
        <a:lnSpc>
          <a:spcPct val="100000"/>
        </a:lnSpc>
        <a:spcBef>
          <a:spcPct val="0"/>
        </a:spcBef>
        <a:buNone/>
        <a:defRPr lang="en-US" sz="1302" b="0" kern="1200" cap="none" spc="-23" baseline="0" dirty="0" smtClean="0">
          <a:ln w="3175">
            <a:noFill/>
          </a:ln>
          <a:solidFill>
            <a:srgbClr val="000000"/>
          </a:solidFill>
          <a:effectLst/>
          <a:latin typeface="+mj-lt"/>
          <a:ea typeface="+mn-ea"/>
          <a:cs typeface="Segoe UI" pitchFamily="34" charset="0"/>
        </a:defRPr>
      </a:lvl1pPr>
    </p:titleStyle>
    <p:bodyStyle>
      <a:lvl1pPr marL="0" marR="0" indent="0" algn="l" defTabSz="433599" rtl="0" eaLnBrk="1" fontAlgn="auto" latinLnBrk="0" hangingPunct="1">
        <a:lnSpc>
          <a:spcPct val="100000"/>
        </a:lnSpc>
        <a:spcBef>
          <a:spcPts val="837"/>
        </a:spcBef>
        <a:spcAft>
          <a:spcPts val="0"/>
        </a:spcAft>
        <a:buClrTx/>
        <a:buSzPct val="90000"/>
        <a:buFont typeface="Wingdings" panose="05000000000000000000" pitchFamily="2" charset="2"/>
        <a:buNone/>
        <a:tabLst/>
        <a:defRPr sz="837" kern="1200" spc="0" baseline="0">
          <a:solidFill>
            <a:srgbClr val="000000"/>
          </a:solidFill>
          <a:latin typeface="+mj-lt"/>
          <a:ea typeface="+mn-ea"/>
          <a:cs typeface="Segoe UI Semilight" panose="020B0402040204020203" pitchFamily="34" charset="0"/>
        </a:defRPr>
      </a:lvl1pPr>
      <a:lvl2pPr marL="0" marR="0" indent="0" algn="l" defTabSz="433599" rtl="0" eaLnBrk="1" fontAlgn="auto" latinLnBrk="0" hangingPunct="1">
        <a:lnSpc>
          <a:spcPct val="100000"/>
        </a:lnSpc>
        <a:spcBef>
          <a:spcPts val="558"/>
        </a:spcBef>
        <a:spcAft>
          <a:spcPts val="0"/>
        </a:spcAft>
        <a:buClrTx/>
        <a:buSzPct val="90000"/>
        <a:buFont typeface="Wingdings" panose="05000000000000000000" pitchFamily="2" charset="2"/>
        <a:buNone/>
        <a:tabLst/>
        <a:defRPr sz="744" kern="1200" spc="0" baseline="0">
          <a:solidFill>
            <a:srgbClr val="000000"/>
          </a:solidFill>
          <a:latin typeface="+mn-lt"/>
          <a:ea typeface="+mn-ea"/>
          <a:cs typeface="+mn-cs"/>
        </a:defRPr>
      </a:lvl2pPr>
      <a:lvl3pPr marL="92985" marR="0" indent="-92985" algn="l" defTabSz="433599" rtl="0" eaLnBrk="1" fontAlgn="auto" latinLnBrk="0" hangingPunct="1">
        <a:lnSpc>
          <a:spcPct val="100000"/>
        </a:lnSpc>
        <a:spcBef>
          <a:spcPts val="279"/>
        </a:spcBef>
        <a:spcAft>
          <a:spcPts val="0"/>
        </a:spcAft>
        <a:buClrTx/>
        <a:buSzPct val="90000"/>
        <a:buFont typeface="Wingdings" panose="05000000000000000000" pitchFamily="2" charset="2"/>
        <a:buChar char=""/>
        <a:tabLst/>
        <a:defRPr sz="651" kern="1200" spc="0" baseline="0">
          <a:solidFill>
            <a:srgbClr val="000000"/>
          </a:solidFill>
          <a:latin typeface="+mn-lt"/>
          <a:ea typeface="+mn-ea"/>
          <a:cs typeface="+mn-cs"/>
        </a:defRPr>
      </a:lvl3pPr>
      <a:lvl4pPr marL="187032" marR="0" indent="-84129" algn="l" defTabSz="433599"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651" kern="1200" spc="0" baseline="0">
          <a:solidFill>
            <a:srgbClr val="000000"/>
          </a:solidFill>
          <a:latin typeface="+mn-lt"/>
          <a:ea typeface="+mn-ea"/>
          <a:cs typeface="+mn-cs"/>
        </a:defRPr>
      </a:lvl4pPr>
      <a:lvl5pPr marL="280548" marR="0" indent="-93516" algn="l" defTabSz="433599"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651" kern="1200" spc="0" baseline="0">
          <a:solidFill>
            <a:srgbClr val="000000"/>
          </a:solidFill>
          <a:latin typeface="+mn-lt"/>
          <a:ea typeface="+mn-ea"/>
          <a:cs typeface="+mn-cs"/>
        </a:defRPr>
      </a:lvl5pPr>
      <a:lvl6pPr marL="11923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6pPr>
      <a:lvl7pPr marL="14091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7pPr>
      <a:lvl8pPr marL="16259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8pPr>
      <a:lvl9pPr marL="18427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9pPr>
    </p:bodyStyle>
    <p:otherStyle>
      <a:defPPr>
        <a:defRPr lang="en-US"/>
      </a:defPPr>
      <a:lvl1pPr marL="0" algn="l" defTabSz="433599" rtl="0" eaLnBrk="1" latinLnBrk="0" hangingPunct="1">
        <a:defRPr sz="837" kern="1200">
          <a:solidFill>
            <a:schemeClr val="tx1"/>
          </a:solidFill>
          <a:latin typeface="+mn-lt"/>
          <a:ea typeface="+mn-ea"/>
          <a:cs typeface="+mn-cs"/>
        </a:defRPr>
      </a:lvl1pPr>
      <a:lvl2pPr marL="216800" algn="l" defTabSz="433599" rtl="0" eaLnBrk="1" latinLnBrk="0" hangingPunct="1">
        <a:defRPr sz="837" kern="1200">
          <a:solidFill>
            <a:schemeClr val="tx1"/>
          </a:solidFill>
          <a:latin typeface="+mn-lt"/>
          <a:ea typeface="+mn-ea"/>
          <a:cs typeface="+mn-cs"/>
        </a:defRPr>
      </a:lvl2pPr>
      <a:lvl3pPr marL="433599" algn="l" defTabSz="433599" rtl="0" eaLnBrk="1" latinLnBrk="0" hangingPunct="1">
        <a:defRPr sz="837" kern="1200">
          <a:solidFill>
            <a:schemeClr val="tx1"/>
          </a:solidFill>
          <a:latin typeface="+mn-lt"/>
          <a:ea typeface="+mn-ea"/>
          <a:cs typeface="+mn-cs"/>
        </a:defRPr>
      </a:lvl3pPr>
      <a:lvl4pPr marL="650399" algn="l" defTabSz="433599" rtl="0" eaLnBrk="1" latinLnBrk="0" hangingPunct="1">
        <a:defRPr sz="837" kern="1200">
          <a:solidFill>
            <a:schemeClr val="tx1"/>
          </a:solidFill>
          <a:latin typeface="+mn-lt"/>
          <a:ea typeface="+mn-ea"/>
          <a:cs typeface="+mn-cs"/>
        </a:defRPr>
      </a:lvl4pPr>
      <a:lvl5pPr marL="867198" algn="l" defTabSz="433599" rtl="0" eaLnBrk="1" latinLnBrk="0" hangingPunct="1">
        <a:defRPr sz="837" kern="1200">
          <a:solidFill>
            <a:schemeClr val="tx1"/>
          </a:solidFill>
          <a:latin typeface="+mn-lt"/>
          <a:ea typeface="+mn-ea"/>
          <a:cs typeface="+mn-cs"/>
        </a:defRPr>
      </a:lvl5pPr>
      <a:lvl6pPr marL="1083998" algn="l" defTabSz="433599" rtl="0" eaLnBrk="1" latinLnBrk="0" hangingPunct="1">
        <a:defRPr sz="837" kern="1200">
          <a:solidFill>
            <a:schemeClr val="tx1"/>
          </a:solidFill>
          <a:latin typeface="+mn-lt"/>
          <a:ea typeface="+mn-ea"/>
          <a:cs typeface="+mn-cs"/>
        </a:defRPr>
      </a:lvl6pPr>
      <a:lvl7pPr marL="1300797" algn="l" defTabSz="433599" rtl="0" eaLnBrk="1" latinLnBrk="0" hangingPunct="1">
        <a:defRPr sz="837" kern="1200">
          <a:solidFill>
            <a:schemeClr val="tx1"/>
          </a:solidFill>
          <a:latin typeface="+mn-lt"/>
          <a:ea typeface="+mn-ea"/>
          <a:cs typeface="+mn-cs"/>
        </a:defRPr>
      </a:lvl7pPr>
      <a:lvl8pPr marL="1517597" algn="l" defTabSz="433599" rtl="0" eaLnBrk="1" latinLnBrk="0" hangingPunct="1">
        <a:defRPr sz="837" kern="1200">
          <a:solidFill>
            <a:schemeClr val="tx1"/>
          </a:solidFill>
          <a:latin typeface="+mn-lt"/>
          <a:ea typeface="+mn-ea"/>
          <a:cs typeface="+mn-cs"/>
        </a:defRPr>
      </a:lvl8pPr>
      <a:lvl9pPr marL="1734397" algn="l" defTabSz="433599" rtl="0" eaLnBrk="1" latinLnBrk="0" hangingPunct="1">
        <a:defRPr sz="837"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235">
          <p15:clr>
            <a:srgbClr val="C35EA4"/>
          </p15:clr>
        </p15:guide>
        <p15:guide id="17" pos="4662">
          <p15:clr>
            <a:srgbClr val="C35EA4"/>
          </p15:clr>
        </p15:guide>
        <p15:guide id="25" orient="horz" pos="792">
          <p15:clr>
            <a:srgbClr val="C35EA4"/>
          </p15:clr>
        </p15:guide>
        <p15:guide id="26" orient="horz" pos="5792">
          <p15:clr>
            <a:srgbClr val="C35EA4"/>
          </p15:clr>
        </p15:guide>
        <p15:guide id="27" orient="horz" pos="270">
          <p15:clr>
            <a:srgbClr val="A4A3A4"/>
          </p15:clr>
        </p15:guide>
        <p15:guide id="28" pos="118">
          <p15:clr>
            <a:srgbClr val="A4A3A4"/>
          </p15:clr>
        </p15:guide>
        <p15:guide id="29" orient="horz" pos="6065">
          <p15:clr>
            <a:srgbClr val="A4A3A4"/>
          </p15:clr>
        </p15:guide>
        <p15:guide id="30" pos="4778">
          <p15:clr>
            <a:srgbClr val="A4A3A4"/>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6.sv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D57E35-A357-6951-93B8-84DA1F8415CF}"/>
            </a:ext>
          </a:extLst>
        </p:cNvPr>
        <p:cNvGrpSpPr/>
        <p:nvPr/>
      </p:nvGrpSpPr>
      <p:grpSpPr>
        <a:xfrm>
          <a:off x="0" y="0"/>
          <a:ext cx="0" cy="0"/>
          <a:chOff x="0" y="0"/>
          <a:chExt cx="0" cy="0"/>
        </a:xfrm>
      </p:grpSpPr>
      <p:pic>
        <p:nvPicPr>
          <p:cNvPr id="67" name="Rectangle 3468742" descr="preencoded.png">
            <a:extLst>
              <a:ext uri="{FF2B5EF4-FFF2-40B4-BE49-F238E27FC236}">
                <a16:creationId xmlns:a16="http://schemas.microsoft.com/office/drawing/2014/main" id="{935D4737-AF15-D2BD-A0CA-A169A8D5D2C5}"/>
              </a:ext>
            </a:extLst>
          </p:cNvPr>
          <p:cNvPicPr>
            <a:picLocks noChangeAspect="1"/>
          </p:cNvPicPr>
          <p:nvPr/>
        </p:nvPicPr>
        <p:blipFill>
          <a:blip r:embed="rId3">
            <a:alphaModFix/>
          </a:blip>
          <a:srcRect t="1" b="17144"/>
          <a:stretch>
            <a:fillRect/>
          </a:stretch>
        </p:blipFill>
        <p:spPr>
          <a:xfrm>
            <a:off x="0" y="15782"/>
            <a:ext cx="5667374" cy="8004267"/>
          </a:xfrm>
          <a:prstGeom prst="rect">
            <a:avLst/>
          </a:prstGeom>
        </p:spPr>
      </p:pic>
      <p:sp>
        <p:nvSpPr>
          <p:cNvPr id="91" name="Rectangle: Rounded Corners 90">
            <a:extLst>
              <a:ext uri="{FF2B5EF4-FFF2-40B4-BE49-F238E27FC236}">
                <a16:creationId xmlns:a16="http://schemas.microsoft.com/office/drawing/2014/main" id="{1F261787-A532-6E06-5DBB-DC560E196235}"/>
              </a:ext>
            </a:extLst>
          </p:cNvPr>
          <p:cNvSpPr/>
          <p:nvPr/>
        </p:nvSpPr>
        <p:spPr bwMode="auto">
          <a:xfrm>
            <a:off x="271313" y="1647450"/>
            <a:ext cx="1640799" cy="2917180"/>
          </a:xfrm>
          <a:prstGeom prst="roundRect">
            <a:avLst>
              <a:gd name="adj" fmla="val 5082"/>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89" name="Rectangle: Rounded Corners 88">
            <a:extLst>
              <a:ext uri="{FF2B5EF4-FFF2-40B4-BE49-F238E27FC236}">
                <a16:creationId xmlns:a16="http://schemas.microsoft.com/office/drawing/2014/main" id="{2D7F975A-EFFC-ED2A-C751-F90289DD4D12}"/>
              </a:ext>
            </a:extLst>
          </p:cNvPr>
          <p:cNvSpPr/>
          <p:nvPr/>
        </p:nvSpPr>
        <p:spPr bwMode="auto">
          <a:xfrm>
            <a:off x="432197" y="3322612"/>
            <a:ext cx="1330369" cy="556564"/>
          </a:xfrm>
          <a:prstGeom prst="roundRect">
            <a:avLst>
              <a:gd name="adj" fmla="val 8964"/>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167" b="0" i="0" u="none" strike="noStrike" kern="1200" cap="none" spc="0" normalizeH="0" baseline="0" noProof="0" dirty="0" err="1">
              <a:ln>
                <a:noFill/>
              </a:ln>
              <a:solidFill>
                <a:srgbClr val="C03BC4"/>
              </a:solidFill>
              <a:effectLst/>
              <a:uLnTx/>
              <a:uFillTx/>
              <a:latin typeface="Segoe UI"/>
              <a:ea typeface="Segoe UI" pitchFamily="34" charset="0"/>
              <a:cs typeface="Segoe UI" pitchFamily="34" charset="0"/>
            </a:endParaRPr>
          </a:p>
        </p:txBody>
      </p:sp>
      <p:sp>
        <p:nvSpPr>
          <p:cNvPr id="79" name="Rectangle: Rounded Corners 78">
            <a:extLst>
              <a:ext uri="{FF2B5EF4-FFF2-40B4-BE49-F238E27FC236}">
                <a16:creationId xmlns:a16="http://schemas.microsoft.com/office/drawing/2014/main" id="{F81BFA34-B18A-5D19-CB2E-5EFFFD85E75F}"/>
              </a:ext>
            </a:extLst>
          </p:cNvPr>
          <p:cNvSpPr/>
          <p:nvPr/>
        </p:nvSpPr>
        <p:spPr bwMode="auto">
          <a:xfrm>
            <a:off x="282588" y="5229235"/>
            <a:ext cx="1631230" cy="2453065"/>
          </a:xfrm>
          <a:prstGeom prst="roundRect">
            <a:avLst>
              <a:gd name="adj" fmla="val 5082"/>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167" b="0" i="0" u="none" strike="noStrike" kern="1200" cap="none" spc="0" normalizeH="0" baseline="0" noProof="0" dirty="0" err="1">
              <a:ln>
                <a:noFill/>
              </a:ln>
              <a:solidFill>
                <a:srgbClr val="C03BC4"/>
              </a:solidFill>
              <a:effectLst/>
              <a:uLnTx/>
              <a:uFillTx/>
              <a:latin typeface="Segoe UI"/>
              <a:ea typeface="Segoe UI" pitchFamily="34" charset="0"/>
              <a:cs typeface="Segoe UI" pitchFamily="34" charset="0"/>
            </a:endParaRPr>
          </a:p>
        </p:txBody>
      </p:sp>
      <p:sp>
        <p:nvSpPr>
          <p:cNvPr id="80" name="Rectangle: Rounded Corners 79">
            <a:extLst>
              <a:ext uri="{FF2B5EF4-FFF2-40B4-BE49-F238E27FC236}">
                <a16:creationId xmlns:a16="http://schemas.microsoft.com/office/drawing/2014/main" id="{B9FF4C58-C222-0372-551A-B65DBB1DB687}"/>
              </a:ext>
            </a:extLst>
          </p:cNvPr>
          <p:cNvSpPr/>
          <p:nvPr/>
        </p:nvSpPr>
        <p:spPr bwMode="auto">
          <a:xfrm>
            <a:off x="2023547" y="5229235"/>
            <a:ext cx="1631230" cy="2453065"/>
          </a:xfrm>
          <a:prstGeom prst="roundRect">
            <a:avLst>
              <a:gd name="adj" fmla="val 5082"/>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167" b="0" i="0" u="none" strike="noStrike" kern="1200" cap="none" spc="0" normalizeH="0" baseline="0" noProof="0" dirty="0" err="1">
              <a:ln>
                <a:noFill/>
              </a:ln>
              <a:solidFill>
                <a:srgbClr val="C03BC4"/>
              </a:solidFill>
              <a:effectLst/>
              <a:uLnTx/>
              <a:uFillTx/>
              <a:latin typeface="Segoe UI"/>
              <a:ea typeface="Segoe UI" pitchFamily="34" charset="0"/>
              <a:cs typeface="Segoe UI" pitchFamily="34" charset="0"/>
            </a:endParaRPr>
          </a:p>
        </p:txBody>
      </p:sp>
      <p:sp>
        <p:nvSpPr>
          <p:cNvPr id="81" name="Rectangle: Rounded Corners 80">
            <a:extLst>
              <a:ext uri="{FF2B5EF4-FFF2-40B4-BE49-F238E27FC236}">
                <a16:creationId xmlns:a16="http://schemas.microsoft.com/office/drawing/2014/main" id="{40975A17-5A4C-D6C3-AEC2-7F7BB3AB4AF3}"/>
              </a:ext>
            </a:extLst>
          </p:cNvPr>
          <p:cNvSpPr/>
          <p:nvPr/>
        </p:nvSpPr>
        <p:spPr bwMode="auto">
          <a:xfrm>
            <a:off x="3776853" y="5229235"/>
            <a:ext cx="1631230" cy="2453065"/>
          </a:xfrm>
          <a:prstGeom prst="roundRect">
            <a:avLst>
              <a:gd name="adj" fmla="val 5082"/>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167" b="0" i="0" u="none" strike="noStrike" kern="1200" cap="none" spc="0" normalizeH="0" baseline="0" noProof="0" dirty="0" err="1">
              <a:ln>
                <a:noFill/>
              </a:ln>
              <a:solidFill>
                <a:srgbClr val="C03BC4"/>
              </a:solidFill>
              <a:effectLst/>
              <a:uLnTx/>
              <a:uFillTx/>
              <a:latin typeface="Segoe UI"/>
              <a:ea typeface="Segoe UI" pitchFamily="34" charset="0"/>
              <a:cs typeface="Segoe UI" pitchFamily="34" charset="0"/>
            </a:endParaRPr>
          </a:p>
        </p:txBody>
      </p:sp>
      <p:pic>
        <p:nvPicPr>
          <p:cNvPr id="71" name="Picture 70">
            <a:extLst>
              <a:ext uri="{FF2B5EF4-FFF2-40B4-BE49-F238E27FC236}">
                <a16:creationId xmlns:a16="http://schemas.microsoft.com/office/drawing/2014/main" id="{9B91F6E1-310B-4DCA-D9D1-EFA8D25C3146}"/>
              </a:ext>
            </a:extLst>
          </p:cNvPr>
          <p:cNvPicPr>
            <a:picLocks noChangeAspect="1"/>
          </p:cNvPicPr>
          <p:nvPr/>
        </p:nvPicPr>
        <p:blipFill>
          <a:blip r:embed="rId4"/>
          <a:srcRect l="82526" t="30965" r="-63239" b="25799"/>
          <a:stretch>
            <a:fillRect/>
          </a:stretch>
        </p:blipFill>
        <p:spPr>
          <a:xfrm>
            <a:off x="0" y="-6517"/>
            <a:ext cx="5672920" cy="1390790"/>
          </a:xfrm>
          <a:prstGeom prst="rect">
            <a:avLst/>
          </a:prstGeom>
          <a:effectLst/>
        </p:spPr>
      </p:pic>
      <p:sp>
        <p:nvSpPr>
          <p:cNvPr id="61" name="Rectangle 60">
            <a:extLst>
              <a:ext uri="{FF2B5EF4-FFF2-40B4-BE49-F238E27FC236}">
                <a16:creationId xmlns:a16="http://schemas.microsoft.com/office/drawing/2014/main" id="{9E2C1D61-C97B-074D-2D5C-424C889179B7}"/>
              </a:ext>
            </a:extLst>
          </p:cNvPr>
          <p:cNvSpPr/>
          <p:nvPr/>
        </p:nvSpPr>
        <p:spPr bwMode="auto">
          <a:xfrm>
            <a:off x="-1" y="-3461"/>
            <a:ext cx="5667375" cy="1390789"/>
          </a:xfrm>
          <a:prstGeom prst="rect">
            <a:avLst/>
          </a:prstGeom>
          <a:solidFill>
            <a:srgbClr val="F2E5DE">
              <a:alpha val="42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dirty="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63" name="Picture 62">
            <a:extLst>
              <a:ext uri="{FF2B5EF4-FFF2-40B4-BE49-F238E27FC236}">
                <a16:creationId xmlns:a16="http://schemas.microsoft.com/office/drawing/2014/main" id="{1F8D7817-2A34-A090-10BB-8A54EB0076A2}"/>
              </a:ext>
            </a:extLst>
          </p:cNvPr>
          <p:cNvPicPr>
            <a:picLocks noChangeAspect="1"/>
          </p:cNvPicPr>
          <p:nvPr/>
        </p:nvPicPr>
        <p:blipFill>
          <a:blip r:embed="rId4"/>
          <a:srcRect l="-57031" t="49290" r="56933" b="-2909"/>
          <a:stretch>
            <a:fillRect/>
          </a:stretch>
        </p:blipFill>
        <p:spPr>
          <a:xfrm>
            <a:off x="0" y="-3461"/>
            <a:ext cx="5672920" cy="1390790"/>
          </a:xfrm>
          <a:prstGeom prst="rect">
            <a:avLst/>
          </a:prstGeom>
          <a:effectLst/>
        </p:spPr>
      </p:pic>
      <p:sp>
        <p:nvSpPr>
          <p:cNvPr id="32" name="Title 31">
            <a:extLst>
              <a:ext uri="{FF2B5EF4-FFF2-40B4-BE49-F238E27FC236}">
                <a16:creationId xmlns:a16="http://schemas.microsoft.com/office/drawing/2014/main" id="{C8230886-385E-3625-B41A-6EB929B3CECD}"/>
              </a:ext>
            </a:extLst>
          </p:cNvPr>
          <p:cNvSpPr txBox="1">
            <a:spLocks noGrp="1"/>
          </p:cNvSpPr>
          <p:nvPr>
            <p:ph type="title" idx="4294967295"/>
          </p:nvPr>
        </p:nvSpPr>
        <p:spPr>
          <a:xfrm>
            <a:off x="280999" y="565908"/>
            <a:ext cx="4123882" cy="628505"/>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defTabSz="366729">
              <a:spcBef>
                <a:spcPts val="0"/>
              </a:spcBef>
            </a:pPr>
            <a:r>
              <a:rPr lang="en-US" sz="2042" dirty="0">
                <a:solidFill>
                  <a:srgbClr val="C03BC4"/>
                </a:solidFill>
                <a:cs typeface="Segoe Sans Display Semilight" pitchFamily="2" charset="0"/>
              </a:rPr>
              <a:t>Microsoft Purview Suite </a:t>
            </a:r>
            <a:r>
              <a:rPr lang="en-US" sz="2042" dirty="0">
                <a:solidFill>
                  <a:schemeClr val="tx1"/>
                </a:solidFill>
                <a:cs typeface="Segoe Sans Display Semilight" pitchFamily="2" charset="0"/>
              </a:rPr>
              <a:t>for Microsoft 365 Business Premium</a:t>
            </a:r>
          </a:p>
        </p:txBody>
      </p:sp>
      <p:sp>
        <p:nvSpPr>
          <p:cNvPr id="17" name="TextBox 16">
            <a:extLst>
              <a:ext uri="{FF2B5EF4-FFF2-40B4-BE49-F238E27FC236}">
                <a16:creationId xmlns:a16="http://schemas.microsoft.com/office/drawing/2014/main" id="{A92E1932-F00B-7615-5E7D-55DC4703F1C2}"/>
              </a:ext>
            </a:extLst>
          </p:cNvPr>
          <p:cNvSpPr txBox="1">
            <a:spLocks/>
          </p:cNvSpPr>
          <p:nvPr/>
        </p:nvSpPr>
        <p:spPr>
          <a:xfrm>
            <a:off x="2081408" y="1668617"/>
            <a:ext cx="3168918" cy="448713"/>
          </a:xfrm>
          <a:prstGeom prst="rect">
            <a:avLst/>
          </a:prstGeom>
          <a:noFill/>
        </p:spPr>
        <p:txBody>
          <a:bodyPr wrap="square" lIns="0" tIns="0" rIns="0" bIns="0" rtlCol="0" anchor="t" anchorCtr="0">
            <a:spAutoFit/>
          </a:bodyPr>
          <a:lstStyle/>
          <a:p>
            <a:pPr marL="0" marR="0" lvl="0" indent="0" algn="l" defTabSz="666780" rtl="0" eaLnBrk="1" fontAlgn="auto" latinLnBrk="0" hangingPunct="1">
              <a:lnSpc>
                <a:spcPct val="100000"/>
              </a:lnSpc>
              <a:spcBef>
                <a:spcPts val="0"/>
              </a:spcBef>
              <a:spcAft>
                <a:spcPts val="1313"/>
              </a:spcAft>
              <a:buClrTx/>
              <a:buSzTx/>
              <a:buFontTx/>
              <a:buNone/>
              <a:tabLst/>
              <a:defRPr/>
            </a:pPr>
            <a:r>
              <a:rPr kumimoji="0" lang="en-US" sz="1458" b="0" i="0" u="none" strike="noStrike" kern="1200" cap="none" spc="0" normalizeH="0" baseline="0" noProof="0" dirty="0">
                <a:ln>
                  <a:noFill/>
                </a:ln>
                <a:solidFill>
                  <a:srgbClr val="000000"/>
                </a:solidFill>
                <a:effectLst/>
                <a:uLnTx/>
                <a:uFillTx/>
                <a:latin typeface="Segoe Sans Display Semibold" pitchFamily="2" charset="0"/>
                <a:ea typeface="+mn-ea"/>
                <a:cs typeface="Segoe Sans Display Semibold" pitchFamily="2" charset="0"/>
              </a:rPr>
              <a:t>Intelligent compliance and risk management in the age of AI</a:t>
            </a:r>
          </a:p>
        </p:txBody>
      </p:sp>
      <p:sp>
        <p:nvSpPr>
          <p:cNvPr id="3" name="TextBox 2">
            <a:extLst>
              <a:ext uri="{FF2B5EF4-FFF2-40B4-BE49-F238E27FC236}">
                <a16:creationId xmlns:a16="http://schemas.microsoft.com/office/drawing/2014/main" id="{DA3B5A7B-B9D1-2B64-CAD0-43CB23302445}"/>
              </a:ext>
            </a:extLst>
          </p:cNvPr>
          <p:cNvSpPr txBox="1">
            <a:spLocks/>
          </p:cNvSpPr>
          <p:nvPr/>
        </p:nvSpPr>
        <p:spPr>
          <a:xfrm>
            <a:off x="2097300" y="2205010"/>
            <a:ext cx="3301901" cy="2359620"/>
          </a:xfrm>
          <a:prstGeom prst="rect">
            <a:avLst/>
          </a:prstGeom>
          <a:noFill/>
        </p:spPr>
        <p:txBody>
          <a:bodyPr wrap="square" lIns="0" tIns="0" rIns="0" bIns="0" rtlCol="0" anchor="t" anchorCtr="0">
            <a:spAutoFit/>
          </a:bodyPr>
          <a:lstStyle/>
          <a:p>
            <a:pPr marL="0" marR="0" lvl="0" indent="0" algn="l" defTabSz="666780" rtl="0" eaLnBrk="1" fontAlgn="auto" latinLnBrk="0" hangingPunct="1">
              <a:lnSpc>
                <a:spcPct val="100000"/>
              </a:lnSpc>
              <a:spcBef>
                <a:spcPts val="0"/>
              </a:spcBef>
              <a:spcAft>
                <a:spcPts val="583"/>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a:ea typeface="+mn-lt"/>
                <a:cs typeface="Segoe UI"/>
              </a:rPr>
              <a:t>Microsoft Purview Suite, now available as an add-on to Microsoft 365 Business Premium, providers integrated data security and compliance capabilities critical for organizations looking to adopt Gen AI technologies and minimize risks related to regulatory requirements.</a:t>
            </a:r>
            <a:endParaRPr kumimoji="0" lang="en-US" sz="1600" b="0" i="0" u="none" strike="noStrike" kern="1200" cap="none" spc="0" normalizeH="0" baseline="0" noProof="0" dirty="0">
              <a:ln>
                <a:noFill/>
              </a:ln>
              <a:solidFill>
                <a:srgbClr val="000000"/>
              </a:solidFill>
              <a:effectLst/>
              <a:uLnTx/>
              <a:uFillTx/>
              <a:latin typeface="Segoe UI"/>
              <a:ea typeface="+mn-lt"/>
              <a:cs typeface="Segoe UI"/>
            </a:endParaRPr>
          </a:p>
          <a:p>
            <a:pPr marL="133356" marR="0" lvl="0" indent="-133356" algn="l" defTabSz="333390" rtl="0" eaLnBrk="1" fontAlgn="auto" latinLnBrk="0" hangingPunct="1">
              <a:lnSpc>
                <a:spcPct val="100000"/>
              </a:lnSpc>
              <a:spcBef>
                <a:spcPts val="438"/>
              </a:spcBef>
              <a:spcAft>
                <a:spcPts val="583"/>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Segoe Sans Display"/>
                <a:ea typeface="+mn-ea"/>
                <a:cs typeface="Segoe Sans Display"/>
              </a:rPr>
              <a:t>Safeguard sensitive data across clouds, apps, and endpoints.</a:t>
            </a:r>
          </a:p>
          <a:p>
            <a:pPr marL="133356" marR="0" lvl="0" indent="-133356" algn="l" defTabSz="333390" rtl="0" eaLnBrk="1" fontAlgn="auto" latinLnBrk="0" hangingPunct="1">
              <a:lnSpc>
                <a:spcPct val="100000"/>
              </a:lnSpc>
              <a:spcBef>
                <a:spcPts val="0"/>
              </a:spcBef>
              <a:spcAft>
                <a:spcPts val="583"/>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Segoe Sans Display"/>
                <a:ea typeface="+mn-ea"/>
                <a:cs typeface="Segoe Sans Display"/>
              </a:rPr>
              <a:t>Identify and remediate critical risks within your organization.</a:t>
            </a:r>
          </a:p>
          <a:p>
            <a:pPr marL="133356" marR="0" lvl="0" indent="-133356" algn="l" defTabSz="333390" rtl="0" eaLnBrk="1" fontAlgn="auto" latinLnBrk="0" hangingPunct="1">
              <a:lnSpc>
                <a:spcPct val="100000"/>
              </a:lnSpc>
              <a:spcBef>
                <a:spcPts val="0"/>
              </a:spcBef>
              <a:spcAft>
                <a:spcPts val="583"/>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Segoe Sans Display"/>
                <a:ea typeface="+mn-ea"/>
                <a:cs typeface="Segoe Sans Display"/>
              </a:rPr>
              <a:t>Investigate and respond to legal requirements with relevant data.</a:t>
            </a:r>
          </a:p>
          <a:p>
            <a:pPr marL="133356" marR="0" lvl="0" indent="-133356" algn="l" defTabSz="333390" rtl="0" eaLnBrk="1" fontAlgn="auto" latinLnBrk="0" hangingPunct="1">
              <a:lnSpc>
                <a:spcPct val="100000"/>
              </a:lnSpc>
              <a:spcBef>
                <a:spcPts val="0"/>
              </a:spcBef>
              <a:spcAft>
                <a:spcPts val="583"/>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Segoe UI"/>
                <a:ea typeface="+mn-lt"/>
                <a:cs typeface="Segoe UI"/>
              </a:rPr>
              <a:t>Built-in assessments and actions for 350+ regional regulations</a:t>
            </a:r>
            <a:endParaRPr kumimoji="0" lang="en-US" sz="1600" b="0" i="0" u="none" strike="noStrike" kern="1200" cap="none" spc="0" normalizeH="0" baseline="0" noProof="0" dirty="0">
              <a:ln>
                <a:noFill/>
              </a:ln>
              <a:solidFill>
                <a:srgbClr val="000000"/>
              </a:solidFill>
              <a:effectLst/>
              <a:uLnTx/>
              <a:uFillTx/>
              <a:latin typeface="Segoe UI"/>
              <a:ea typeface="+mn-ea"/>
              <a:cs typeface="+mn-cs"/>
            </a:endParaRPr>
          </a:p>
        </p:txBody>
      </p:sp>
      <p:grpSp>
        <p:nvGrpSpPr>
          <p:cNvPr id="24" name="Group 23">
            <a:extLst>
              <a:ext uri="{FF2B5EF4-FFF2-40B4-BE49-F238E27FC236}">
                <a16:creationId xmlns:a16="http://schemas.microsoft.com/office/drawing/2014/main" id="{B5803776-5E8B-2132-6273-96CF7F5813DA}"/>
              </a:ext>
            </a:extLst>
          </p:cNvPr>
          <p:cNvGrpSpPr/>
          <p:nvPr/>
        </p:nvGrpSpPr>
        <p:grpSpPr>
          <a:xfrm>
            <a:off x="513820" y="3405658"/>
            <a:ext cx="1177379" cy="390472"/>
            <a:chOff x="45932" y="4239805"/>
            <a:chExt cx="1614691" cy="535504"/>
          </a:xfrm>
        </p:grpSpPr>
        <p:pic>
          <p:nvPicPr>
            <p:cNvPr id="13" name="Picture 12">
              <a:extLst>
                <a:ext uri="{FF2B5EF4-FFF2-40B4-BE49-F238E27FC236}">
                  <a16:creationId xmlns:a16="http://schemas.microsoft.com/office/drawing/2014/main" id="{A8191316-8909-7296-9E20-E3BDDA33828C}"/>
                </a:ex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5932" y="4239805"/>
              <a:ext cx="529765" cy="535504"/>
            </a:xfrm>
            <a:prstGeom prst="rect">
              <a:avLst/>
            </a:prstGeom>
          </p:spPr>
        </p:pic>
        <p:pic>
          <p:nvPicPr>
            <p:cNvPr id="14" name="purview">
              <a:extLst>
                <a:ext uri="{FF2B5EF4-FFF2-40B4-BE49-F238E27FC236}">
                  <a16:creationId xmlns:a16="http://schemas.microsoft.com/office/drawing/2014/main" id="{F2F20322-882E-286F-3EFE-032ACDB9D9AE}"/>
                </a:ext>
                <a:ext uri="{C183D7F6-B498-43B3-948B-1728B52AA6E4}">
                  <adec:decorative xmlns:adec="http://schemas.microsoft.com/office/drawing/2017/decorative" val="1"/>
                </a:ext>
              </a:extLst>
            </p:cNvPr>
            <p:cNvPicPr>
              <a:picLocks/>
            </p:cNvPicPr>
            <p:nvPr/>
          </p:nvPicPr>
          <p:blipFill rotWithShape="1">
            <a:blip>
              <a:extLst>
                <a:ext uri="{96DAC541-7B7A-43D3-8B79-37D633B846F1}">
                  <asvg:svgBlip xmlns:asvg="http://schemas.microsoft.com/office/drawing/2016/SVG/main" r:embed="rId6"/>
                </a:ext>
              </a:extLst>
            </a:blip>
            <a:srcRect l="1020" r="1020"/>
            <a:stretch/>
          </p:blipFill>
          <p:spPr>
            <a:xfrm>
              <a:off x="1155319" y="4270005"/>
              <a:ext cx="505304" cy="505304"/>
            </a:xfrm>
            <a:prstGeom prst="rect">
              <a:avLst/>
            </a:prstGeom>
          </p:spPr>
        </p:pic>
        <p:grpSp>
          <p:nvGrpSpPr>
            <p:cNvPr id="15" name="Group 14">
              <a:extLst>
                <a:ext uri="{FF2B5EF4-FFF2-40B4-BE49-F238E27FC236}">
                  <a16:creationId xmlns:a16="http://schemas.microsoft.com/office/drawing/2014/main" id="{F1199295-2F99-24A2-64CB-B2F820A1503C}"/>
                </a:ext>
              </a:extLst>
            </p:cNvPr>
            <p:cNvGrpSpPr/>
            <p:nvPr/>
          </p:nvGrpSpPr>
          <p:grpSpPr>
            <a:xfrm>
              <a:off x="705488" y="4347537"/>
              <a:ext cx="320040" cy="320040"/>
              <a:chOff x="638372" y="546647"/>
              <a:chExt cx="479596" cy="479596"/>
            </a:xfrm>
          </p:grpSpPr>
          <p:sp>
            <p:nvSpPr>
              <p:cNvPr id="20" name="Oval 19">
                <a:extLst>
                  <a:ext uri="{FF2B5EF4-FFF2-40B4-BE49-F238E27FC236}">
                    <a16:creationId xmlns:a16="http://schemas.microsoft.com/office/drawing/2014/main" id="{489185B8-A5BD-AA7A-49CA-5FE58A59D41F}"/>
                  </a:ext>
                  <a:ext uri="{C183D7F6-B498-43B3-948B-1728B52AA6E4}">
                    <adec:decorative xmlns:adec="http://schemas.microsoft.com/office/drawing/2017/decorative" val="1"/>
                  </a:ext>
                </a:extLst>
              </p:cNvPr>
              <p:cNvSpPr/>
              <p:nvPr/>
            </p:nvSpPr>
            <p:spPr bwMode="auto">
              <a:xfrm>
                <a:off x="638372" y="546647"/>
                <a:ext cx="479596" cy="479596"/>
              </a:xfrm>
              <a:prstGeom prst="ellipse">
                <a:avLst/>
              </a:prstGeom>
              <a:gradFill flip="none" rotWithShape="1">
                <a:gsLst>
                  <a:gs pos="32000">
                    <a:srgbClr val="C03BC4"/>
                  </a:gs>
                  <a:gs pos="100000">
                    <a:srgbClr val="399A91"/>
                  </a:gs>
                  <a:gs pos="68000">
                    <a:srgbClr val="0078D4"/>
                  </a:gs>
                  <a:gs pos="0">
                    <a:srgbClr val="FF5C39"/>
                  </a:gs>
                </a:gsLst>
                <a:path path="circle">
                  <a:fillToRect l="100000" t="100000"/>
                </a:path>
                <a:tileRect r="-100000" b="-100000"/>
              </a:gradFill>
              <a:ln w="63897" cap="flat">
                <a:noFill/>
                <a:prstDash val="solid"/>
                <a:miter/>
              </a:ln>
              <a:effectLst>
                <a:outerShdw blurRad="63500" dist="63500" dir="2700000" algn="tl" rotWithShape="0">
                  <a:srgbClr val="454142">
                    <a:alpha val="20000"/>
                  </a:srgbClr>
                </a:outerShdw>
              </a:effectLst>
            </p:spPr>
            <p:txBody>
              <a:bodyPr rot="0" spcFirstLastPara="0" vertOverflow="overflow" horzOverflow="overflow" vert="horz" wrap="square" lIns="52500" tIns="26250" rIns="52500" bIns="26250" numCol="1" spcCol="0" rtlCol="0" fromWordArt="0" anchor="ctr" anchorCtr="0" forceAA="0" compatLnSpc="1">
                <a:prstTxWarp prst="textNoShape">
                  <a:avLst/>
                </a:prstTxWarp>
                <a:noAutofit/>
              </a:bodyPr>
              <a:lstStyle/>
              <a:p>
                <a:pPr marL="0" marR="0" lvl="0" indent="0" algn="ctr" defTabSz="666780" rtl="0" eaLnBrk="1" fontAlgn="base" latinLnBrk="0" hangingPunct="1">
                  <a:lnSpc>
                    <a:spcPct val="100000"/>
                  </a:lnSpc>
                  <a:spcBef>
                    <a:spcPct val="0"/>
                  </a:spcBef>
                  <a:spcAft>
                    <a:spcPct val="0"/>
                  </a:spcAft>
                  <a:buClrTx/>
                  <a:buSzTx/>
                  <a:buFontTx/>
                  <a:buNone/>
                  <a:tabLst/>
                  <a:defRPr/>
                </a:pPr>
                <a:endParaRPr kumimoji="0" lang="en-US" sz="1313" b="1" i="0" u="none" strike="noStrike" kern="1200" cap="none" spc="0" normalizeH="0" baseline="0" noProof="0">
                  <a:ln w="3175">
                    <a:noFill/>
                  </a:ln>
                  <a:gradFill>
                    <a:gsLst>
                      <a:gs pos="53147">
                        <a:srgbClr val="FFFFFF"/>
                      </a:gs>
                      <a:gs pos="28000">
                        <a:srgbClr val="FFFFFF"/>
                      </a:gs>
                    </a:gsLst>
                    <a:path path="circle">
                      <a:fillToRect l="100000" b="100000"/>
                    </a:path>
                  </a:gradFill>
                  <a:effectLst/>
                  <a:uLnTx/>
                  <a:uFillTx/>
                  <a:latin typeface="Segoe UI Semibold"/>
                  <a:ea typeface="+mn-ea"/>
                  <a:cs typeface="Segoe UI" pitchFamily="34" charset="0"/>
                </a:endParaRPr>
              </a:p>
            </p:txBody>
          </p:sp>
          <p:pic>
            <p:nvPicPr>
              <p:cNvPr id="23" name="Graphic 22">
                <a:extLst>
                  <a:ext uri="{FF2B5EF4-FFF2-40B4-BE49-F238E27FC236}">
                    <a16:creationId xmlns:a16="http://schemas.microsoft.com/office/drawing/2014/main" id="{EDF9CFBC-856B-C824-00D3-A8B41EF04B76}"/>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49091" y="657366"/>
                <a:ext cx="258158" cy="258158"/>
              </a:xfrm>
              <a:prstGeom prst="rect">
                <a:avLst/>
              </a:prstGeom>
              <a:effectLst>
                <a:outerShdw blurRad="63500" dist="63500" dir="2700000" algn="ctr" rotWithShape="0">
                  <a:schemeClr val="bg1">
                    <a:alpha val="20000"/>
                  </a:schemeClr>
                </a:outerShdw>
              </a:effectLst>
            </p:spPr>
          </p:pic>
        </p:grpSp>
      </p:grpSp>
      <p:pic>
        <p:nvPicPr>
          <p:cNvPr id="26" name="Graphic 25" descr="Microsoft Security">
            <a:extLst>
              <a:ext uri="{FF2B5EF4-FFF2-40B4-BE49-F238E27FC236}">
                <a16:creationId xmlns:a16="http://schemas.microsoft.com/office/drawing/2014/main" id="{36292F35-2848-FBFE-9DA2-A06F3BB28FEB}"/>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bwMode="black">
          <a:xfrm>
            <a:off x="304210" y="243499"/>
            <a:ext cx="1319835" cy="167302"/>
          </a:xfrm>
          <a:prstGeom prst="rect">
            <a:avLst/>
          </a:prstGeom>
        </p:spPr>
      </p:pic>
      <p:sp>
        <p:nvSpPr>
          <p:cNvPr id="5" name="TextBox 4">
            <a:extLst>
              <a:ext uri="{FF2B5EF4-FFF2-40B4-BE49-F238E27FC236}">
                <a16:creationId xmlns:a16="http://schemas.microsoft.com/office/drawing/2014/main" id="{40A7A011-A5B1-B465-6A3F-B4941EFA893C}"/>
              </a:ext>
            </a:extLst>
          </p:cNvPr>
          <p:cNvSpPr txBox="1"/>
          <p:nvPr/>
        </p:nvSpPr>
        <p:spPr>
          <a:xfrm>
            <a:off x="374982" y="2094648"/>
            <a:ext cx="1436982" cy="994183"/>
          </a:xfrm>
          <a:prstGeom prst="rect">
            <a:avLst/>
          </a:prstGeom>
          <a:noFill/>
        </p:spPr>
        <p:txBody>
          <a:bodyPr wrap="square" lIns="0" tIns="0" rIns="0" bIns="0">
            <a:spAutoFit/>
          </a:bodyPr>
          <a:lstStyle/>
          <a:p>
            <a:pPr marL="0" marR="0" lvl="0" indent="0" algn="ctr" defTabSz="666756" rtl="0" eaLnBrk="1" fontAlgn="auto" latinLnBrk="0" hangingPunct="1">
              <a:lnSpc>
                <a:spcPct val="100000"/>
              </a:lnSpc>
              <a:spcBef>
                <a:spcPts val="875"/>
              </a:spcBef>
              <a:spcAft>
                <a:spcPts val="0"/>
              </a:spcAft>
              <a:buClrTx/>
              <a:buSzTx/>
              <a:buFontTx/>
              <a:buNone/>
              <a:tabLst/>
              <a:defRPr/>
            </a:pPr>
            <a:r>
              <a:rPr kumimoji="0" lang="en-US" sz="1313" b="0" i="0" u="none" strike="noStrike" kern="1200" cap="none" spc="0" normalizeH="0" baseline="0" noProof="0" dirty="0">
                <a:ln>
                  <a:noFill/>
                </a:ln>
                <a:solidFill>
                  <a:srgbClr val="FFFFFF"/>
                </a:solidFill>
                <a:effectLst/>
                <a:uLnTx/>
                <a:uFillTx/>
                <a:latin typeface="Segoe UI Semibold"/>
                <a:ea typeface="+mn-ea"/>
                <a:cs typeface="Segoe Sans Display" pitchFamily="2" charset="0"/>
              </a:rPr>
              <a:t>AI transformation is happening now.</a:t>
            </a:r>
          </a:p>
          <a:p>
            <a:pPr marL="0" marR="0" lvl="0" indent="0" algn="ctr" defTabSz="666756" rtl="0" eaLnBrk="1" fontAlgn="auto" latinLnBrk="0" hangingPunct="1">
              <a:lnSpc>
                <a:spcPct val="100000"/>
              </a:lnSpc>
              <a:spcBef>
                <a:spcPts val="438"/>
              </a:spcBef>
              <a:spcAft>
                <a:spcPts val="0"/>
              </a:spcAft>
              <a:buClrTx/>
              <a:buSzTx/>
              <a:buFontTx/>
              <a:buNone/>
              <a:tabLst/>
              <a:defRPr/>
            </a:pPr>
            <a:r>
              <a:rPr kumimoji="0" lang="en-US" sz="1167" b="0" i="0" u="none" strike="noStrike" kern="1200" cap="none" spc="0" normalizeH="0" baseline="0" noProof="0" dirty="0">
                <a:ln>
                  <a:noFill/>
                </a:ln>
                <a:solidFill>
                  <a:srgbClr val="FFFFFF"/>
                </a:solidFill>
                <a:effectLst/>
                <a:uLnTx/>
                <a:uFillTx/>
                <a:latin typeface="Segoe Sans Display" pitchFamily="2" charset="0"/>
                <a:ea typeface="+mn-ea"/>
                <a:cs typeface="Segoe Sans Display" pitchFamily="2" charset="0"/>
              </a:rPr>
              <a:t>Secure and govern your data estate and get ready for AI</a:t>
            </a:r>
            <a:endParaRPr kumimoji="0" lang="en-US" sz="1750" b="0" i="0" u="none" strike="noStrike" kern="1200" cap="none" spc="0" normalizeH="0" baseline="0" noProof="0" dirty="0">
              <a:ln>
                <a:noFill/>
              </a:ln>
              <a:solidFill>
                <a:srgbClr val="FFFFFF"/>
              </a:solidFill>
              <a:effectLst/>
              <a:uLnTx/>
              <a:uFillTx/>
              <a:latin typeface="Segoe Sans Display" pitchFamily="2" charset="0"/>
              <a:ea typeface="+mn-ea"/>
              <a:cs typeface="Segoe Sans Display" pitchFamily="2" charset="0"/>
            </a:endParaRPr>
          </a:p>
        </p:txBody>
      </p:sp>
      <p:sp>
        <p:nvSpPr>
          <p:cNvPr id="42" name="Left Bracket 41">
            <a:extLst>
              <a:ext uri="{FF2B5EF4-FFF2-40B4-BE49-F238E27FC236}">
                <a16:creationId xmlns:a16="http://schemas.microsoft.com/office/drawing/2014/main" id="{4607B54D-3EC6-3752-105A-D9D2701B8F61}"/>
              </a:ext>
            </a:extLst>
          </p:cNvPr>
          <p:cNvSpPr/>
          <p:nvPr/>
        </p:nvSpPr>
        <p:spPr>
          <a:xfrm rot="16200000" flipH="1">
            <a:off x="2719739" y="2486454"/>
            <a:ext cx="245843" cy="5103405"/>
          </a:xfrm>
          <a:prstGeom prst="leftBracket">
            <a:avLst>
              <a:gd name="adj" fmla="val 0"/>
            </a:avLst>
          </a:prstGeom>
          <a:ln w="9525" cap="rnd">
            <a:solidFill>
              <a:srgbClr val="C03BC4">
                <a:alpha val="25000"/>
              </a:srgbClr>
            </a:solidFill>
            <a:headEnd type="none" w="lg" len="med"/>
            <a:tailEnd type="none" w="lg" len="sm"/>
          </a:ln>
          <a:effectLst/>
          <a:extLst>
            <a:ext uri="{909E8E84-426E-40DD-AFC4-6F175D3DCCD1}">
              <a14:hiddenFill xmlns:a14="http://schemas.microsoft.com/office/drawing/2010/main">
                <a:solidFill>
                  <a:srgbClr val="FFFFFF"/>
                </a:solidFill>
              </a14:hiddenFill>
            </a:ext>
          </a:ex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333390" rtl="0" eaLnBrk="1" fontAlgn="auto" latinLnBrk="0" hangingPunct="1">
              <a:lnSpc>
                <a:spcPct val="100000"/>
              </a:lnSpc>
              <a:spcBef>
                <a:spcPts val="0"/>
              </a:spcBef>
              <a:spcAft>
                <a:spcPts val="0"/>
              </a:spcAft>
              <a:buClrTx/>
              <a:buSzTx/>
              <a:buFontTx/>
              <a:buNone/>
              <a:tabLst/>
              <a:defRPr/>
            </a:pPr>
            <a:endParaRPr kumimoji="0" lang="en-IN" sz="1313" b="0" i="0" u="none" strike="noStrike" kern="1200" cap="none" spc="0" normalizeH="0" baseline="0" noProof="0">
              <a:ln>
                <a:noFill/>
              </a:ln>
              <a:solidFill>
                <a:srgbClr val="000000"/>
              </a:solidFill>
              <a:effectLst/>
              <a:uLnTx/>
              <a:uFillTx/>
              <a:latin typeface="Segoe UI"/>
              <a:ea typeface="+mn-ea"/>
              <a:cs typeface="+mn-cs"/>
            </a:endParaRPr>
          </a:p>
        </p:txBody>
      </p:sp>
      <p:sp>
        <p:nvSpPr>
          <p:cNvPr id="43" name="Title 1">
            <a:extLst>
              <a:ext uri="{FF2B5EF4-FFF2-40B4-BE49-F238E27FC236}">
                <a16:creationId xmlns:a16="http://schemas.microsoft.com/office/drawing/2014/main" id="{0229FE75-A857-208B-452D-3AC05899E608}"/>
              </a:ext>
            </a:extLst>
          </p:cNvPr>
          <p:cNvSpPr txBox="1">
            <a:spLocks/>
          </p:cNvSpPr>
          <p:nvPr/>
        </p:nvSpPr>
        <p:spPr>
          <a:xfrm>
            <a:off x="551438" y="4835740"/>
            <a:ext cx="4591038" cy="151632"/>
          </a:xfrm>
          <a:prstGeom prst="rect">
            <a:avLst/>
          </a:prstGeom>
          <a:solidFill>
            <a:srgbClr val="F2F0F0"/>
          </a:solidFill>
          <a:ln w="9525">
            <a:noFill/>
          </a:ln>
        </p:spPr>
        <p:txBody>
          <a:bodyPr vert="horz" wrap="square" lIns="66675" tIns="33338" rIns="66675" bIns="33338" rtlCol="0" anchor="ctr" anchorCtr="0">
            <a:no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a:lstStyle>
          <a:p>
            <a:pPr marL="0" marR="0" lvl="0" indent="0" algn="ctr" defTabSz="666756" rtl="0" eaLnBrk="1" fontAlgn="auto" latinLnBrk="0" hangingPunct="1">
              <a:lnSpc>
                <a:spcPct val="100000"/>
              </a:lnSpc>
              <a:spcBef>
                <a:spcPct val="0"/>
              </a:spcBef>
              <a:spcAft>
                <a:spcPct val="0"/>
              </a:spcAft>
              <a:buClrTx/>
              <a:buSzTx/>
              <a:buFontTx/>
              <a:buNone/>
              <a:tabLst/>
              <a:defRPr/>
            </a:pPr>
            <a:r>
              <a:rPr kumimoji="0" lang="en-US" sz="1167" b="0" i="0" u="none" strike="noStrike" kern="1200" cap="none" spc="0" normalizeH="0" baseline="0" noProof="0" dirty="0">
                <a:ln w="3175">
                  <a:noFill/>
                </a:ln>
                <a:solidFill>
                  <a:srgbClr val="C03BC4"/>
                </a:solidFill>
                <a:effectLst/>
                <a:uLnTx/>
                <a:uFillTx/>
                <a:latin typeface="Segoe UI Semibold"/>
                <a:ea typeface="+mj-lt"/>
                <a:cs typeface="Segoe UI Semibold"/>
              </a:rPr>
              <a:t>Unified solutions to secure and govern data for the era of AI</a:t>
            </a:r>
            <a:endParaRPr kumimoji="0" lang="en-US" sz="2625" b="0" i="0" u="none" strike="noStrike" kern="1200" cap="none" spc="-36" normalizeH="0" baseline="0" noProof="0" dirty="0">
              <a:ln w="3175">
                <a:noFill/>
              </a:ln>
              <a:solidFill>
                <a:srgbClr val="C03BC4"/>
              </a:solidFill>
              <a:effectLst/>
              <a:uLnTx/>
              <a:uFillTx/>
              <a:latin typeface="Segoe UI Semibold"/>
              <a:ea typeface="+mn-ea"/>
              <a:cs typeface="Segoe UI" pitchFamily="34" charset="0"/>
            </a:endParaRPr>
          </a:p>
        </p:txBody>
      </p:sp>
      <p:sp>
        <p:nvSpPr>
          <p:cNvPr id="44" name="TextBox 43">
            <a:extLst>
              <a:ext uri="{FF2B5EF4-FFF2-40B4-BE49-F238E27FC236}">
                <a16:creationId xmlns:a16="http://schemas.microsoft.com/office/drawing/2014/main" id="{A7A559E7-3970-4136-DC54-7BA2820FF8F5}"/>
              </a:ext>
            </a:extLst>
          </p:cNvPr>
          <p:cNvSpPr txBox="1"/>
          <p:nvPr/>
        </p:nvSpPr>
        <p:spPr>
          <a:xfrm>
            <a:off x="359517" y="5941176"/>
            <a:ext cx="1552595" cy="381516"/>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l" defTabSz="666756" rtl="0" eaLnBrk="1" fontAlgn="auto" latinLnBrk="0" hangingPunct="1">
              <a:lnSpc>
                <a:spcPct val="100000"/>
              </a:lnSpc>
              <a:spcBef>
                <a:spcPts val="0"/>
              </a:spcBef>
              <a:spcAft>
                <a:spcPts val="0"/>
              </a:spcAft>
              <a:buClrTx/>
              <a:buSzTx/>
              <a:buFontTx/>
              <a:buNone/>
              <a:tabLst/>
              <a:defRPr/>
            </a:pPr>
            <a:r>
              <a:rPr kumimoji="0" lang="en-US" sz="1021" b="0" i="0" u="none" strike="noStrike" kern="1200" cap="none" spc="0" normalizeH="0" baseline="0" noProof="0" dirty="0">
                <a:ln>
                  <a:noFill/>
                </a:ln>
                <a:solidFill>
                  <a:srgbClr val="000000"/>
                </a:solidFill>
                <a:effectLst/>
                <a:uLnTx/>
                <a:uFillTx/>
                <a:latin typeface="Segoe Sans Display Semibold"/>
                <a:ea typeface="+mn-ea"/>
                <a:cs typeface="Segoe Sans Display Semibold"/>
              </a:rPr>
              <a:t>Address oversharing concerns</a:t>
            </a:r>
          </a:p>
        </p:txBody>
      </p:sp>
      <p:sp>
        <p:nvSpPr>
          <p:cNvPr id="45" name="TextBox 44">
            <a:extLst>
              <a:ext uri="{FF2B5EF4-FFF2-40B4-BE49-F238E27FC236}">
                <a16:creationId xmlns:a16="http://schemas.microsoft.com/office/drawing/2014/main" id="{2FBE6B00-7CF5-6B33-E396-66DF2835C682}"/>
              </a:ext>
            </a:extLst>
          </p:cNvPr>
          <p:cNvSpPr txBox="1"/>
          <p:nvPr/>
        </p:nvSpPr>
        <p:spPr>
          <a:xfrm>
            <a:off x="2096363" y="5941176"/>
            <a:ext cx="1543383" cy="381516"/>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l" defTabSz="666756" rtl="0" eaLnBrk="1" fontAlgn="auto" latinLnBrk="0" hangingPunct="1">
              <a:lnSpc>
                <a:spcPct val="100000"/>
              </a:lnSpc>
              <a:spcBef>
                <a:spcPts val="0"/>
              </a:spcBef>
              <a:spcAft>
                <a:spcPts val="0"/>
              </a:spcAft>
              <a:buClrTx/>
              <a:buSzTx/>
              <a:buFontTx/>
              <a:buNone/>
              <a:tabLst/>
              <a:defRPr/>
            </a:pPr>
            <a:r>
              <a:rPr kumimoji="0" lang="en-US" sz="1021" b="0" i="0" u="none" strike="noStrike" kern="1200" cap="none" spc="0" normalizeH="0" baseline="0" noProof="0" dirty="0">
                <a:ln>
                  <a:noFill/>
                </a:ln>
                <a:solidFill>
                  <a:srgbClr val="000000"/>
                </a:solidFill>
                <a:effectLst/>
                <a:uLnTx/>
                <a:uFillTx/>
                <a:latin typeface="Segoe Sans Display Semibold"/>
                <a:ea typeface="+mn-ea"/>
                <a:cs typeface="Segoe Sans Display Semibold"/>
              </a:rPr>
              <a:t>Protect against data loss and insider risks</a:t>
            </a:r>
          </a:p>
        </p:txBody>
      </p:sp>
      <p:sp>
        <p:nvSpPr>
          <p:cNvPr id="46" name="TextBox 45">
            <a:extLst>
              <a:ext uri="{FF2B5EF4-FFF2-40B4-BE49-F238E27FC236}">
                <a16:creationId xmlns:a16="http://schemas.microsoft.com/office/drawing/2014/main" id="{CF4731E7-05FF-532F-52AE-93BA33AE7EC1}"/>
              </a:ext>
            </a:extLst>
          </p:cNvPr>
          <p:cNvSpPr txBox="1"/>
          <p:nvPr/>
        </p:nvSpPr>
        <p:spPr>
          <a:xfrm>
            <a:off x="3845847" y="5941176"/>
            <a:ext cx="1512508" cy="381516"/>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l" defTabSz="666756" rtl="0" eaLnBrk="1" fontAlgn="auto" latinLnBrk="0" hangingPunct="1">
              <a:lnSpc>
                <a:spcPct val="100000"/>
              </a:lnSpc>
              <a:spcBef>
                <a:spcPts val="0"/>
              </a:spcBef>
              <a:spcAft>
                <a:spcPts val="0"/>
              </a:spcAft>
              <a:buClrTx/>
              <a:buSzTx/>
              <a:buFontTx/>
              <a:buNone/>
              <a:tabLst/>
              <a:defRPr/>
            </a:pPr>
            <a:r>
              <a:rPr kumimoji="0" lang="en-US" sz="1021" b="0" i="0" u="none" strike="noStrike" kern="1200" cap="none" spc="0" normalizeH="0" baseline="0" noProof="0" dirty="0">
                <a:ln>
                  <a:noFill/>
                </a:ln>
                <a:solidFill>
                  <a:srgbClr val="000000"/>
                </a:solidFill>
                <a:effectLst/>
                <a:uLnTx/>
                <a:uFillTx/>
                <a:latin typeface="Segoe Sans Display Semibold"/>
                <a:ea typeface="+mn-ea"/>
                <a:cs typeface="Segoe Sans Display Semibold"/>
              </a:rPr>
              <a:t>Govern AI use to meet regulations &amp; policies</a:t>
            </a:r>
          </a:p>
        </p:txBody>
      </p:sp>
      <p:sp>
        <p:nvSpPr>
          <p:cNvPr id="47" name="TextBox 46">
            <a:extLst>
              <a:ext uri="{FF2B5EF4-FFF2-40B4-BE49-F238E27FC236}">
                <a16:creationId xmlns:a16="http://schemas.microsoft.com/office/drawing/2014/main" id="{DBF849E1-2B38-8110-7D96-69D3AF3E886A}"/>
              </a:ext>
            </a:extLst>
          </p:cNvPr>
          <p:cNvSpPr txBox="1"/>
          <p:nvPr/>
        </p:nvSpPr>
        <p:spPr>
          <a:xfrm>
            <a:off x="361764" y="6351055"/>
            <a:ext cx="1367417" cy="1112485"/>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dirty="0">
                <a:ln>
                  <a:noFill/>
                </a:ln>
                <a:solidFill>
                  <a:srgbClr val="000000"/>
                </a:solidFill>
                <a:effectLst/>
                <a:uLnTx/>
                <a:uFillTx/>
                <a:latin typeface="Segoe Sans Display"/>
                <a:ea typeface="+mn-ea"/>
                <a:cs typeface="Segoe Sans Display"/>
              </a:rPr>
              <a:t>Gain visibility into overshared content.</a:t>
            </a:r>
          </a:p>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dirty="0">
                <a:ln>
                  <a:noFill/>
                </a:ln>
                <a:solidFill>
                  <a:srgbClr val="000000"/>
                </a:solidFill>
                <a:effectLst/>
                <a:uLnTx/>
                <a:uFillTx/>
                <a:latin typeface="Segoe Sans Display"/>
                <a:ea typeface="+mn-ea"/>
                <a:cs typeface="Segoe Sans Display"/>
              </a:rPr>
              <a:t>Remediate excessive permissions.</a:t>
            </a:r>
          </a:p>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dirty="0">
                <a:ln>
                  <a:noFill/>
                </a:ln>
                <a:solidFill>
                  <a:srgbClr val="000000"/>
                </a:solidFill>
                <a:effectLst/>
                <a:uLnTx/>
                <a:uFillTx/>
                <a:latin typeface="Segoe Sans Display"/>
                <a:ea typeface="+mn-ea"/>
                <a:cs typeface="Segoe Sans Display"/>
              </a:rPr>
              <a:t>Prevent Generative AI from processing sensitive files.</a:t>
            </a:r>
          </a:p>
        </p:txBody>
      </p:sp>
      <p:sp>
        <p:nvSpPr>
          <p:cNvPr id="48" name="TextBox 47">
            <a:extLst>
              <a:ext uri="{FF2B5EF4-FFF2-40B4-BE49-F238E27FC236}">
                <a16:creationId xmlns:a16="http://schemas.microsoft.com/office/drawing/2014/main" id="{3CC0BE90-57FC-7645-EC41-2A5A4441D26E}"/>
              </a:ext>
            </a:extLst>
          </p:cNvPr>
          <p:cNvSpPr txBox="1"/>
          <p:nvPr/>
        </p:nvSpPr>
        <p:spPr>
          <a:xfrm>
            <a:off x="2104785" y="6351055"/>
            <a:ext cx="1515676" cy="1112485"/>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dirty="0">
                <a:ln>
                  <a:noFill/>
                </a:ln>
                <a:solidFill>
                  <a:srgbClr val="000000"/>
                </a:solidFill>
                <a:effectLst/>
                <a:uLnTx/>
                <a:uFillTx/>
                <a:latin typeface="Segoe Sans Display"/>
                <a:ea typeface="+mn-ea"/>
                <a:cs typeface="Segoe Sans Display"/>
              </a:rPr>
              <a:t>Get alerts and reports of risky behavior and AI use.</a:t>
            </a:r>
          </a:p>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dirty="0">
                <a:ln>
                  <a:noFill/>
                </a:ln>
                <a:solidFill>
                  <a:srgbClr val="000000"/>
                </a:solidFill>
                <a:effectLst/>
                <a:uLnTx/>
                <a:uFillTx/>
                <a:latin typeface="Segoe Sans Display"/>
                <a:ea typeface="+mn-ea"/>
                <a:cs typeface="Segoe Sans Display"/>
              </a:rPr>
              <a:t>Protect sensitive files and Copilot interactions.</a:t>
            </a:r>
          </a:p>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dirty="0">
                <a:ln>
                  <a:noFill/>
                </a:ln>
                <a:solidFill>
                  <a:srgbClr val="000000"/>
                </a:solidFill>
                <a:effectLst/>
                <a:uLnTx/>
                <a:uFillTx/>
                <a:latin typeface="Segoe Sans Display"/>
                <a:ea typeface="+mn-ea"/>
                <a:cs typeface="Segoe Sans Display"/>
              </a:rPr>
              <a:t>Dynamically apply security policies based on risky actions.</a:t>
            </a:r>
          </a:p>
        </p:txBody>
      </p:sp>
      <p:sp>
        <p:nvSpPr>
          <p:cNvPr id="49" name="TextBox 48">
            <a:extLst>
              <a:ext uri="{FF2B5EF4-FFF2-40B4-BE49-F238E27FC236}">
                <a16:creationId xmlns:a16="http://schemas.microsoft.com/office/drawing/2014/main" id="{07FC56BF-390F-68CB-6993-C9226762ED03}"/>
              </a:ext>
            </a:extLst>
          </p:cNvPr>
          <p:cNvSpPr txBox="1"/>
          <p:nvPr/>
        </p:nvSpPr>
        <p:spPr>
          <a:xfrm>
            <a:off x="3863913" y="6351055"/>
            <a:ext cx="1466850" cy="1112485"/>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dirty="0">
                <a:ln>
                  <a:noFill/>
                </a:ln>
                <a:solidFill>
                  <a:srgbClr val="000000"/>
                </a:solidFill>
                <a:effectLst/>
                <a:uLnTx/>
                <a:uFillTx/>
                <a:latin typeface="Segoe Sans Display"/>
                <a:ea typeface="+mn-ea"/>
                <a:cs typeface="Segoe Sans Display"/>
              </a:rPr>
              <a:t>Inspect interaction content and audit logs. </a:t>
            </a:r>
          </a:p>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dirty="0">
                <a:ln>
                  <a:noFill/>
                </a:ln>
                <a:solidFill>
                  <a:srgbClr val="000000"/>
                </a:solidFill>
                <a:effectLst/>
                <a:uLnTx/>
                <a:uFillTx/>
                <a:latin typeface="Segoe Sans Display"/>
                <a:ea typeface="+mn-ea"/>
                <a:cs typeface="Segoe Sans Display"/>
              </a:rPr>
              <a:t>Investigate for compliance and ethical violations.</a:t>
            </a:r>
          </a:p>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dirty="0">
                <a:ln>
                  <a:noFill/>
                </a:ln>
                <a:solidFill>
                  <a:srgbClr val="000000"/>
                </a:solidFill>
                <a:effectLst/>
                <a:uLnTx/>
                <a:uFillTx/>
                <a:latin typeface="Segoe Sans Display"/>
                <a:ea typeface="+mn-ea"/>
                <a:cs typeface="Segoe Sans Display"/>
              </a:rPr>
              <a:t>Enforce lifecycle policies and legal holds. </a:t>
            </a:r>
          </a:p>
        </p:txBody>
      </p:sp>
      <p:grpSp>
        <p:nvGrpSpPr>
          <p:cNvPr id="50" name="Group 49">
            <a:extLst>
              <a:ext uri="{FF2B5EF4-FFF2-40B4-BE49-F238E27FC236}">
                <a16:creationId xmlns:a16="http://schemas.microsoft.com/office/drawing/2014/main" id="{1DAC263C-DD68-2093-183D-563923E8995E}"/>
              </a:ext>
            </a:extLst>
          </p:cNvPr>
          <p:cNvGrpSpPr/>
          <p:nvPr/>
        </p:nvGrpSpPr>
        <p:grpSpPr>
          <a:xfrm>
            <a:off x="925493" y="5424725"/>
            <a:ext cx="354034" cy="354032"/>
            <a:chOff x="1279011" y="2060416"/>
            <a:chExt cx="441393" cy="441390"/>
          </a:xfrm>
        </p:grpSpPr>
        <p:sp>
          <p:nvSpPr>
            <p:cNvPr id="51" name="Oval 50">
              <a:extLst>
                <a:ext uri="{FF2B5EF4-FFF2-40B4-BE49-F238E27FC236}">
                  <a16:creationId xmlns:a16="http://schemas.microsoft.com/office/drawing/2014/main" id="{E2C8F927-3A6B-5151-5591-7DBD1A7B5937}"/>
                </a:ext>
              </a:extLst>
            </p:cNvPr>
            <p:cNvSpPr/>
            <p:nvPr/>
          </p:nvSpPr>
          <p:spPr bwMode="auto">
            <a:xfrm rot="5400000">
              <a:off x="1279013" y="2060414"/>
              <a:ext cx="441390" cy="441393"/>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53" name="Graphic 81" descr="Icon of an app window with a closed padlock">
              <a:extLst>
                <a:ext uri="{FF2B5EF4-FFF2-40B4-BE49-F238E27FC236}">
                  <a16:creationId xmlns:a16="http://schemas.microsoft.com/office/drawing/2014/main" id="{EA82653D-5D21-5D23-3B69-4F87EAB3F775}"/>
                </a:ext>
              </a:extLst>
            </p:cNvPr>
            <p:cNvSpPr/>
            <p:nvPr/>
          </p:nvSpPr>
          <p:spPr>
            <a:xfrm>
              <a:off x="1407278" y="2184013"/>
              <a:ext cx="184865" cy="194188"/>
            </a:xfrm>
            <a:custGeom>
              <a:avLst/>
              <a:gdLst>
                <a:gd name="connsiteX0" fmla="*/ 228003 w 309156"/>
                <a:gd name="connsiteY0" fmla="*/ 0 h 309156"/>
                <a:gd name="connsiteX1" fmla="*/ 278241 w 309156"/>
                <a:gd name="connsiteY1" fmla="*/ 50238 h 309156"/>
                <a:gd name="connsiteX2" fmla="*/ 278241 w 309156"/>
                <a:gd name="connsiteY2" fmla="*/ 132172 h 309156"/>
                <a:gd name="connsiteX3" fmla="*/ 255054 w 309156"/>
                <a:gd name="connsiteY3" fmla="*/ 118174 h 309156"/>
                <a:gd name="connsiteX4" fmla="*/ 255054 w 309156"/>
                <a:gd name="connsiteY4" fmla="*/ 85018 h 309156"/>
                <a:gd name="connsiteX5" fmla="*/ 23187 w 309156"/>
                <a:gd name="connsiteY5" fmla="*/ 85018 h 309156"/>
                <a:gd name="connsiteX6" fmla="*/ 23187 w 309156"/>
                <a:gd name="connsiteY6" fmla="*/ 228003 h 309156"/>
                <a:gd name="connsiteX7" fmla="*/ 50238 w 309156"/>
                <a:gd name="connsiteY7" fmla="*/ 255054 h 309156"/>
                <a:gd name="connsiteX8" fmla="*/ 154578 w 309156"/>
                <a:gd name="connsiteY8" fmla="*/ 255054 h 309156"/>
                <a:gd name="connsiteX9" fmla="*/ 154578 w 309156"/>
                <a:gd name="connsiteY9" fmla="*/ 278241 h 309156"/>
                <a:gd name="connsiteX10" fmla="*/ 50238 w 309156"/>
                <a:gd name="connsiteY10" fmla="*/ 278241 h 309156"/>
                <a:gd name="connsiteX11" fmla="*/ 0 w 309156"/>
                <a:gd name="connsiteY11" fmla="*/ 228003 h 309156"/>
                <a:gd name="connsiteX12" fmla="*/ 0 w 309156"/>
                <a:gd name="connsiteY12" fmla="*/ 50238 h 309156"/>
                <a:gd name="connsiteX13" fmla="*/ 50238 w 309156"/>
                <a:gd name="connsiteY13" fmla="*/ 0 h 309156"/>
                <a:gd name="connsiteX14" fmla="*/ 228003 w 309156"/>
                <a:gd name="connsiteY14" fmla="*/ 0 h 309156"/>
                <a:gd name="connsiteX15" fmla="*/ 228003 w 309156"/>
                <a:gd name="connsiteY15" fmla="*/ 23187 h 309156"/>
                <a:gd name="connsiteX16" fmla="*/ 50238 w 309156"/>
                <a:gd name="connsiteY16" fmla="*/ 23187 h 309156"/>
                <a:gd name="connsiteX17" fmla="*/ 23187 w 309156"/>
                <a:gd name="connsiteY17" fmla="*/ 50238 h 309156"/>
                <a:gd name="connsiteX18" fmla="*/ 23187 w 309156"/>
                <a:gd name="connsiteY18" fmla="*/ 61831 h 309156"/>
                <a:gd name="connsiteX19" fmla="*/ 255054 w 309156"/>
                <a:gd name="connsiteY19" fmla="*/ 61831 h 309156"/>
                <a:gd name="connsiteX20" fmla="*/ 255054 w 309156"/>
                <a:gd name="connsiteY20" fmla="*/ 50238 h 309156"/>
                <a:gd name="connsiteX21" fmla="*/ 228003 w 309156"/>
                <a:gd name="connsiteY21" fmla="*/ 23187 h 309156"/>
                <a:gd name="connsiteX22" fmla="*/ 200952 w 309156"/>
                <a:gd name="connsiteY22" fmla="*/ 185494 h 309156"/>
                <a:gd name="connsiteX23" fmla="*/ 193223 w 309156"/>
                <a:gd name="connsiteY23" fmla="*/ 185494 h 309156"/>
                <a:gd name="connsiteX24" fmla="*/ 170036 w 309156"/>
                <a:gd name="connsiteY24" fmla="*/ 208681 h 309156"/>
                <a:gd name="connsiteX25" fmla="*/ 170036 w 309156"/>
                <a:gd name="connsiteY25" fmla="*/ 285970 h 309156"/>
                <a:gd name="connsiteX26" fmla="*/ 193223 w 309156"/>
                <a:gd name="connsiteY26" fmla="*/ 309157 h 309156"/>
                <a:gd name="connsiteX27" fmla="*/ 285970 w 309156"/>
                <a:gd name="connsiteY27" fmla="*/ 309157 h 309156"/>
                <a:gd name="connsiteX28" fmla="*/ 309157 w 309156"/>
                <a:gd name="connsiteY28" fmla="*/ 285970 h 309156"/>
                <a:gd name="connsiteX29" fmla="*/ 309157 w 309156"/>
                <a:gd name="connsiteY29" fmla="*/ 208681 h 309156"/>
                <a:gd name="connsiteX30" fmla="*/ 285970 w 309156"/>
                <a:gd name="connsiteY30" fmla="*/ 185494 h 309156"/>
                <a:gd name="connsiteX31" fmla="*/ 278241 w 309156"/>
                <a:gd name="connsiteY31" fmla="*/ 185494 h 309156"/>
                <a:gd name="connsiteX32" fmla="*/ 278241 w 309156"/>
                <a:gd name="connsiteY32" fmla="*/ 170036 h 309156"/>
                <a:gd name="connsiteX33" fmla="*/ 239596 w 309156"/>
                <a:gd name="connsiteY33" fmla="*/ 131392 h 309156"/>
                <a:gd name="connsiteX34" fmla="*/ 200952 w 309156"/>
                <a:gd name="connsiteY34" fmla="*/ 170036 h 309156"/>
                <a:gd name="connsiteX35" fmla="*/ 200952 w 309156"/>
                <a:gd name="connsiteY35" fmla="*/ 185494 h 309156"/>
                <a:gd name="connsiteX36" fmla="*/ 224139 w 309156"/>
                <a:gd name="connsiteY36" fmla="*/ 170036 h 309156"/>
                <a:gd name="connsiteX37" fmla="*/ 239596 w 309156"/>
                <a:gd name="connsiteY37" fmla="*/ 154578 h 309156"/>
                <a:gd name="connsiteX38" fmla="*/ 255054 w 309156"/>
                <a:gd name="connsiteY38" fmla="*/ 170036 h 309156"/>
                <a:gd name="connsiteX39" fmla="*/ 255054 w 309156"/>
                <a:gd name="connsiteY39" fmla="*/ 185494 h 309156"/>
                <a:gd name="connsiteX40" fmla="*/ 224139 w 309156"/>
                <a:gd name="connsiteY40" fmla="*/ 185494 h 309156"/>
                <a:gd name="connsiteX41" fmla="*/ 224139 w 309156"/>
                <a:gd name="connsiteY41" fmla="*/ 170036 h 309156"/>
                <a:gd name="connsiteX42" fmla="*/ 255054 w 309156"/>
                <a:gd name="connsiteY42" fmla="*/ 247325 h 309156"/>
                <a:gd name="connsiteX43" fmla="*/ 239596 w 309156"/>
                <a:gd name="connsiteY43" fmla="*/ 262783 h 309156"/>
                <a:gd name="connsiteX44" fmla="*/ 224139 w 309156"/>
                <a:gd name="connsiteY44" fmla="*/ 247325 h 309156"/>
                <a:gd name="connsiteX45" fmla="*/ 239596 w 309156"/>
                <a:gd name="connsiteY45" fmla="*/ 231868 h 309156"/>
                <a:gd name="connsiteX46" fmla="*/ 255054 w 309156"/>
                <a:gd name="connsiteY46" fmla="*/ 247325 h 309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309156" h="309156">
                  <a:moveTo>
                    <a:pt x="228003" y="0"/>
                  </a:moveTo>
                  <a:cubicBezTo>
                    <a:pt x="255748" y="0"/>
                    <a:pt x="278241" y="22492"/>
                    <a:pt x="278241" y="50238"/>
                  </a:cubicBezTo>
                  <a:lnTo>
                    <a:pt x="278241" y="132172"/>
                  </a:lnTo>
                  <a:cubicBezTo>
                    <a:pt x="271905" y="125708"/>
                    <a:pt x="263961" y="120825"/>
                    <a:pt x="255054" y="118174"/>
                  </a:cubicBezTo>
                  <a:lnTo>
                    <a:pt x="255054" y="85018"/>
                  </a:lnTo>
                  <a:lnTo>
                    <a:pt x="23187" y="85018"/>
                  </a:lnTo>
                  <a:lnTo>
                    <a:pt x="23187" y="228003"/>
                  </a:lnTo>
                  <a:cubicBezTo>
                    <a:pt x="23187" y="242943"/>
                    <a:pt x="35298" y="255054"/>
                    <a:pt x="50238" y="255054"/>
                  </a:cubicBezTo>
                  <a:lnTo>
                    <a:pt x="154578" y="255054"/>
                  </a:lnTo>
                  <a:lnTo>
                    <a:pt x="154578" y="278241"/>
                  </a:lnTo>
                  <a:lnTo>
                    <a:pt x="50238" y="278241"/>
                  </a:lnTo>
                  <a:cubicBezTo>
                    <a:pt x="22492" y="278241"/>
                    <a:pt x="0" y="255748"/>
                    <a:pt x="0" y="228003"/>
                  </a:cubicBezTo>
                  <a:lnTo>
                    <a:pt x="0" y="50238"/>
                  </a:lnTo>
                  <a:cubicBezTo>
                    <a:pt x="0" y="22492"/>
                    <a:pt x="22492" y="0"/>
                    <a:pt x="50238" y="0"/>
                  </a:cubicBezTo>
                  <a:lnTo>
                    <a:pt x="228003" y="0"/>
                  </a:lnTo>
                  <a:close/>
                  <a:moveTo>
                    <a:pt x="228003" y="23187"/>
                  </a:moveTo>
                  <a:lnTo>
                    <a:pt x="50238" y="23187"/>
                  </a:lnTo>
                  <a:cubicBezTo>
                    <a:pt x="35298" y="23187"/>
                    <a:pt x="23187" y="35298"/>
                    <a:pt x="23187" y="50238"/>
                  </a:cubicBezTo>
                  <a:lnTo>
                    <a:pt x="23187" y="61831"/>
                  </a:lnTo>
                  <a:lnTo>
                    <a:pt x="255054" y="61831"/>
                  </a:lnTo>
                  <a:lnTo>
                    <a:pt x="255054" y="50238"/>
                  </a:lnTo>
                  <a:cubicBezTo>
                    <a:pt x="255054" y="35298"/>
                    <a:pt x="242943" y="23187"/>
                    <a:pt x="228003" y="23187"/>
                  </a:cubicBezTo>
                  <a:close/>
                  <a:moveTo>
                    <a:pt x="200952" y="185494"/>
                  </a:moveTo>
                  <a:lnTo>
                    <a:pt x="193223" y="185494"/>
                  </a:lnTo>
                  <a:cubicBezTo>
                    <a:pt x="180418" y="185494"/>
                    <a:pt x="170036" y="195875"/>
                    <a:pt x="170036" y="208681"/>
                  </a:cubicBezTo>
                  <a:lnTo>
                    <a:pt x="170036" y="285970"/>
                  </a:lnTo>
                  <a:cubicBezTo>
                    <a:pt x="170036" y="298775"/>
                    <a:pt x="180418" y="309157"/>
                    <a:pt x="193223" y="309157"/>
                  </a:cubicBezTo>
                  <a:lnTo>
                    <a:pt x="285970" y="309157"/>
                  </a:lnTo>
                  <a:cubicBezTo>
                    <a:pt x="298775" y="309157"/>
                    <a:pt x="309157" y="298775"/>
                    <a:pt x="309157" y="285970"/>
                  </a:cubicBezTo>
                  <a:lnTo>
                    <a:pt x="309157" y="208681"/>
                  </a:lnTo>
                  <a:cubicBezTo>
                    <a:pt x="309157" y="195875"/>
                    <a:pt x="298775" y="185494"/>
                    <a:pt x="285970" y="185494"/>
                  </a:cubicBezTo>
                  <a:lnTo>
                    <a:pt x="278241" y="185494"/>
                  </a:lnTo>
                  <a:lnTo>
                    <a:pt x="278241" y="170036"/>
                  </a:lnTo>
                  <a:cubicBezTo>
                    <a:pt x="278241" y="148694"/>
                    <a:pt x="260939" y="131392"/>
                    <a:pt x="239596" y="131392"/>
                  </a:cubicBezTo>
                  <a:cubicBezTo>
                    <a:pt x="218254" y="131392"/>
                    <a:pt x="200952" y="148694"/>
                    <a:pt x="200952" y="170036"/>
                  </a:cubicBezTo>
                  <a:lnTo>
                    <a:pt x="200952" y="185494"/>
                  </a:lnTo>
                  <a:close/>
                  <a:moveTo>
                    <a:pt x="224139" y="170036"/>
                  </a:moveTo>
                  <a:cubicBezTo>
                    <a:pt x="224139" y="161499"/>
                    <a:pt x="231059" y="154578"/>
                    <a:pt x="239596" y="154578"/>
                  </a:cubicBezTo>
                  <a:cubicBezTo>
                    <a:pt x="248134" y="154578"/>
                    <a:pt x="255054" y="161499"/>
                    <a:pt x="255054" y="170036"/>
                  </a:cubicBezTo>
                  <a:lnTo>
                    <a:pt x="255054" y="185494"/>
                  </a:lnTo>
                  <a:lnTo>
                    <a:pt x="224139" y="185494"/>
                  </a:lnTo>
                  <a:lnTo>
                    <a:pt x="224139" y="170036"/>
                  </a:lnTo>
                  <a:close/>
                  <a:moveTo>
                    <a:pt x="255054" y="247325"/>
                  </a:moveTo>
                  <a:cubicBezTo>
                    <a:pt x="255054" y="255863"/>
                    <a:pt x="248134" y="262783"/>
                    <a:pt x="239596" y="262783"/>
                  </a:cubicBezTo>
                  <a:cubicBezTo>
                    <a:pt x="231059" y="262783"/>
                    <a:pt x="224139" y="255863"/>
                    <a:pt x="224139" y="247325"/>
                  </a:cubicBezTo>
                  <a:cubicBezTo>
                    <a:pt x="224139" y="238788"/>
                    <a:pt x="231059" y="231868"/>
                    <a:pt x="239596" y="231868"/>
                  </a:cubicBezTo>
                  <a:cubicBezTo>
                    <a:pt x="248134" y="231868"/>
                    <a:pt x="255054" y="238788"/>
                    <a:pt x="255054" y="247325"/>
                  </a:cubicBezTo>
                  <a:close/>
                </a:path>
              </a:pathLst>
            </a:custGeom>
            <a:solidFill>
              <a:schemeClr val="bg1"/>
            </a:solidFill>
            <a:ln w="11906" cap="flat">
              <a:noFill/>
              <a:prstDash val="solid"/>
              <a:miter/>
            </a:ln>
          </p:spPr>
          <p:txBody>
            <a:bodyPr wrap="square" lIns="107156" tIns="18753" rIns="107156" bIns="20003" rtlCol="0" anchor="ctr">
              <a:noAutofit/>
            </a:bodyPr>
            <a:lstStyle/>
            <a:p>
              <a:pPr marL="0" marR="0" lvl="0" indent="0" algn="ctr" defTabSz="1659550" rtl="0" eaLnBrk="1" fontAlgn="base" latinLnBrk="0" hangingPunct="1">
                <a:lnSpc>
                  <a:spcPct val="100000"/>
                </a:lnSpc>
                <a:spcBef>
                  <a:spcPts val="1313"/>
                </a:spcBef>
                <a:spcAft>
                  <a:spcPts val="1313"/>
                </a:spcAft>
                <a:buClrTx/>
                <a:buSzTx/>
                <a:buFontTx/>
                <a:buNone/>
                <a:tabLst>
                  <a:tab pos="2698943" algn="l"/>
                </a:tabLst>
                <a:defRPr/>
              </a:pPr>
              <a:endParaRPr kumimoji="0" lang="en-US" sz="1313" b="0" i="0" u="none" strike="noStrike" kern="1200" cap="none" spc="0" normalizeH="0" baseline="0" noProof="0">
                <a:ln w="3175">
                  <a:noFill/>
                </a:ln>
                <a:gradFill>
                  <a:gsLst>
                    <a:gs pos="53147">
                      <a:srgbClr val="FFFFFF"/>
                    </a:gs>
                    <a:gs pos="28000">
                      <a:srgbClr val="FFFFFF"/>
                    </a:gs>
                  </a:gsLst>
                  <a:path path="circle">
                    <a:fillToRect l="100000" b="100000"/>
                  </a:path>
                </a:gradFill>
                <a:effectLst/>
                <a:uLnTx/>
                <a:uFillTx/>
                <a:latin typeface="Segoe UI Semibold"/>
                <a:ea typeface="+mn-ea"/>
                <a:cs typeface="Segoe UI" pitchFamily="34" charset="0"/>
              </a:endParaRPr>
            </a:p>
          </p:txBody>
        </p:sp>
      </p:grpSp>
      <p:grpSp>
        <p:nvGrpSpPr>
          <p:cNvPr id="55" name="Group 54">
            <a:extLst>
              <a:ext uri="{FF2B5EF4-FFF2-40B4-BE49-F238E27FC236}">
                <a16:creationId xmlns:a16="http://schemas.microsoft.com/office/drawing/2014/main" id="{6147BE28-4AEC-895D-F51C-A5F4B37367EA}"/>
              </a:ext>
            </a:extLst>
          </p:cNvPr>
          <p:cNvGrpSpPr/>
          <p:nvPr/>
        </p:nvGrpSpPr>
        <p:grpSpPr>
          <a:xfrm>
            <a:off x="2670709" y="5424723"/>
            <a:ext cx="354034" cy="354032"/>
            <a:chOff x="3672450" y="2060414"/>
            <a:chExt cx="441393" cy="441390"/>
          </a:xfrm>
        </p:grpSpPr>
        <p:sp>
          <p:nvSpPr>
            <p:cNvPr id="56" name="Oval 55">
              <a:extLst>
                <a:ext uri="{FF2B5EF4-FFF2-40B4-BE49-F238E27FC236}">
                  <a16:creationId xmlns:a16="http://schemas.microsoft.com/office/drawing/2014/main" id="{CEEF4C83-13A7-1861-04DA-79288535A308}"/>
                </a:ext>
              </a:extLst>
            </p:cNvPr>
            <p:cNvSpPr/>
            <p:nvPr/>
          </p:nvSpPr>
          <p:spPr bwMode="auto">
            <a:xfrm rot="5400000">
              <a:off x="3672452" y="2060412"/>
              <a:ext cx="441390" cy="441393"/>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57" name="Graphic 80" descr="Icon of a key">
              <a:extLst>
                <a:ext uri="{FF2B5EF4-FFF2-40B4-BE49-F238E27FC236}">
                  <a16:creationId xmlns:a16="http://schemas.microsoft.com/office/drawing/2014/main" id="{5670A3F3-ACD7-3E45-2270-28F32E926B25}"/>
                </a:ext>
              </a:extLst>
            </p:cNvPr>
            <p:cNvSpPr/>
            <p:nvPr/>
          </p:nvSpPr>
          <p:spPr>
            <a:xfrm>
              <a:off x="3810058" y="2194263"/>
              <a:ext cx="166179" cy="173691"/>
            </a:xfrm>
            <a:custGeom>
              <a:avLst/>
              <a:gdLst>
                <a:gd name="connsiteX0" fmla="*/ 251964 w 310702"/>
                <a:gd name="connsiteY0" fmla="*/ 76517 h 309156"/>
                <a:gd name="connsiteX1" fmla="*/ 232642 w 310702"/>
                <a:gd name="connsiteY1" fmla="*/ 95839 h 309156"/>
                <a:gd name="connsiteX2" fmla="*/ 213319 w 310702"/>
                <a:gd name="connsiteY2" fmla="*/ 76517 h 309156"/>
                <a:gd name="connsiteX3" fmla="*/ 232642 w 310702"/>
                <a:gd name="connsiteY3" fmla="*/ 57194 h 309156"/>
                <a:gd name="connsiteX4" fmla="*/ 251964 w 310702"/>
                <a:gd name="connsiteY4" fmla="*/ 76517 h 309156"/>
                <a:gd name="connsiteX5" fmla="*/ 209453 w 310702"/>
                <a:gd name="connsiteY5" fmla="*/ 0 h 309156"/>
                <a:gd name="connsiteX6" fmla="*/ 108205 w 310702"/>
                <a:gd name="connsiteY6" fmla="*/ 101249 h 309156"/>
                <a:gd name="connsiteX7" fmla="*/ 109912 w 310702"/>
                <a:gd name="connsiteY7" fmla="*/ 118315 h 309156"/>
                <a:gd name="connsiteX8" fmla="*/ 108842 w 310702"/>
                <a:gd name="connsiteY8" fmla="*/ 122088 h 309156"/>
                <a:gd name="connsiteX9" fmla="*/ 12451 w 310702"/>
                <a:gd name="connsiteY9" fmla="*/ 218479 h 309156"/>
                <a:gd name="connsiteX10" fmla="*/ 0 w 310702"/>
                <a:gd name="connsiteY10" fmla="*/ 248537 h 309156"/>
                <a:gd name="connsiteX11" fmla="*/ 0 w 310702"/>
                <a:gd name="connsiteY11" fmla="*/ 282105 h 309156"/>
                <a:gd name="connsiteX12" fmla="*/ 27051 w 310702"/>
                <a:gd name="connsiteY12" fmla="*/ 309157 h 309156"/>
                <a:gd name="connsiteX13" fmla="*/ 65696 w 310702"/>
                <a:gd name="connsiteY13" fmla="*/ 309157 h 309156"/>
                <a:gd name="connsiteX14" fmla="*/ 92747 w 310702"/>
                <a:gd name="connsiteY14" fmla="*/ 282105 h 309156"/>
                <a:gd name="connsiteX15" fmla="*/ 92747 w 310702"/>
                <a:gd name="connsiteY15" fmla="*/ 262783 h 309156"/>
                <a:gd name="connsiteX16" fmla="*/ 119798 w 310702"/>
                <a:gd name="connsiteY16" fmla="*/ 262783 h 309156"/>
                <a:gd name="connsiteX17" fmla="*/ 139120 w 310702"/>
                <a:gd name="connsiteY17" fmla="*/ 243461 h 309156"/>
                <a:gd name="connsiteX18" fmla="*/ 139120 w 310702"/>
                <a:gd name="connsiteY18" fmla="*/ 216410 h 309156"/>
                <a:gd name="connsiteX19" fmla="*/ 166171 w 310702"/>
                <a:gd name="connsiteY19" fmla="*/ 216410 h 309156"/>
                <a:gd name="connsiteX20" fmla="*/ 185481 w 310702"/>
                <a:gd name="connsiteY20" fmla="*/ 197802 h 309156"/>
                <a:gd name="connsiteX21" fmla="*/ 209453 w 310702"/>
                <a:gd name="connsiteY21" fmla="*/ 200952 h 309156"/>
                <a:gd name="connsiteX22" fmla="*/ 310702 w 310702"/>
                <a:gd name="connsiteY22" fmla="*/ 99703 h 309156"/>
                <a:gd name="connsiteX23" fmla="*/ 209453 w 310702"/>
                <a:gd name="connsiteY23" fmla="*/ 0 h 309156"/>
                <a:gd name="connsiteX24" fmla="*/ 131391 w 310702"/>
                <a:gd name="connsiteY24" fmla="*/ 101249 h 309156"/>
                <a:gd name="connsiteX25" fmla="*/ 209453 w 310702"/>
                <a:gd name="connsiteY25" fmla="*/ 23187 h 309156"/>
                <a:gd name="connsiteX26" fmla="*/ 287515 w 310702"/>
                <a:gd name="connsiteY26" fmla="*/ 99703 h 309156"/>
                <a:gd name="connsiteX27" fmla="*/ 209453 w 310702"/>
                <a:gd name="connsiteY27" fmla="*/ 177765 h 309156"/>
                <a:gd name="connsiteX28" fmla="*/ 178468 w 310702"/>
                <a:gd name="connsiteY28" fmla="*/ 170973 h 309156"/>
                <a:gd name="connsiteX29" fmla="*/ 167519 w 310702"/>
                <a:gd name="connsiteY29" fmla="*/ 171951 h 309156"/>
                <a:gd name="connsiteX30" fmla="*/ 162307 w 310702"/>
                <a:gd name="connsiteY30" fmla="*/ 181630 h 309156"/>
                <a:gd name="connsiteX31" fmla="*/ 162307 w 310702"/>
                <a:gd name="connsiteY31" fmla="*/ 193223 h 309156"/>
                <a:gd name="connsiteX32" fmla="*/ 135256 w 310702"/>
                <a:gd name="connsiteY32" fmla="*/ 193223 h 309156"/>
                <a:gd name="connsiteX33" fmla="*/ 115934 w 310702"/>
                <a:gd name="connsiteY33" fmla="*/ 212545 h 309156"/>
                <a:gd name="connsiteX34" fmla="*/ 115934 w 310702"/>
                <a:gd name="connsiteY34" fmla="*/ 239596 h 309156"/>
                <a:gd name="connsiteX35" fmla="*/ 88883 w 310702"/>
                <a:gd name="connsiteY35" fmla="*/ 239596 h 309156"/>
                <a:gd name="connsiteX36" fmla="*/ 69560 w 310702"/>
                <a:gd name="connsiteY36" fmla="*/ 258919 h 309156"/>
                <a:gd name="connsiteX37" fmla="*/ 69560 w 310702"/>
                <a:gd name="connsiteY37" fmla="*/ 282105 h 309156"/>
                <a:gd name="connsiteX38" fmla="*/ 65696 w 310702"/>
                <a:gd name="connsiteY38" fmla="*/ 285970 h 309156"/>
                <a:gd name="connsiteX39" fmla="*/ 27051 w 310702"/>
                <a:gd name="connsiteY39" fmla="*/ 285970 h 309156"/>
                <a:gd name="connsiteX40" fmla="*/ 23187 w 310702"/>
                <a:gd name="connsiteY40" fmla="*/ 282105 h 309156"/>
                <a:gd name="connsiteX41" fmla="*/ 23187 w 310702"/>
                <a:gd name="connsiteY41" fmla="*/ 248537 h 309156"/>
                <a:gd name="connsiteX42" fmla="*/ 28846 w 310702"/>
                <a:gd name="connsiteY42" fmla="*/ 234874 h 309156"/>
                <a:gd name="connsiteX43" fmla="*/ 125238 w 310702"/>
                <a:gd name="connsiteY43" fmla="*/ 138484 h 309156"/>
                <a:gd name="connsiteX44" fmla="*/ 132750 w 310702"/>
                <a:gd name="connsiteY44" fmla="*/ 114308 h 309156"/>
                <a:gd name="connsiteX45" fmla="*/ 131391 w 310702"/>
                <a:gd name="connsiteY45" fmla="*/ 101249 h 309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310702" h="309156">
                  <a:moveTo>
                    <a:pt x="251964" y="76517"/>
                  </a:moveTo>
                  <a:cubicBezTo>
                    <a:pt x="251964" y="87188"/>
                    <a:pt x="243312" y="95839"/>
                    <a:pt x="232642" y="95839"/>
                  </a:cubicBezTo>
                  <a:cubicBezTo>
                    <a:pt x="221970" y="95839"/>
                    <a:pt x="213319" y="87188"/>
                    <a:pt x="213319" y="76517"/>
                  </a:cubicBezTo>
                  <a:cubicBezTo>
                    <a:pt x="213319" y="65845"/>
                    <a:pt x="221970" y="57194"/>
                    <a:pt x="232642" y="57194"/>
                  </a:cubicBezTo>
                  <a:cubicBezTo>
                    <a:pt x="243312" y="57194"/>
                    <a:pt x="251964" y="65845"/>
                    <a:pt x="251964" y="76517"/>
                  </a:cubicBezTo>
                  <a:close/>
                  <a:moveTo>
                    <a:pt x="209453" y="0"/>
                  </a:moveTo>
                  <a:cubicBezTo>
                    <a:pt x="153586" y="0"/>
                    <a:pt x="108205" y="45381"/>
                    <a:pt x="108205" y="101249"/>
                  </a:cubicBezTo>
                  <a:cubicBezTo>
                    <a:pt x="108205" y="107234"/>
                    <a:pt x="108980" y="113002"/>
                    <a:pt x="109912" y="118315"/>
                  </a:cubicBezTo>
                  <a:cubicBezTo>
                    <a:pt x="110188" y="119883"/>
                    <a:pt x="109684" y="121246"/>
                    <a:pt x="108842" y="122088"/>
                  </a:cubicBezTo>
                  <a:lnTo>
                    <a:pt x="12451" y="218479"/>
                  </a:lnTo>
                  <a:cubicBezTo>
                    <a:pt x="4479" y="226451"/>
                    <a:pt x="0" y="237264"/>
                    <a:pt x="0" y="248537"/>
                  </a:cubicBezTo>
                  <a:lnTo>
                    <a:pt x="0" y="282105"/>
                  </a:lnTo>
                  <a:cubicBezTo>
                    <a:pt x="0" y="297045"/>
                    <a:pt x="12111" y="309157"/>
                    <a:pt x="27051" y="309157"/>
                  </a:cubicBezTo>
                  <a:lnTo>
                    <a:pt x="65696" y="309157"/>
                  </a:lnTo>
                  <a:cubicBezTo>
                    <a:pt x="80636" y="309157"/>
                    <a:pt x="92747" y="297045"/>
                    <a:pt x="92747" y="282105"/>
                  </a:cubicBezTo>
                  <a:lnTo>
                    <a:pt x="92747" y="262783"/>
                  </a:lnTo>
                  <a:lnTo>
                    <a:pt x="119798" y="262783"/>
                  </a:lnTo>
                  <a:cubicBezTo>
                    <a:pt x="130470" y="262783"/>
                    <a:pt x="139120" y="254133"/>
                    <a:pt x="139120" y="243461"/>
                  </a:cubicBezTo>
                  <a:lnTo>
                    <a:pt x="139120" y="216410"/>
                  </a:lnTo>
                  <a:lnTo>
                    <a:pt x="166171" y="216410"/>
                  </a:lnTo>
                  <a:cubicBezTo>
                    <a:pt x="176604" y="216410"/>
                    <a:pt x="185106" y="208143"/>
                    <a:pt x="185481" y="197802"/>
                  </a:cubicBezTo>
                  <a:cubicBezTo>
                    <a:pt x="193159" y="199777"/>
                    <a:pt x="201256" y="200952"/>
                    <a:pt x="209453" y="200952"/>
                  </a:cubicBezTo>
                  <a:cubicBezTo>
                    <a:pt x="265321" y="200952"/>
                    <a:pt x="310702" y="155571"/>
                    <a:pt x="310702" y="99703"/>
                  </a:cubicBezTo>
                  <a:cubicBezTo>
                    <a:pt x="310702" y="43573"/>
                    <a:pt x="265057" y="0"/>
                    <a:pt x="209453" y="0"/>
                  </a:cubicBezTo>
                  <a:close/>
                  <a:moveTo>
                    <a:pt x="131391" y="101249"/>
                  </a:moveTo>
                  <a:cubicBezTo>
                    <a:pt x="131391" y="58187"/>
                    <a:pt x="166391" y="23187"/>
                    <a:pt x="209453" y="23187"/>
                  </a:cubicBezTo>
                  <a:cubicBezTo>
                    <a:pt x="252780" y="23187"/>
                    <a:pt x="287515" y="56903"/>
                    <a:pt x="287515" y="99703"/>
                  </a:cubicBezTo>
                  <a:cubicBezTo>
                    <a:pt x="287515" y="142765"/>
                    <a:pt x="252516" y="177765"/>
                    <a:pt x="209453" y="177765"/>
                  </a:cubicBezTo>
                  <a:cubicBezTo>
                    <a:pt x="198953" y="177765"/>
                    <a:pt x="188143" y="175120"/>
                    <a:pt x="178468" y="170973"/>
                  </a:cubicBezTo>
                  <a:cubicBezTo>
                    <a:pt x="174885" y="169438"/>
                    <a:pt x="170772" y="169806"/>
                    <a:pt x="167519" y="171951"/>
                  </a:cubicBezTo>
                  <a:cubicBezTo>
                    <a:pt x="164265" y="174097"/>
                    <a:pt x="162307" y="177733"/>
                    <a:pt x="162307" y="181630"/>
                  </a:cubicBezTo>
                  <a:lnTo>
                    <a:pt x="162307" y="193223"/>
                  </a:lnTo>
                  <a:lnTo>
                    <a:pt x="135256" y="193223"/>
                  </a:lnTo>
                  <a:cubicBezTo>
                    <a:pt x="124585" y="193223"/>
                    <a:pt x="115934" y="201873"/>
                    <a:pt x="115934" y="212545"/>
                  </a:cubicBezTo>
                  <a:lnTo>
                    <a:pt x="115934" y="239596"/>
                  </a:lnTo>
                  <a:lnTo>
                    <a:pt x="88883" y="239596"/>
                  </a:lnTo>
                  <a:cubicBezTo>
                    <a:pt x="78211" y="239596"/>
                    <a:pt x="69560" y="248247"/>
                    <a:pt x="69560" y="258919"/>
                  </a:cubicBezTo>
                  <a:lnTo>
                    <a:pt x="69560" y="282105"/>
                  </a:lnTo>
                  <a:cubicBezTo>
                    <a:pt x="69560" y="284240"/>
                    <a:pt x="67830" y="285970"/>
                    <a:pt x="65696" y="285970"/>
                  </a:cubicBezTo>
                  <a:lnTo>
                    <a:pt x="27051" y="285970"/>
                  </a:lnTo>
                  <a:cubicBezTo>
                    <a:pt x="24917" y="285970"/>
                    <a:pt x="23187" y="284240"/>
                    <a:pt x="23187" y="282105"/>
                  </a:cubicBezTo>
                  <a:lnTo>
                    <a:pt x="23187" y="248537"/>
                  </a:lnTo>
                  <a:cubicBezTo>
                    <a:pt x="23187" y="243413"/>
                    <a:pt x="25222" y="238499"/>
                    <a:pt x="28846" y="234874"/>
                  </a:cubicBezTo>
                  <a:lnTo>
                    <a:pt x="125238" y="138484"/>
                  </a:lnTo>
                  <a:cubicBezTo>
                    <a:pt x="131705" y="132016"/>
                    <a:pt x="134262" y="122921"/>
                    <a:pt x="132750" y="114308"/>
                  </a:cubicBezTo>
                  <a:cubicBezTo>
                    <a:pt x="131920" y="109578"/>
                    <a:pt x="131391" y="105305"/>
                    <a:pt x="131391" y="101249"/>
                  </a:cubicBezTo>
                  <a:close/>
                </a:path>
              </a:pathLst>
            </a:custGeom>
            <a:solidFill>
              <a:schemeClr val="bg1"/>
            </a:solidFill>
            <a:ln w="11906" cap="flat">
              <a:noFill/>
              <a:prstDash val="solid"/>
              <a:miter/>
            </a:ln>
          </p:spPr>
          <p:txBody>
            <a:bodyPr wrap="square" lIns="107156" tIns="18753" rIns="107156" bIns="20003" rtlCol="0" anchor="ctr">
              <a:noAutofit/>
            </a:bodyPr>
            <a:lstStyle/>
            <a:p>
              <a:pPr marL="0" marR="0" lvl="0" indent="0" algn="ctr" defTabSz="1659550" rtl="0" eaLnBrk="1" fontAlgn="base" latinLnBrk="0" hangingPunct="1">
                <a:lnSpc>
                  <a:spcPct val="100000"/>
                </a:lnSpc>
                <a:spcBef>
                  <a:spcPts val="1313"/>
                </a:spcBef>
                <a:spcAft>
                  <a:spcPts val="1313"/>
                </a:spcAft>
                <a:buClrTx/>
                <a:buSzTx/>
                <a:buFontTx/>
                <a:buNone/>
                <a:tabLst>
                  <a:tab pos="2698943" algn="l"/>
                </a:tabLst>
                <a:defRPr/>
              </a:pPr>
              <a:endParaRPr kumimoji="0" lang="en-US" sz="1313" b="0" i="0" u="none" strike="noStrike" kern="1200" cap="none" spc="0" normalizeH="0" baseline="0" noProof="0">
                <a:ln w="3175">
                  <a:noFill/>
                </a:ln>
                <a:gradFill>
                  <a:gsLst>
                    <a:gs pos="53147">
                      <a:srgbClr val="FFFFFF"/>
                    </a:gs>
                    <a:gs pos="28000">
                      <a:srgbClr val="FFFFFF"/>
                    </a:gs>
                  </a:gsLst>
                  <a:path path="circle">
                    <a:fillToRect l="100000" b="100000"/>
                  </a:path>
                </a:gradFill>
                <a:effectLst/>
                <a:uLnTx/>
                <a:uFillTx/>
                <a:latin typeface="Segoe UI Semibold"/>
                <a:ea typeface="+mn-ea"/>
                <a:cs typeface="Segoe UI" pitchFamily="34" charset="0"/>
              </a:endParaRPr>
            </a:p>
          </p:txBody>
        </p:sp>
      </p:grpSp>
      <p:grpSp>
        <p:nvGrpSpPr>
          <p:cNvPr id="58" name="Group 57">
            <a:extLst>
              <a:ext uri="{FF2B5EF4-FFF2-40B4-BE49-F238E27FC236}">
                <a16:creationId xmlns:a16="http://schemas.microsoft.com/office/drawing/2014/main" id="{8C7538A5-9030-EA87-C481-53D0C489301C}"/>
              </a:ext>
            </a:extLst>
          </p:cNvPr>
          <p:cNvGrpSpPr/>
          <p:nvPr/>
        </p:nvGrpSpPr>
        <p:grpSpPr>
          <a:xfrm>
            <a:off x="4404880" y="5424723"/>
            <a:ext cx="354034" cy="354032"/>
            <a:chOff x="6050742" y="2060414"/>
            <a:chExt cx="441393" cy="441390"/>
          </a:xfrm>
        </p:grpSpPr>
        <p:sp>
          <p:nvSpPr>
            <p:cNvPr id="59" name="Oval 58">
              <a:extLst>
                <a:ext uri="{FF2B5EF4-FFF2-40B4-BE49-F238E27FC236}">
                  <a16:creationId xmlns:a16="http://schemas.microsoft.com/office/drawing/2014/main" id="{E701CB2E-F682-E7D9-5624-1AE07B8C969B}"/>
                </a:ext>
              </a:extLst>
            </p:cNvPr>
            <p:cNvSpPr/>
            <p:nvPr/>
          </p:nvSpPr>
          <p:spPr bwMode="auto">
            <a:xfrm rot="5400000">
              <a:off x="6050744" y="2060412"/>
              <a:ext cx="441390" cy="441393"/>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60" name="Graphic 3" descr="Magnifying glass with solid fill">
              <a:extLst>
                <a:ext uri="{FF2B5EF4-FFF2-40B4-BE49-F238E27FC236}">
                  <a16:creationId xmlns:a16="http://schemas.microsoft.com/office/drawing/2014/main" id="{43DF6BA3-36A8-7F9E-4827-840F024E2CA7}"/>
                </a:ext>
              </a:extLst>
            </p:cNvPr>
            <p:cNvSpPr/>
            <p:nvPr/>
          </p:nvSpPr>
          <p:spPr>
            <a:xfrm>
              <a:off x="6182914" y="2188045"/>
              <a:ext cx="177051" cy="186127"/>
            </a:xfrm>
            <a:custGeom>
              <a:avLst/>
              <a:gdLst>
                <a:gd name="connsiteX0" fmla="*/ 326805 w 335464"/>
                <a:gd name="connsiteY0" fmla="*/ 284733 h 335729"/>
                <a:gd name="connsiteX1" fmla="*/ 273683 w 335464"/>
                <a:gd name="connsiteY1" fmla="*/ 231611 h 335729"/>
                <a:gd name="connsiteX2" fmla="*/ 247335 w 335464"/>
                <a:gd name="connsiteY2" fmla="*/ 223536 h 335729"/>
                <a:gd name="connsiteX3" fmla="*/ 228636 w 335464"/>
                <a:gd name="connsiteY3" fmla="*/ 204837 h 335729"/>
                <a:gd name="connsiteX4" fmla="*/ 254984 w 335464"/>
                <a:gd name="connsiteY4" fmla="*/ 127492 h 335729"/>
                <a:gd name="connsiteX5" fmla="*/ 127492 w 335464"/>
                <a:gd name="connsiteY5" fmla="*/ 0 h 335729"/>
                <a:gd name="connsiteX6" fmla="*/ 0 w 335464"/>
                <a:gd name="connsiteY6" fmla="*/ 127492 h 335729"/>
                <a:gd name="connsiteX7" fmla="*/ 127492 w 335464"/>
                <a:gd name="connsiteY7" fmla="*/ 254984 h 335729"/>
                <a:gd name="connsiteX8" fmla="*/ 204837 w 335464"/>
                <a:gd name="connsiteY8" fmla="*/ 228636 h 335729"/>
                <a:gd name="connsiteX9" fmla="*/ 223536 w 335464"/>
                <a:gd name="connsiteY9" fmla="*/ 247335 h 335729"/>
                <a:gd name="connsiteX10" fmla="*/ 231611 w 335464"/>
                <a:gd name="connsiteY10" fmla="*/ 273683 h 335729"/>
                <a:gd name="connsiteX11" fmla="*/ 284733 w 335464"/>
                <a:gd name="connsiteY11" fmla="*/ 326805 h 335729"/>
                <a:gd name="connsiteX12" fmla="*/ 305981 w 335464"/>
                <a:gd name="connsiteY12" fmla="*/ 335729 h 335729"/>
                <a:gd name="connsiteX13" fmla="*/ 327230 w 335464"/>
                <a:gd name="connsiteY13" fmla="*/ 326805 h 335729"/>
                <a:gd name="connsiteX14" fmla="*/ 326805 w 335464"/>
                <a:gd name="connsiteY14" fmla="*/ 284733 h 335729"/>
                <a:gd name="connsiteX15" fmla="*/ 127067 w 335464"/>
                <a:gd name="connsiteY15" fmla="*/ 229061 h 335729"/>
                <a:gd name="connsiteX16" fmla="*/ 25073 w 335464"/>
                <a:gd name="connsiteY16" fmla="*/ 127067 h 335729"/>
                <a:gd name="connsiteX17" fmla="*/ 127067 w 335464"/>
                <a:gd name="connsiteY17" fmla="*/ 25073 h 335729"/>
                <a:gd name="connsiteX18" fmla="*/ 229061 w 335464"/>
                <a:gd name="connsiteY18" fmla="*/ 127067 h 335729"/>
                <a:gd name="connsiteX19" fmla="*/ 127067 w 335464"/>
                <a:gd name="connsiteY19" fmla="*/ 229061 h 3357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35464" h="335729">
                  <a:moveTo>
                    <a:pt x="326805" y="284733"/>
                  </a:moveTo>
                  <a:lnTo>
                    <a:pt x="273683" y="231611"/>
                  </a:lnTo>
                  <a:cubicBezTo>
                    <a:pt x="266459" y="224386"/>
                    <a:pt x="256684" y="221836"/>
                    <a:pt x="247335" y="223536"/>
                  </a:cubicBezTo>
                  <a:lnTo>
                    <a:pt x="228636" y="204837"/>
                  </a:lnTo>
                  <a:cubicBezTo>
                    <a:pt x="245210" y="183589"/>
                    <a:pt x="254984" y="156390"/>
                    <a:pt x="254984" y="127492"/>
                  </a:cubicBezTo>
                  <a:cubicBezTo>
                    <a:pt x="254984" y="57371"/>
                    <a:pt x="197613" y="0"/>
                    <a:pt x="127492" y="0"/>
                  </a:cubicBezTo>
                  <a:cubicBezTo>
                    <a:pt x="57371" y="0"/>
                    <a:pt x="0" y="57371"/>
                    <a:pt x="0" y="127492"/>
                  </a:cubicBezTo>
                  <a:cubicBezTo>
                    <a:pt x="0" y="197613"/>
                    <a:pt x="57371" y="254984"/>
                    <a:pt x="127492" y="254984"/>
                  </a:cubicBezTo>
                  <a:cubicBezTo>
                    <a:pt x="156390" y="254984"/>
                    <a:pt x="183164" y="245210"/>
                    <a:pt x="204837" y="228636"/>
                  </a:cubicBezTo>
                  <a:lnTo>
                    <a:pt x="223536" y="247335"/>
                  </a:lnTo>
                  <a:cubicBezTo>
                    <a:pt x="221836" y="256684"/>
                    <a:pt x="224386" y="266459"/>
                    <a:pt x="231611" y="273683"/>
                  </a:cubicBezTo>
                  <a:lnTo>
                    <a:pt x="284733" y="326805"/>
                  </a:lnTo>
                  <a:cubicBezTo>
                    <a:pt x="290682" y="332755"/>
                    <a:pt x="298332" y="335729"/>
                    <a:pt x="305981" y="335729"/>
                  </a:cubicBezTo>
                  <a:cubicBezTo>
                    <a:pt x="313631" y="335729"/>
                    <a:pt x="321280" y="332755"/>
                    <a:pt x="327230" y="326805"/>
                  </a:cubicBezTo>
                  <a:cubicBezTo>
                    <a:pt x="338279" y="314906"/>
                    <a:pt x="338279" y="296207"/>
                    <a:pt x="326805" y="284733"/>
                  </a:cubicBezTo>
                  <a:close/>
                  <a:moveTo>
                    <a:pt x="127067" y="229061"/>
                  </a:moveTo>
                  <a:cubicBezTo>
                    <a:pt x="70971" y="229061"/>
                    <a:pt x="25073" y="183164"/>
                    <a:pt x="25073" y="127067"/>
                  </a:cubicBezTo>
                  <a:cubicBezTo>
                    <a:pt x="25073" y="70971"/>
                    <a:pt x="70971" y="25073"/>
                    <a:pt x="127067" y="25073"/>
                  </a:cubicBezTo>
                  <a:cubicBezTo>
                    <a:pt x="183164" y="25073"/>
                    <a:pt x="229061" y="70971"/>
                    <a:pt x="229061" y="127067"/>
                  </a:cubicBezTo>
                  <a:cubicBezTo>
                    <a:pt x="229061" y="183164"/>
                    <a:pt x="183164" y="229061"/>
                    <a:pt x="127067" y="229061"/>
                  </a:cubicBezTo>
                  <a:close/>
                </a:path>
              </a:pathLst>
            </a:custGeom>
            <a:solidFill>
              <a:schemeClr val="bg1"/>
            </a:solidFill>
            <a:ln w="11906" cap="flat">
              <a:noFill/>
              <a:prstDash val="solid"/>
              <a:miter/>
            </a:ln>
          </p:spPr>
          <p:txBody>
            <a:bodyPr wrap="square" lIns="107156" tIns="18753" rIns="107156" bIns="20003" rtlCol="0" anchor="ctr">
              <a:noAutofit/>
            </a:bodyPr>
            <a:lstStyle/>
            <a:p>
              <a:pPr marL="0" marR="0" lvl="0" indent="0" algn="ctr" defTabSz="1659550" rtl="0" eaLnBrk="1" fontAlgn="base" latinLnBrk="0" hangingPunct="1">
                <a:lnSpc>
                  <a:spcPct val="100000"/>
                </a:lnSpc>
                <a:spcBef>
                  <a:spcPts val="1313"/>
                </a:spcBef>
                <a:spcAft>
                  <a:spcPts val="1313"/>
                </a:spcAft>
                <a:buClrTx/>
                <a:buSzTx/>
                <a:buFontTx/>
                <a:buNone/>
                <a:tabLst>
                  <a:tab pos="2698943" algn="l"/>
                </a:tabLst>
                <a:defRPr/>
              </a:pPr>
              <a:endParaRPr kumimoji="0" lang="en-US" sz="1313" b="0" i="0" u="none" strike="noStrike" kern="1200" cap="none" spc="0" normalizeH="0" baseline="0" noProof="0">
                <a:ln w="3175">
                  <a:noFill/>
                </a:ln>
                <a:gradFill>
                  <a:gsLst>
                    <a:gs pos="53147">
                      <a:srgbClr val="FFFFFF"/>
                    </a:gs>
                    <a:gs pos="28000">
                      <a:srgbClr val="FFFFFF"/>
                    </a:gs>
                  </a:gsLst>
                  <a:path path="circle">
                    <a:fillToRect l="100000" b="100000"/>
                  </a:path>
                </a:gradFill>
                <a:effectLst/>
                <a:uLnTx/>
                <a:uFillTx/>
                <a:latin typeface="Segoe UI Semibold"/>
                <a:ea typeface="+mn-ea"/>
                <a:cs typeface="Segoe UI" pitchFamily="34" charset="0"/>
              </a:endParaRPr>
            </a:p>
          </p:txBody>
        </p:sp>
      </p:grpSp>
      <p:cxnSp>
        <p:nvCxnSpPr>
          <p:cNvPr id="72" name="Straight Connector 71">
            <a:extLst>
              <a:ext uri="{FF2B5EF4-FFF2-40B4-BE49-F238E27FC236}">
                <a16:creationId xmlns:a16="http://schemas.microsoft.com/office/drawing/2014/main" id="{A48B8866-B1C4-6A69-B3E4-71B315EBC91E}"/>
              </a:ext>
            </a:extLst>
          </p:cNvPr>
          <p:cNvCxnSpPr>
            <a:cxnSpLocks/>
          </p:cNvCxnSpPr>
          <p:nvPr/>
        </p:nvCxnSpPr>
        <p:spPr>
          <a:xfrm>
            <a:off x="271446" y="1398131"/>
            <a:ext cx="5124483" cy="0"/>
          </a:xfrm>
          <a:prstGeom prst="line">
            <a:avLst/>
          </a:prstGeom>
          <a:ln>
            <a:solidFill>
              <a:srgbClr val="CE9E84">
                <a:alpha val="19000"/>
              </a:srgb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82" name="Rectangle 81">
            <a:extLst>
              <a:ext uri="{FF2B5EF4-FFF2-40B4-BE49-F238E27FC236}">
                <a16:creationId xmlns:a16="http://schemas.microsoft.com/office/drawing/2014/main" id="{B1FA4B85-4927-1ABB-F554-DE4985060010}"/>
              </a:ext>
            </a:extLst>
          </p:cNvPr>
          <p:cNvSpPr/>
          <p:nvPr/>
        </p:nvSpPr>
        <p:spPr bwMode="auto">
          <a:xfrm>
            <a:off x="438202" y="5229234"/>
            <a:ext cx="1282470" cy="33337"/>
          </a:xfrm>
          <a:prstGeom prst="rect">
            <a:avLst/>
          </a:prstGeom>
          <a:gradFill>
            <a:gsLst>
              <a:gs pos="0">
                <a:srgbClr val="C03BC4"/>
              </a:gs>
              <a:gs pos="100000">
                <a:srgbClr val="0F6CBD"/>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dirty="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83" name="Rectangle 82">
            <a:extLst>
              <a:ext uri="{FF2B5EF4-FFF2-40B4-BE49-F238E27FC236}">
                <a16:creationId xmlns:a16="http://schemas.microsoft.com/office/drawing/2014/main" id="{6A0AC1F0-B7CC-221C-CF2C-A8AB8A5E2099}"/>
              </a:ext>
            </a:extLst>
          </p:cNvPr>
          <p:cNvSpPr/>
          <p:nvPr/>
        </p:nvSpPr>
        <p:spPr bwMode="auto">
          <a:xfrm>
            <a:off x="2194717" y="5229234"/>
            <a:ext cx="1282470" cy="33337"/>
          </a:xfrm>
          <a:prstGeom prst="rect">
            <a:avLst/>
          </a:prstGeom>
          <a:gradFill>
            <a:gsLst>
              <a:gs pos="0">
                <a:srgbClr val="C03BC4"/>
              </a:gs>
              <a:gs pos="100000">
                <a:srgbClr val="0F6CBD"/>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dirty="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84" name="Rectangle 83">
            <a:extLst>
              <a:ext uri="{FF2B5EF4-FFF2-40B4-BE49-F238E27FC236}">
                <a16:creationId xmlns:a16="http://schemas.microsoft.com/office/drawing/2014/main" id="{BB100D5B-0759-0B55-0C50-3142C9A438E7}"/>
              </a:ext>
            </a:extLst>
          </p:cNvPr>
          <p:cNvSpPr/>
          <p:nvPr/>
        </p:nvSpPr>
        <p:spPr bwMode="auto">
          <a:xfrm>
            <a:off x="3951232" y="5229234"/>
            <a:ext cx="1282470" cy="33337"/>
          </a:xfrm>
          <a:prstGeom prst="rect">
            <a:avLst/>
          </a:prstGeom>
          <a:gradFill>
            <a:gsLst>
              <a:gs pos="0">
                <a:srgbClr val="C03BC4"/>
              </a:gs>
              <a:gs pos="100000">
                <a:srgbClr val="0F6CBD"/>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dirty="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cxnSp>
        <p:nvCxnSpPr>
          <p:cNvPr id="85" name="Straight Connector 84">
            <a:extLst>
              <a:ext uri="{FF2B5EF4-FFF2-40B4-BE49-F238E27FC236}">
                <a16:creationId xmlns:a16="http://schemas.microsoft.com/office/drawing/2014/main" id="{D53D3556-994F-A25F-DDA0-46DAB9D9C7E2}"/>
              </a:ext>
            </a:extLst>
          </p:cNvPr>
          <p:cNvCxnSpPr>
            <a:cxnSpLocks/>
          </p:cNvCxnSpPr>
          <p:nvPr/>
        </p:nvCxnSpPr>
        <p:spPr>
          <a:xfrm>
            <a:off x="408229" y="5879148"/>
            <a:ext cx="1389698" cy="0"/>
          </a:xfrm>
          <a:prstGeom prst="line">
            <a:avLst/>
          </a:prstGeom>
          <a:ln>
            <a:solidFill>
              <a:schemeClr val="bg1">
                <a:lumMod val="50000"/>
                <a:alpha val="1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AE1EB94C-5A1D-76A4-70FB-CC6D2FD0C410}"/>
              </a:ext>
            </a:extLst>
          </p:cNvPr>
          <p:cNvCxnSpPr>
            <a:cxnSpLocks/>
          </p:cNvCxnSpPr>
          <p:nvPr/>
        </p:nvCxnSpPr>
        <p:spPr>
          <a:xfrm>
            <a:off x="2149188" y="5879148"/>
            <a:ext cx="1389698" cy="0"/>
          </a:xfrm>
          <a:prstGeom prst="line">
            <a:avLst/>
          </a:prstGeom>
          <a:ln>
            <a:solidFill>
              <a:schemeClr val="bg1">
                <a:lumMod val="50000"/>
                <a:alpha val="1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64AE2C17-053F-26EA-40BE-817289A0DC60}"/>
              </a:ext>
            </a:extLst>
          </p:cNvPr>
          <p:cNvCxnSpPr>
            <a:cxnSpLocks/>
          </p:cNvCxnSpPr>
          <p:nvPr/>
        </p:nvCxnSpPr>
        <p:spPr>
          <a:xfrm>
            <a:off x="3890146" y="5879148"/>
            <a:ext cx="1389698" cy="0"/>
          </a:xfrm>
          <a:prstGeom prst="line">
            <a:avLst/>
          </a:prstGeom>
          <a:ln>
            <a:solidFill>
              <a:schemeClr val="bg1">
                <a:lumMod val="50000"/>
                <a:alpha val="1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303868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5001EE-ABA6-13EB-F672-F3A185B2096D}"/>
            </a:ext>
          </a:extLst>
        </p:cNvPr>
        <p:cNvGrpSpPr/>
        <p:nvPr/>
      </p:nvGrpSpPr>
      <p:grpSpPr>
        <a:xfrm>
          <a:off x="0" y="0"/>
          <a:ext cx="0" cy="0"/>
          <a:chOff x="0" y="0"/>
          <a:chExt cx="0" cy="0"/>
        </a:xfrm>
      </p:grpSpPr>
      <p:sp>
        <p:nvSpPr>
          <p:cNvPr id="5" name="Rectangle 3468742">
            <a:extLst>
              <a:ext uri="{FF2B5EF4-FFF2-40B4-BE49-F238E27FC236}">
                <a16:creationId xmlns:a16="http://schemas.microsoft.com/office/drawing/2014/main" id="{9963F151-879F-4558-E6B6-4255986112B0}"/>
              </a:ext>
            </a:extLst>
          </p:cNvPr>
          <p:cNvSpPr/>
          <p:nvPr/>
        </p:nvSpPr>
        <p:spPr>
          <a:xfrm>
            <a:off x="0" y="0"/>
            <a:ext cx="5667375" cy="8020050"/>
          </a:xfrm>
          <a:prstGeom prst="rect">
            <a:avLst/>
          </a:prstGeom>
          <a:solidFill>
            <a:srgbClr val="FCF2E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48" name="Picture 47">
            <a:extLst>
              <a:ext uri="{FF2B5EF4-FFF2-40B4-BE49-F238E27FC236}">
                <a16:creationId xmlns:a16="http://schemas.microsoft.com/office/drawing/2014/main" id="{5F283AE0-4FB1-7607-6FCB-9A85B3D66739}"/>
              </a:ext>
            </a:extLst>
          </p:cNvPr>
          <p:cNvPicPr>
            <a:picLocks noChangeAspect="1"/>
          </p:cNvPicPr>
          <p:nvPr/>
        </p:nvPicPr>
        <p:blipFill>
          <a:blip r:embed="rId3">
            <a:alphaModFix amt="23000"/>
          </a:blip>
          <a:srcRect l="14306" t="29128" r="12293" b="-1677"/>
          <a:stretch>
            <a:fillRect/>
          </a:stretch>
        </p:blipFill>
        <p:spPr>
          <a:xfrm rot="10800000">
            <a:off x="-1" y="5465343"/>
            <a:ext cx="5667375" cy="2563698"/>
          </a:xfrm>
          <a:prstGeom prst="rect">
            <a:avLst/>
          </a:prstGeom>
          <a:effectLst/>
        </p:spPr>
      </p:pic>
      <p:sp>
        <p:nvSpPr>
          <p:cNvPr id="9" name="Upgrade investment snapshot">
            <a:extLst>
              <a:ext uri="{FF2B5EF4-FFF2-40B4-BE49-F238E27FC236}">
                <a16:creationId xmlns:a16="http://schemas.microsoft.com/office/drawing/2014/main" id="{FBD0EA6D-9670-1F46-2E2E-01AE80EFC1A8}"/>
              </a:ext>
            </a:extLst>
          </p:cNvPr>
          <p:cNvSpPr/>
          <p:nvPr/>
        </p:nvSpPr>
        <p:spPr>
          <a:xfrm>
            <a:off x="409575" y="369093"/>
            <a:ext cx="4534376" cy="9500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lumMod val="95000"/>
                    <a:lumOff val="5000"/>
                  </a:prstClr>
                </a:solidFill>
                <a:effectLst/>
                <a:uLnTx/>
                <a:uFillTx/>
                <a:latin typeface="Segoe UI Semibold" pitchFamily="34" charset="0"/>
                <a:ea typeface="Segoe UI Semibold" pitchFamily="34" charset="-122"/>
                <a:cs typeface="Segoe UI Semibold" pitchFamily="34" charset="-120"/>
              </a:rPr>
              <a:t>Upgrade investment snapshot</a:t>
            </a:r>
            <a:endParaRPr kumimoji="0" lang="en-US" sz="1800" b="0" i="0" u="none" strike="noStrike" kern="1200" cap="none" spc="0" normalizeH="0" baseline="0" noProof="0" dirty="0">
              <a:ln>
                <a:noFill/>
              </a:ln>
              <a:solidFill>
                <a:srgbClr val="8A226F"/>
              </a:solidFill>
              <a:effectLst/>
              <a:uLnTx/>
              <a:uFillTx/>
              <a:latin typeface="Segoe UI Semibold" pitchFamily="34" charset="0"/>
              <a:ea typeface="Segoe UI Semibold" pitchFamily="34" charset="-122"/>
              <a:cs typeface="Segoe UI Semibold" pitchFamily="34" charset="-120"/>
            </a:endParaRPr>
          </a:p>
        </p:txBody>
      </p:sp>
      <p:sp>
        <p:nvSpPr>
          <p:cNvPr id="3" name="Identity and access management Single sign-on for apps and devices and multifactor authentication for work accounts Data compliance Ability to log and search for audited activities with Microsoft Purview Audit Threat protection Automatic spam and malware">
            <a:extLst>
              <a:ext uri="{FF2B5EF4-FFF2-40B4-BE49-F238E27FC236}">
                <a16:creationId xmlns:a16="http://schemas.microsoft.com/office/drawing/2014/main" id="{79B3C482-B6EF-F65E-08E2-9E465EDEC652}"/>
              </a:ext>
            </a:extLst>
          </p:cNvPr>
          <p:cNvSpPr/>
          <p:nvPr/>
        </p:nvSpPr>
        <p:spPr>
          <a:xfrm>
            <a:off x="409575" y="6803533"/>
            <a:ext cx="4848225" cy="538609"/>
          </a:xfrm>
          <a:prstGeom prst="rect">
            <a:avLst/>
          </a:prstGeom>
          <a:noFill/>
          <a:ln/>
        </p:spPr>
        <p:txBody>
          <a:bodyPr wrap="square" lIns="0" tIns="0" rIns="0" bIns="0" rtlCol="0" anchor="t" anchorCtr="0">
            <a:spAutoFit/>
          </a:bodyPr>
          <a:lstStyle/>
          <a:p>
            <a:pPr>
              <a:defRPr/>
            </a:pPr>
            <a:r>
              <a:rPr lang="en-US" sz="700" dirty="0">
                <a:solidFill>
                  <a:srgbClr val="000000"/>
                </a:solidFill>
                <a:highlight>
                  <a:srgbClr val="FFFF00"/>
                </a:highlight>
                <a:latin typeface="Segoe UI Semibold"/>
                <a:cs typeface="Segoe UI Semibold"/>
              </a:rPr>
              <a:t>[NOTE - PLEASE DELETE BEFORE SENDING TO THE CUSTOMER]</a:t>
            </a:r>
            <a:endParaRPr lang="en-US" sz="900" dirty="0"/>
          </a:p>
          <a:p>
            <a:pPr>
              <a:defRPr/>
            </a:pPr>
            <a:r>
              <a:rPr lang="en-US" sz="700" dirty="0">
                <a:solidFill>
                  <a:srgbClr val="000000"/>
                </a:solidFill>
                <a:highlight>
                  <a:srgbClr val="FFFF00"/>
                </a:highlight>
                <a:latin typeface="Segoe UI"/>
                <a:cs typeface="Segoe UI"/>
              </a:rPr>
              <a:t>The calculation above is based on active promos, partner MAICPP status, Microsoft Commercial Incentives, and Microsoft list price, </a:t>
            </a:r>
            <a:r>
              <a:rPr lang="en-US" sz="700" dirty="0">
                <a:solidFill>
                  <a:srgbClr val="000000"/>
                </a:solidFill>
                <a:highlight>
                  <a:srgbClr val="FFFF00"/>
                </a:highlight>
                <a:latin typeface="Segoe UI"/>
                <a:ea typeface="Segoe UI Regular" pitchFamily="34" charset="-122"/>
                <a:cs typeface="Segoe UI"/>
              </a:rPr>
              <a:t>and assumes additional information on margins. This is for reference only and subject to change. Please review the calculation, and adjust before sending it to the customer. Microsoft would not be responsible for the content or accuracy of any information/claim made in this document, or for any decisions made based on such information. </a:t>
            </a:r>
            <a:endParaRPr lang="en-US" sz="900" dirty="0"/>
          </a:p>
        </p:txBody>
      </p:sp>
      <p:graphicFrame>
        <p:nvGraphicFramePr>
          <p:cNvPr id="2" name="Table 1">
            <a:extLst>
              <a:ext uri="{FF2B5EF4-FFF2-40B4-BE49-F238E27FC236}">
                <a16:creationId xmlns:a16="http://schemas.microsoft.com/office/drawing/2014/main" id="{C32D0121-6E05-A794-F5F1-C1D135BC07E8}"/>
              </a:ext>
            </a:extLst>
          </p:cNvPr>
          <p:cNvGraphicFramePr>
            <a:graphicFrameLocks noGrp="1"/>
          </p:cNvGraphicFramePr>
          <p:nvPr>
            <p:extLst>
              <p:ext uri="{D42A27DB-BD31-4B8C-83A1-F6EECF244321}">
                <p14:modId xmlns:p14="http://schemas.microsoft.com/office/powerpoint/2010/main" val="280150896"/>
              </p:ext>
            </p:extLst>
          </p:nvPr>
        </p:nvGraphicFramePr>
        <p:xfrm>
          <a:off x="409573" y="1502694"/>
          <a:ext cx="4848226" cy="3089478"/>
        </p:xfrm>
        <a:graphic>
          <a:graphicData uri="http://schemas.openxmlformats.org/drawingml/2006/table">
            <a:tbl>
              <a:tblPr firstRow="1" bandRow="1">
                <a:tableStyleId>{5C22544A-7EE6-4342-B048-85BDC9FD1C3A}</a:tableStyleId>
              </a:tblPr>
              <a:tblGrid>
                <a:gridCol w="2424113">
                  <a:extLst>
                    <a:ext uri="{9D8B030D-6E8A-4147-A177-3AD203B41FA5}">
                      <a16:colId xmlns:a16="http://schemas.microsoft.com/office/drawing/2014/main" val="853302390"/>
                    </a:ext>
                  </a:extLst>
                </a:gridCol>
                <a:gridCol w="2424113">
                  <a:extLst>
                    <a:ext uri="{9D8B030D-6E8A-4147-A177-3AD203B41FA5}">
                      <a16:colId xmlns:a16="http://schemas.microsoft.com/office/drawing/2014/main" val="1315371538"/>
                    </a:ext>
                  </a:extLst>
                </a:gridCol>
              </a:tblGrid>
              <a:tr h="67431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Upgrade solution​</a:t>
                      </a:r>
                      <a:endPar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r>
                        <a:rPr kumimoji="0" lang="en-US" sz="1200" b="1" i="0" u="none" strike="noStrike" kern="1200" cap="none" spc="0" normalizeH="0" baseline="0" noProof="0" dirty="0" err="1">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target_sku</a:t>
                      </a:r>
                      <a:r>
                        <a:rPr kumimoji="0" lang="en-US" sz="1200" b="1" i="0" u="none" strike="noStrike" kern="1200" cap="none" spc="0" normalizeH="0" baseline="0" noProof="0" dirty="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endParaRPr kumimoji="0" lang="en-US" sz="1200" b="1" i="0" u="none" strike="noStrike" kern="1200" cap="none" spc="0" normalizeH="0" baseline="0" noProof="0" dirty="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27656301"/>
                  </a:ext>
                </a:extLst>
              </a:tr>
              <a:tr h="63510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 Proposed seats for upgrade​</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r>
                        <a:rPr kumimoji="0" lang="en-US" sz="1200" b="0" i="0" u="none" strike="noStrike" kern="1200" cap="none" spc="0" normalizeH="0" baseline="0" noProof="0" err="1">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add_proposed_seat</a:t>
                      </a: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51946251"/>
                  </a:ext>
                </a:extLst>
              </a:tr>
              <a:tr h="89002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Actual cost of the solution 
per user</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r>
                        <a:rPr kumimoji="0" lang="en-US" sz="1200" b="0" i="0" u="none" strike="noStrike" kern="1200" cap="none" spc="0" normalizeH="0" baseline="0" noProof="0" dirty="0" err="1">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actual_price_per_user</a:t>
                      </a: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endPar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txBody>
                  <a:tcPr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87975551"/>
                  </a:ext>
                </a:extLst>
              </a:tr>
              <a:tr h="89002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Total annual </a:t>
                      </a: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investment for {seats} seats</a:t>
                      </a:r>
                      <a:endPar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txBody>
                  <a:tcPr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r>
                        <a:rPr kumimoji="0" lang="en-US" sz="1200" b="0" i="0" u="none" strike="noStrike" kern="1200" cap="none" spc="0" normalizeH="0" baseline="0" noProof="0" dirty="0" err="1">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overall_incremental_cost</a:t>
                      </a: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endPar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txBody>
                  <a:tcPr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71126336"/>
                  </a:ext>
                </a:extLst>
              </a:tr>
            </a:tbl>
          </a:graphicData>
        </a:graphic>
      </p:graphicFrame>
    </p:spTree>
    <p:extLst>
      <p:ext uri="{BB962C8B-B14F-4D97-AF65-F5344CB8AC3E}">
        <p14:creationId xmlns:p14="http://schemas.microsoft.com/office/powerpoint/2010/main" val="28303393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7CBAF6-E5B9-8957-B233-FCF78C789D62}"/>
            </a:ext>
          </a:extLst>
        </p:cNvPr>
        <p:cNvGrpSpPr/>
        <p:nvPr/>
      </p:nvGrpSpPr>
      <p:grpSpPr>
        <a:xfrm>
          <a:off x="0" y="0"/>
          <a:ext cx="0" cy="0"/>
          <a:chOff x="0" y="0"/>
          <a:chExt cx="0" cy="0"/>
        </a:xfrm>
      </p:grpSpPr>
      <p:sp>
        <p:nvSpPr>
          <p:cNvPr id="3" name="Rectangle 3468742">
            <a:extLst>
              <a:ext uri="{FF2B5EF4-FFF2-40B4-BE49-F238E27FC236}">
                <a16:creationId xmlns:a16="http://schemas.microsoft.com/office/drawing/2014/main" id="{AF1BCF53-5C73-1AD6-E844-D11AC1C222B4}"/>
              </a:ext>
            </a:extLst>
          </p:cNvPr>
          <p:cNvSpPr/>
          <p:nvPr/>
        </p:nvSpPr>
        <p:spPr>
          <a:xfrm>
            <a:off x="0" y="0"/>
            <a:ext cx="5667375" cy="8020050"/>
          </a:xfrm>
          <a:prstGeom prst="rect">
            <a:avLst/>
          </a:prstGeom>
          <a:solidFill>
            <a:srgbClr val="FCF2E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Text 8">
            <a:extLst>
              <a:ext uri="{FF2B5EF4-FFF2-40B4-BE49-F238E27FC236}">
                <a16:creationId xmlns:a16="http://schemas.microsoft.com/office/drawing/2014/main" id="{35D7EAE9-A714-D02B-3F52-A241BD2B192C}"/>
              </a:ext>
            </a:extLst>
          </p:cNvPr>
          <p:cNvSpPr/>
          <p:nvPr/>
        </p:nvSpPr>
        <p:spPr>
          <a:xfrm>
            <a:off x="310621" y="1237368"/>
            <a:ext cx="5105977" cy="3788342"/>
          </a:xfrm>
          <a:prstGeom prst="rect">
            <a:avLst/>
          </a:prstGeom>
          <a:noFill/>
          <a:ln/>
        </p:spPr>
        <p:txBody>
          <a:bodyPr wrap="square" lIns="0" tIns="0" rIns="0" bIns="0" rtlCol="0" anchor="t"/>
          <a:lstStyle/>
          <a:p>
            <a:pPr marL="0" marR="0" lvl="0" indent="0" algn="l" defTabSz="914400" rtl="0" eaLnBrk="1" fontAlgn="auto" latinLnBrk="0" hangingPunct="1">
              <a:lnSpc>
                <a:spcPts val="1250"/>
              </a:lnSpc>
              <a:spcBef>
                <a:spcPts val="0"/>
              </a:spcBef>
              <a:spcAft>
                <a:spcPts val="0"/>
              </a:spcAft>
              <a:buClrTx/>
              <a:buSzTx/>
              <a:buFontTx/>
              <a:buNone/>
              <a:tabLst/>
              <a:defRPr/>
            </a:pPr>
            <a:r>
              <a:rPr kumimoji="0" lang="en-US" sz="1000" b="1" i="0" u="none" strike="noStrike" kern="1200" cap="none" spc="0" normalizeH="0" baseline="0" noProof="0">
                <a:ln>
                  <a:noFill/>
                </a:ln>
                <a:solidFill>
                  <a:srgbClr val="FF0000"/>
                </a:solidFill>
                <a:effectLst/>
                <a:highlight>
                  <a:srgbClr val="FFFF00"/>
                </a:highlight>
                <a:uLnTx/>
                <a:uFillTx/>
                <a:latin typeface="Segoe UI Regular" pitchFamily="34" charset="0"/>
                <a:ea typeface="Segoe UI Regular" pitchFamily="34" charset="-122"/>
                <a:cs typeface="Segoe UI Regular" pitchFamily="34" charset="-120"/>
              </a:rPr>
              <a:t>[INSTRUCTION FOR THE PARTNER]</a:t>
            </a:r>
            <a:r>
              <a:rPr kumimoji="0" lang="en-US" sz="1000" b="0" i="0" u="none" strike="noStrike" kern="1200" cap="none" spc="0" normalizeH="0" baseline="0" noProof="0">
                <a:ln>
                  <a:noFill/>
                </a:ln>
                <a:solidFill>
                  <a:srgbClr val="FF0000"/>
                </a:solidFill>
                <a:effectLst/>
                <a:uLnTx/>
                <a:uFillTx/>
                <a:latin typeface="Segoe UI Regular" pitchFamily="34" charset="0"/>
                <a:ea typeface="Segoe UI Regular" pitchFamily="34" charset="-122"/>
                <a:cs typeface="Segoe UI Regular" pitchFamily="34" charset="-120"/>
              </a:rPr>
              <a:t> Partner to insert their personalized information on: Value proposition and methodology, experience, Microsoft services, advanced specializations, and past awards.</a:t>
            </a:r>
          </a:p>
          <a:p>
            <a:pPr marL="0" marR="0" lvl="0" indent="0" algn="l" defTabSz="914400" rtl="0" eaLnBrk="1" fontAlgn="auto" latinLnBrk="0" hangingPunct="1">
              <a:lnSpc>
                <a:spcPts val="125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FF0000"/>
              </a:solidFill>
              <a:effectLst/>
              <a:uLnTx/>
              <a:uFillTx/>
              <a:latin typeface="Segoe UI Regular" pitchFamily="34" charset="0"/>
              <a:ea typeface="Segoe UI Regular" pitchFamily="34" charset="-122"/>
              <a:cs typeface="+mn-cs"/>
            </a:endParaRPr>
          </a:p>
          <a:p>
            <a:pPr marL="0" marR="0" lvl="0" indent="0" algn="l" defTabSz="914400" rtl="0" eaLnBrk="1" fontAlgn="auto" latinLnBrk="0" hangingPunct="1">
              <a:lnSpc>
                <a:spcPts val="1250"/>
              </a:lnSpc>
              <a:spcBef>
                <a:spcPts val="0"/>
              </a:spcBef>
              <a:spcAft>
                <a:spcPts val="0"/>
              </a:spcAft>
              <a:buClrTx/>
              <a:buSzTx/>
              <a:buFontTx/>
              <a:buNone/>
              <a:tabLst/>
              <a:defRPr/>
            </a:pPr>
            <a:r>
              <a:rPr kumimoji="0" lang="en-US" sz="1000" b="0" i="0" u="none" strike="noStrike" kern="1200" cap="none" spc="0" normalizeH="0" baseline="0" noProof="0">
                <a:ln>
                  <a:noFill/>
                </a:ln>
                <a:solidFill>
                  <a:srgbClr val="FF0000"/>
                </a:solidFill>
                <a:effectLst/>
                <a:uLnTx/>
                <a:uFillTx/>
                <a:latin typeface="Segoe UI Regular" pitchFamily="34" charset="0"/>
                <a:ea typeface="Segoe UI Regular" pitchFamily="34" charset="-122"/>
                <a:cs typeface="+mn-cs"/>
              </a:rPr>
              <a:t>You can leverage Copilot Chat to customize this section! Add your website URL, upload this flyer on Copilot Chat, and prompt it to write a draft for this section.</a:t>
            </a:r>
            <a:endParaRPr kumimoji="0" lang="en-US" sz="1000" b="0" i="0" u="none" strike="noStrike" kern="1200" cap="none" spc="0" normalizeH="0" baseline="0" noProof="0">
              <a:ln>
                <a:noFill/>
              </a:ln>
              <a:solidFill>
                <a:srgbClr val="FF0000"/>
              </a:solidFill>
              <a:effectLst/>
              <a:uLnTx/>
              <a:uFillTx/>
              <a:latin typeface="Calibri" panose="020F0502020204030204"/>
              <a:ea typeface="+mn-ea"/>
              <a:cs typeface="+mn-cs"/>
            </a:endParaRPr>
          </a:p>
        </p:txBody>
      </p:sp>
      <p:sp>
        <p:nvSpPr>
          <p:cNvPr id="6" name="TextBox 5">
            <a:extLst>
              <a:ext uri="{FF2B5EF4-FFF2-40B4-BE49-F238E27FC236}">
                <a16:creationId xmlns:a16="http://schemas.microsoft.com/office/drawing/2014/main" id="{B1E44A8B-E4D6-DB6E-1500-317A75C1517A}"/>
              </a:ext>
            </a:extLst>
          </p:cNvPr>
          <p:cNvSpPr txBox="1"/>
          <p:nvPr/>
        </p:nvSpPr>
        <p:spPr>
          <a:xfrm>
            <a:off x="216139" y="398146"/>
            <a:ext cx="3635423" cy="711733"/>
          </a:xfrm>
          <a:prstGeom prst="rect">
            <a:avLst/>
          </a:prstGeom>
          <a:noFill/>
        </p:spPr>
        <p:txBody>
          <a:bodyPr wrap="square">
            <a:spAutoFit/>
          </a:bodyPr>
          <a:lstStyle/>
          <a:p>
            <a:pPr marL="0" marR="0" lvl="0" indent="0" algn="l" defTabSz="914400" rtl="0" eaLnBrk="1" fontAlgn="auto" latinLnBrk="0" hangingPunct="1">
              <a:lnSpc>
                <a:spcPct val="116667"/>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Segoe UI Semibold" panose="020B0702040204020203" pitchFamily="34" charset="0"/>
                <a:ea typeface="Inter Semi Bold" pitchFamily="34" charset="-122"/>
                <a:cs typeface="Segoe UI Semibold" panose="020B0702040204020203" pitchFamily="34" charset="0"/>
              </a:rPr>
              <a:t>Enhance your security posture with [PARTNER NAME]</a:t>
            </a:r>
            <a:endParaRPr kumimoji="0" lang="en-US" sz="1800" b="0" i="0" u="none" strike="noStrike" kern="1200" cap="none" spc="0" normalizeH="0" baseline="0" noProof="0" dirty="0">
              <a:ln>
                <a:noFill/>
              </a:ln>
              <a:solidFill>
                <a:prstClr val="black"/>
              </a:solidFill>
              <a:effectLst/>
              <a:uLnTx/>
              <a:uFillTx/>
              <a:latin typeface="Segoe UI Semibold" panose="020B0702040204020203" pitchFamily="34" charset="0"/>
              <a:ea typeface="+mn-ea"/>
              <a:cs typeface="Segoe UI Semibold" panose="020B0702040204020203" pitchFamily="34" charset="0"/>
            </a:endParaRPr>
          </a:p>
        </p:txBody>
      </p:sp>
      <p:pic>
        <p:nvPicPr>
          <p:cNvPr id="7" name="Picture 6">
            <a:extLst>
              <a:ext uri="{FF2B5EF4-FFF2-40B4-BE49-F238E27FC236}">
                <a16:creationId xmlns:a16="http://schemas.microsoft.com/office/drawing/2014/main" id="{085EC2C9-4683-D1E8-24E3-12A312A592FE}"/>
              </a:ext>
            </a:extLst>
          </p:cNvPr>
          <p:cNvPicPr>
            <a:picLocks noChangeAspect="1"/>
          </p:cNvPicPr>
          <p:nvPr/>
        </p:nvPicPr>
        <p:blipFill>
          <a:blip r:embed="rId3">
            <a:alphaModFix amt="45000"/>
          </a:blip>
          <a:srcRect l="-1" t="38794" r="10102" b="-27649"/>
          <a:stretch>
            <a:fillRect/>
          </a:stretch>
        </p:blipFill>
        <p:spPr>
          <a:xfrm rot="10800000">
            <a:off x="-1" y="5465343"/>
            <a:ext cx="5667375" cy="2563698"/>
          </a:xfrm>
          <a:prstGeom prst="rect">
            <a:avLst/>
          </a:prstGeom>
          <a:effectLst/>
        </p:spPr>
      </p:pic>
    </p:spTree>
    <p:extLst>
      <p:ext uri="{BB962C8B-B14F-4D97-AF65-F5344CB8AC3E}">
        <p14:creationId xmlns:p14="http://schemas.microsoft.com/office/powerpoint/2010/main" val="2431751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3_CSP Template Diamond 06/23">
  <a:themeElements>
    <a:clrScheme name="SCI new branding">
      <a:dk1>
        <a:srgbClr val="000000"/>
      </a:dk1>
      <a:lt1>
        <a:srgbClr val="FFFFFF"/>
      </a:lt1>
      <a:dk2>
        <a:srgbClr val="091F2C"/>
      </a:dk2>
      <a:lt2>
        <a:srgbClr val="F4F3F5"/>
      </a:lt2>
      <a:accent1>
        <a:srgbClr val="0078D4"/>
      </a:accent1>
      <a:accent2>
        <a:srgbClr val="FFB900"/>
      </a:accent2>
      <a:accent3>
        <a:srgbClr val="07641D"/>
      </a:accent3>
      <a:accent4>
        <a:srgbClr val="454142"/>
      </a:accent4>
      <a:accent5>
        <a:srgbClr val="8DE971"/>
      </a:accent5>
      <a:accent6>
        <a:srgbClr val="8DC8E8"/>
      </a:accent6>
      <a:hlink>
        <a:srgbClr val="0078D4"/>
      </a:hlink>
      <a:folHlink>
        <a:srgbClr val="0078D4"/>
      </a:folHlink>
    </a:clrScheme>
    <a:fontScheme name="Segoe UI Semibold - Segoe UI">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SM_LightGray_Sept_2018.potx" id="{0FAF9FBA-50E5-4B89-8F50-EB458E088334}" vid="{09DABCF3-FBBE-41E3-8EAE-8A81552DAAAD}"/>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164</TotalTime>
  <Words>435</Words>
  <Application>Microsoft Office PowerPoint</Application>
  <PresentationFormat>Custom</PresentationFormat>
  <Paragraphs>40</Paragraphs>
  <Slides>3</Slides>
  <Notes>3</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3</vt:i4>
      </vt:variant>
    </vt:vector>
  </HeadingPairs>
  <TitlesOfParts>
    <vt:vector size="15" baseType="lpstr">
      <vt:lpstr>Aptos</vt:lpstr>
      <vt:lpstr>Arial</vt:lpstr>
      <vt:lpstr>Calibri</vt:lpstr>
      <vt:lpstr>Segoe Sans Display</vt:lpstr>
      <vt:lpstr>Segoe Sans Display Semibold</vt:lpstr>
      <vt:lpstr>Segoe Sans Display Semilight</vt:lpstr>
      <vt:lpstr>Segoe UI</vt:lpstr>
      <vt:lpstr>Segoe UI Regular</vt:lpstr>
      <vt:lpstr>Segoe UI Semibold</vt:lpstr>
      <vt:lpstr>Wingdings</vt:lpstr>
      <vt:lpstr>Office Theme</vt:lpstr>
      <vt:lpstr>3_CSP Template Diamond 06/23</vt:lpstr>
      <vt:lpstr>Microsoft Purview Suite for Microsoft 365 Business Premium</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Samarth  Teotia</cp:lastModifiedBy>
  <cp:revision>16</cp:revision>
  <dcterms:created xsi:type="dcterms:W3CDTF">2026-02-21T17:45:29Z</dcterms:created>
  <dcterms:modified xsi:type="dcterms:W3CDTF">2026-05-07T22:11:48Z</dcterms:modified>
</cp:coreProperties>
</file>
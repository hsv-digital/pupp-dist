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0" r:id="rId2"/>
  </p:sldMasterIdLst>
  <p:notesMasterIdLst>
    <p:notesMasterId r:id="rId6"/>
  </p:notesMasterIdLst>
  <p:sldIdLst>
    <p:sldId id="2147470016" r:id="rId3"/>
    <p:sldId id="2147470014" r:id="rId4"/>
    <p:sldId id="2147470015" r:id="rId5"/>
  </p:sldIdLst>
  <p:sldSz cx="5667375" cy="8020050"/>
  <p:notesSz cx="8020050" cy="566737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26" userDrawn="1">
          <p15:clr>
            <a:srgbClr val="A4A3A4"/>
          </p15:clr>
        </p15:guide>
        <p15:guide id="2" pos="178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226F"/>
    <a:srgbClr val="B740C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C912976-ACD8-4D07-A4FA-48798507088A}" v="1" dt="2026-03-02T09:05:14.78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167"/>
    <p:restoredTop sz="94610"/>
  </p:normalViewPr>
  <p:slideViewPr>
    <p:cSldViewPr snapToGrid="0" snapToObjects="1">
      <p:cViewPr varScale="1">
        <p:scale>
          <a:sx n="82" d="100"/>
          <a:sy n="82" d="100"/>
        </p:scale>
        <p:origin x="2621" y="72"/>
      </p:cViewPr>
      <p:guideLst>
        <p:guide orient="horz" pos="2526"/>
        <p:guide pos="178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3.xml"/><Relationship Id="rId10"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veen Dehury" userId="77009b3f-ee31-425d-b17c-2f6ea73f5149" providerId="ADAL" clId="{B729CC40-C5D3-4DFA-B500-D02C8BD993D7}"/>
    <pc:docChg chg="addSld delSld modSld">
      <pc:chgData name="Praveen Dehury" userId="77009b3f-ee31-425d-b17c-2f6ea73f5149" providerId="ADAL" clId="{B729CC40-C5D3-4DFA-B500-D02C8BD993D7}" dt="2026-02-28T11:52:07.429" v="6"/>
      <pc:docMkLst>
        <pc:docMk/>
      </pc:docMkLst>
      <pc:sldChg chg="modSp add mod">
        <pc:chgData name="Praveen Dehury" userId="77009b3f-ee31-425d-b17c-2f6ea73f5149" providerId="ADAL" clId="{B729CC40-C5D3-4DFA-B500-D02C8BD993D7}" dt="2026-02-28T11:52:07.429" v="6"/>
        <pc:sldMkLst>
          <pc:docMk/>
          <pc:sldMk cId="2830339352" sldId="2147470014"/>
        </pc:sldMkLst>
        <pc:spChg chg="mod">
          <ac:chgData name="Praveen Dehury" userId="77009b3f-ee31-425d-b17c-2f6ea73f5149" providerId="ADAL" clId="{B729CC40-C5D3-4DFA-B500-D02C8BD993D7}" dt="2026-02-28T11:52:07.429" v="6"/>
          <ac:spMkLst>
            <pc:docMk/>
            <pc:sldMk cId="2830339352" sldId="2147470014"/>
            <ac:spMk id="3" creationId="{79B3C482-B6EF-F65E-08E2-9E465EDEC652}"/>
          </ac:spMkLst>
        </pc:spChg>
        <pc:spChg chg="mod">
          <ac:chgData name="Praveen Dehury" userId="77009b3f-ee31-425d-b17c-2f6ea73f5149" providerId="ADAL" clId="{B729CC40-C5D3-4DFA-B500-D02C8BD993D7}" dt="2026-02-28T11:34:45.855" v="4" actId="207"/>
          <ac:spMkLst>
            <pc:docMk/>
            <pc:sldMk cId="2830339352" sldId="2147470014"/>
            <ac:spMk id="9" creationId="{FBD0EA6D-9670-1F46-2E2E-01AE80EFC1A8}"/>
          </ac:spMkLst>
        </pc:spChg>
      </pc:sldChg>
      <pc:sldChg chg="add">
        <pc:chgData name="Praveen Dehury" userId="77009b3f-ee31-425d-b17c-2f6ea73f5149" providerId="ADAL" clId="{B729CC40-C5D3-4DFA-B500-D02C8BD993D7}" dt="2026-02-28T11:33:59.181" v="0"/>
        <pc:sldMkLst>
          <pc:docMk/>
          <pc:sldMk cId="243175164" sldId="2147470015"/>
        </pc:sldMkLst>
      </pc:sldChg>
    </pc:docChg>
  </pc:docChgLst>
  <pc:docChgLst>
    <pc:chgData name="Vandan Jain" userId="4244b45b-25d1-413d-855b-6597e767c081" providerId="ADAL" clId="{67AB2A15-26B8-47FB-BEC6-EFDC03C3B3B6}"/>
    <pc:docChg chg="undo custSel addSld delSld modSld">
      <pc:chgData name="Vandan Jain" userId="4244b45b-25d1-413d-855b-6597e767c081" providerId="ADAL" clId="{67AB2A15-26B8-47FB-BEC6-EFDC03C3B3B6}" dt="2026-03-02T09:05:16.875" v="55" actId="1035"/>
      <pc:docMkLst>
        <pc:docMk/>
      </pc:docMkLst>
      <pc:sldChg chg="addSp delSp modSp mod">
        <pc:chgData name="Vandan Jain" userId="4244b45b-25d1-413d-855b-6597e767c081" providerId="ADAL" clId="{67AB2A15-26B8-47FB-BEC6-EFDC03C3B3B6}" dt="2026-03-02T09:05:16.875" v="55" actId="1035"/>
        <pc:sldMkLst>
          <pc:docMk/>
          <pc:sldMk cId="2830339352" sldId="2147470014"/>
        </pc:sldMkLst>
        <pc:spChg chg="del">
          <ac:chgData name="Vandan Jain" userId="4244b45b-25d1-413d-855b-6597e767c081" providerId="ADAL" clId="{67AB2A15-26B8-47FB-BEC6-EFDC03C3B3B6}" dt="2026-03-02T09:05:14.533" v="48" actId="478"/>
          <ac:spMkLst>
            <pc:docMk/>
            <pc:sldMk cId="2830339352" sldId="2147470014"/>
            <ac:spMk id="33" creationId="{11B08FFE-4B4A-EB5A-4866-8C40B76594CC}"/>
          </ac:spMkLst>
        </pc:spChg>
        <pc:graphicFrameChg chg="add mod">
          <ac:chgData name="Vandan Jain" userId="4244b45b-25d1-413d-855b-6597e767c081" providerId="ADAL" clId="{67AB2A15-26B8-47FB-BEC6-EFDC03C3B3B6}" dt="2026-03-02T09:05:16.875" v="55" actId="1035"/>
          <ac:graphicFrameMkLst>
            <pc:docMk/>
            <pc:sldMk cId="2830339352" sldId="2147470014"/>
            <ac:graphicFrameMk id="2" creationId="{AFBE17AF-BFC4-5633-DEBE-E7F93E436F7C}"/>
          </ac:graphicFrameMkLst>
        </pc:graphicFrameChg>
        <pc:graphicFrameChg chg="del">
          <ac:chgData name="Vandan Jain" userId="4244b45b-25d1-413d-855b-6597e767c081" providerId="ADAL" clId="{67AB2A15-26B8-47FB-BEC6-EFDC03C3B3B6}" dt="2026-03-02T09:05:14.533" v="48" actId="478"/>
          <ac:graphicFrameMkLst>
            <pc:docMk/>
            <pc:sldMk cId="2830339352" sldId="2147470014"/>
            <ac:graphicFrameMk id="29" creationId="{4E7BB84D-9E35-CF2D-933A-F2164B5B640D}"/>
          </ac:graphicFrameMkLst>
        </pc:graphicFrameChg>
        <pc:picChg chg="del">
          <ac:chgData name="Vandan Jain" userId="4244b45b-25d1-413d-855b-6597e767c081" providerId="ADAL" clId="{67AB2A15-26B8-47FB-BEC6-EFDC03C3B3B6}" dt="2026-03-02T09:05:14.533" v="48" actId="478"/>
          <ac:picMkLst>
            <pc:docMk/>
            <pc:sldMk cId="2830339352" sldId="2147470014"/>
            <ac:picMk id="4" creationId="{65D2BE78-60C7-309F-967D-DB03F5F86A01}"/>
          </ac:picMkLst>
        </pc:picChg>
        <pc:cxnChg chg="del">
          <ac:chgData name="Vandan Jain" userId="4244b45b-25d1-413d-855b-6597e767c081" providerId="ADAL" clId="{67AB2A15-26B8-47FB-BEC6-EFDC03C3B3B6}" dt="2026-03-02T09:05:14.533" v="48" actId="478"/>
          <ac:cxnSpMkLst>
            <pc:docMk/>
            <pc:sldMk cId="2830339352" sldId="2147470014"/>
            <ac:cxnSpMk id="6" creationId="{1952BBF0-F332-6F68-FCA0-2C1BC213E0F2}"/>
          </ac:cxnSpMkLst>
        </pc:cxnChg>
        <pc:cxnChg chg="del">
          <ac:chgData name="Vandan Jain" userId="4244b45b-25d1-413d-855b-6597e767c081" providerId="ADAL" clId="{67AB2A15-26B8-47FB-BEC6-EFDC03C3B3B6}" dt="2026-03-02T09:05:14.533" v="48" actId="478"/>
          <ac:cxnSpMkLst>
            <pc:docMk/>
            <pc:sldMk cId="2830339352" sldId="2147470014"/>
            <ac:cxnSpMk id="36" creationId="{F7DEC3EF-4F58-6C4A-6003-C653D43A657F}"/>
          </ac:cxnSpMkLst>
        </pc:cxnChg>
        <pc:cxnChg chg="del">
          <ac:chgData name="Vandan Jain" userId="4244b45b-25d1-413d-855b-6597e767c081" providerId="ADAL" clId="{67AB2A15-26B8-47FB-BEC6-EFDC03C3B3B6}" dt="2026-03-02T09:05:14.533" v="48" actId="478"/>
          <ac:cxnSpMkLst>
            <pc:docMk/>
            <pc:sldMk cId="2830339352" sldId="2147470014"/>
            <ac:cxnSpMk id="37" creationId="{4FE8A8B7-B1C7-388B-2224-F7272B5F3979}"/>
          </ac:cxnSpMkLst>
        </pc:cxnChg>
        <pc:cxnChg chg="del">
          <ac:chgData name="Vandan Jain" userId="4244b45b-25d1-413d-855b-6597e767c081" providerId="ADAL" clId="{67AB2A15-26B8-47FB-BEC6-EFDC03C3B3B6}" dt="2026-03-02T09:05:14.533" v="48" actId="478"/>
          <ac:cxnSpMkLst>
            <pc:docMk/>
            <pc:sldMk cId="2830339352" sldId="2147470014"/>
            <ac:cxnSpMk id="39" creationId="{186A2F42-4516-71B2-0981-A0D3083991C8}"/>
          </ac:cxnSpMkLst>
        </pc:cxnChg>
        <pc:cxnChg chg="del">
          <ac:chgData name="Vandan Jain" userId="4244b45b-25d1-413d-855b-6597e767c081" providerId="ADAL" clId="{67AB2A15-26B8-47FB-BEC6-EFDC03C3B3B6}" dt="2026-03-02T09:05:14.533" v="48" actId="478"/>
          <ac:cxnSpMkLst>
            <pc:docMk/>
            <pc:sldMk cId="2830339352" sldId="2147470014"/>
            <ac:cxnSpMk id="40" creationId="{838813B3-0AF8-28F8-0DB3-A2D67FE29936}"/>
          </ac:cxnSpMkLst>
        </pc:cxnChg>
        <pc:cxnChg chg="del">
          <ac:chgData name="Vandan Jain" userId="4244b45b-25d1-413d-855b-6597e767c081" providerId="ADAL" clId="{67AB2A15-26B8-47FB-BEC6-EFDC03C3B3B6}" dt="2026-03-02T09:05:14.533" v="48" actId="478"/>
          <ac:cxnSpMkLst>
            <pc:docMk/>
            <pc:sldMk cId="2830339352" sldId="2147470014"/>
            <ac:cxnSpMk id="41" creationId="{5D0ABD50-0663-D5B6-17A1-7728958B21BD}"/>
          </ac:cxnSpMkLst>
        </pc:cxnChg>
        <pc:cxnChg chg="del">
          <ac:chgData name="Vandan Jain" userId="4244b45b-25d1-413d-855b-6597e767c081" providerId="ADAL" clId="{67AB2A15-26B8-47FB-BEC6-EFDC03C3B3B6}" dt="2026-03-02T09:05:14.533" v="48" actId="478"/>
          <ac:cxnSpMkLst>
            <pc:docMk/>
            <pc:sldMk cId="2830339352" sldId="2147470014"/>
            <ac:cxnSpMk id="42" creationId="{CB4A4CC7-1BF8-8EB6-BE37-56C8C37F23EB}"/>
          </ac:cxnSpMkLst>
        </pc:cxnChg>
      </pc:sldChg>
      <pc:sldChg chg="modSp add mod">
        <pc:chgData name="Vandan Jain" userId="4244b45b-25d1-413d-855b-6597e767c081" providerId="ADAL" clId="{67AB2A15-26B8-47FB-BEC6-EFDC03C3B3B6}" dt="2026-03-02T09:05:11.611" v="47" actId="20577"/>
        <pc:sldMkLst>
          <pc:docMk/>
          <pc:sldMk cId="4067805866" sldId="2147470016"/>
        </pc:sldMkLst>
        <pc:spChg chg="mod">
          <ac:chgData name="Vandan Jain" userId="4244b45b-25d1-413d-855b-6597e767c081" providerId="ADAL" clId="{67AB2A15-26B8-47FB-BEC6-EFDC03C3B3B6}" dt="2026-03-02T09:05:11.611" v="47" actId="20577"/>
          <ac:spMkLst>
            <pc:docMk/>
            <pc:sldMk cId="4067805866" sldId="2147470016"/>
            <ac:spMk id="32" creationId="{F30B6FEB-AEE6-4C74-E944-EEC31734923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979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A5318-1E4E-D370-07A1-B1B85C02AB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A7E049-FB12-9D74-496D-19F0135373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F29952-98D1-B466-F992-96E240860A1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spc="-130">
                <a:ln w="3175">
                  <a:noFill/>
                </a:ln>
                <a:solidFill>
                  <a:srgbClr val="2965AF"/>
                </a:solidFill>
                <a:latin typeface="Segoe Sans Display Semibold"/>
                <a:cs typeface="Segoe Sans Display" pitchFamily="2" charset="0"/>
              </a:rPr>
              <a:t>67%  </a:t>
            </a:r>
            <a:br>
              <a:rPr kumimoji="0" lang="en-US" sz="2800" b="0" i="0" u="none" strike="noStrike" kern="1200" cap="none" spc="-130" normalizeH="0" baseline="0" noProof="0">
                <a:ln w="3175">
                  <a:noFill/>
                </a:ln>
                <a:solidFill>
                  <a:srgbClr val="2965AF"/>
                </a:solidFill>
                <a:effectLst/>
                <a:uLnTx/>
                <a:uFillTx/>
                <a:latin typeface="Segoe Sans Display Semibold"/>
                <a:ea typeface="+mn-ea"/>
                <a:cs typeface="Segoe Sans Display" pitchFamily="2" charset="0"/>
              </a:rPr>
            </a:br>
            <a:r>
              <a:rPr lang="en-US">
                <a:gradFill>
                  <a:gsLst>
                    <a:gs pos="44000">
                      <a:schemeClr val="tx1"/>
                    </a:gs>
                    <a:gs pos="100000">
                      <a:schemeClr val="tx1"/>
                    </a:gs>
                  </a:gsLst>
                  <a:lin ang="2700000" scaled="1"/>
                </a:gradFill>
                <a:latin typeface="Segoe Sans Display"/>
                <a:cs typeface="Segoe UI" pitchFamily="34" charset="0"/>
              </a:rPr>
              <a:t>of all phishing attacks utilized some form of AI</a:t>
            </a:r>
          </a:p>
          <a:p>
            <a:endParaRPr lang="en-US"/>
          </a:p>
          <a:p>
            <a:r>
              <a:rPr lang="en-US"/>
              <a:t>292</a:t>
            </a:r>
          </a:p>
          <a:p>
            <a:r>
              <a:rPr lang="en-US"/>
              <a:t>days to identify and contain breaches involving stolen credentials</a:t>
            </a:r>
          </a:p>
          <a:p>
            <a:endParaRPr lang="en-US"/>
          </a:p>
        </p:txBody>
      </p:sp>
      <p:sp>
        <p:nvSpPr>
          <p:cNvPr id="4" name="Slide Number Placeholder 3">
            <a:extLst>
              <a:ext uri="{FF2B5EF4-FFF2-40B4-BE49-F238E27FC236}">
                <a16:creationId xmlns:a16="http://schemas.microsoft.com/office/drawing/2014/main" id="{4CEF061E-0607-1711-EEB1-A31E6AEBBB13}"/>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256382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82735-F5C0-9D94-8980-3AD175EAC9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42EAF3-859A-62A3-022B-886C16A07F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244E4C-145D-CAFC-9CF7-05D753B353E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B19EAFC-CBF7-1A7A-C8BE-DD745F3F511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278912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963E1-146A-595C-6874-BC841CAE81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742B3E-DC18-0B4F-2E3B-70E397FCE2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367CD0-A4C6-103B-FA86-B1148C74D32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19F050F-0226-2E53-C9EA-02BDB186ED9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814025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053" y="2993635"/>
            <a:ext cx="4817269" cy="1111073"/>
          </a:xfrm>
        </p:spPr>
        <p:txBody>
          <a:bodyPr anchor="b"/>
          <a:lstStyle>
            <a:lvl1pPr algn="ctr">
              <a:defRPr sz="3610"/>
            </a:lvl1pPr>
          </a:lstStyle>
          <a:p>
            <a:r>
              <a:rPr lang="en-US"/>
              <a:t>Click to edit Master title style</a:t>
            </a:r>
          </a:p>
        </p:txBody>
      </p:sp>
      <p:sp>
        <p:nvSpPr>
          <p:cNvPr id="3" name="Subtitle 2"/>
          <p:cNvSpPr>
            <a:spLocks noGrp="1"/>
          </p:cNvSpPr>
          <p:nvPr>
            <p:ph type="subTitle" idx="1"/>
          </p:nvPr>
        </p:nvSpPr>
        <p:spPr>
          <a:xfrm>
            <a:off x="708422" y="4212384"/>
            <a:ext cx="4250531" cy="222240"/>
          </a:xfrm>
        </p:spPr>
        <p:txBody>
          <a:bodyPr/>
          <a:lstStyle>
            <a:lvl1pPr marL="0" indent="0" algn="ctr">
              <a:buNone/>
              <a:defRPr sz="1444"/>
            </a:lvl1pPr>
            <a:lvl2pPr marL="275047" indent="0" algn="ctr">
              <a:buNone/>
              <a:defRPr sz="1203"/>
            </a:lvl2pPr>
            <a:lvl3pPr marL="550094" indent="0" algn="ctr">
              <a:buNone/>
              <a:defRPr sz="1083"/>
            </a:lvl3pPr>
            <a:lvl4pPr marL="825141" indent="0" algn="ctr">
              <a:buNone/>
              <a:defRPr sz="963"/>
            </a:lvl4pPr>
            <a:lvl5pPr marL="1100188" indent="0" algn="ctr">
              <a:buNone/>
              <a:defRPr sz="963"/>
            </a:lvl5pPr>
            <a:lvl6pPr marL="1375235" indent="0" algn="ctr">
              <a:buNone/>
              <a:defRPr sz="963"/>
            </a:lvl6pPr>
            <a:lvl7pPr marL="1650282" indent="0" algn="ctr">
              <a:buNone/>
              <a:defRPr sz="963"/>
            </a:lvl7pPr>
            <a:lvl8pPr marL="1925329" indent="0" algn="ctr">
              <a:buNone/>
              <a:defRPr sz="963"/>
            </a:lvl8pPr>
            <a:lvl9pPr marL="2200376" indent="0" algn="ctr">
              <a:buNone/>
              <a:defRPr sz="963"/>
            </a:lvl9pPr>
          </a:lstStyle>
          <a:p>
            <a:r>
              <a:rPr lang="en-US"/>
              <a:t>Click to edit Master subtitle style</a:t>
            </a:r>
          </a:p>
        </p:txBody>
      </p:sp>
    </p:spTree>
    <p:extLst>
      <p:ext uri="{BB962C8B-B14F-4D97-AF65-F5344CB8AC3E}">
        <p14:creationId xmlns:p14="http://schemas.microsoft.com/office/powerpoint/2010/main" val="1447710444"/>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267200" y="597573"/>
            <a:ext cx="5121891" cy="200376"/>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271561" y="1678741"/>
            <a:ext cx="5121891" cy="699230"/>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5667375" cy="802005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272034" cy="68437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136017" cy="34218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2711421028"/>
      </p:ext>
    </p:extLst>
  </p:cSld>
  <p:clrMap bg1="lt1" tx1="dk1" bg2="lt2" tx2="dk2" accent1="accent1" accent2="accent2" accent3="accent3" accent4="accent4" accent5="accent5" accent6="accent6" hlink="hlink" folHlink="folHlink"/>
  <p:sldLayoutIdLst>
    <p:sldLayoutId id="2147483651" r:id="rId1"/>
  </p:sldLayoutIdLst>
  <p:transition>
    <p:fade/>
  </p:transition>
  <p:hf sldNum="0" hdr="0" ftr="0" dt="0"/>
  <p:txStyles>
    <p:titleStyle>
      <a:lvl1pPr algn="l" defTabSz="433599" rtl="0" eaLnBrk="1" latinLnBrk="0" hangingPunct="1">
        <a:lnSpc>
          <a:spcPct val="100000"/>
        </a:lnSpc>
        <a:spcBef>
          <a:spcPct val="0"/>
        </a:spcBef>
        <a:buNone/>
        <a:defRPr lang="en-US" sz="1302" b="0" kern="1200" cap="none" spc="-23" baseline="0" dirty="0" smtClean="0">
          <a:ln w="3175">
            <a:noFill/>
          </a:ln>
          <a:solidFill>
            <a:srgbClr val="000000"/>
          </a:solidFill>
          <a:effectLst/>
          <a:latin typeface="+mj-lt"/>
          <a:ea typeface="+mn-ea"/>
          <a:cs typeface="Segoe UI" pitchFamily="34" charset="0"/>
        </a:defRPr>
      </a:lvl1pPr>
    </p:titleStyle>
    <p:bodyStyle>
      <a:lvl1pPr marL="0" marR="0" indent="0" algn="l" defTabSz="433599" rtl="0" eaLnBrk="1" fontAlgn="auto" latinLnBrk="0" hangingPunct="1">
        <a:lnSpc>
          <a:spcPct val="100000"/>
        </a:lnSpc>
        <a:spcBef>
          <a:spcPts val="837"/>
        </a:spcBef>
        <a:spcAft>
          <a:spcPts val="0"/>
        </a:spcAft>
        <a:buClrTx/>
        <a:buSzPct val="90000"/>
        <a:buFont typeface="Wingdings" panose="05000000000000000000" pitchFamily="2" charset="2"/>
        <a:buNone/>
        <a:tabLst/>
        <a:defRPr sz="837" kern="1200" spc="0" baseline="0">
          <a:solidFill>
            <a:srgbClr val="000000"/>
          </a:solidFill>
          <a:latin typeface="+mj-lt"/>
          <a:ea typeface="+mn-ea"/>
          <a:cs typeface="Segoe UI Semilight" panose="020B0402040204020203" pitchFamily="34" charset="0"/>
        </a:defRPr>
      </a:lvl1pPr>
      <a:lvl2pPr marL="0" marR="0" indent="0" algn="l" defTabSz="433599" rtl="0" eaLnBrk="1" fontAlgn="auto" latinLnBrk="0" hangingPunct="1">
        <a:lnSpc>
          <a:spcPct val="100000"/>
        </a:lnSpc>
        <a:spcBef>
          <a:spcPts val="558"/>
        </a:spcBef>
        <a:spcAft>
          <a:spcPts val="0"/>
        </a:spcAft>
        <a:buClrTx/>
        <a:buSzPct val="90000"/>
        <a:buFont typeface="Wingdings" panose="05000000000000000000" pitchFamily="2" charset="2"/>
        <a:buNone/>
        <a:tabLst/>
        <a:defRPr sz="744" kern="1200" spc="0" baseline="0">
          <a:solidFill>
            <a:srgbClr val="000000"/>
          </a:solidFill>
          <a:latin typeface="+mn-lt"/>
          <a:ea typeface="+mn-ea"/>
          <a:cs typeface="+mn-cs"/>
        </a:defRPr>
      </a:lvl2pPr>
      <a:lvl3pPr marL="92985" marR="0" indent="-92985" algn="l" defTabSz="433599" rtl="0" eaLnBrk="1" fontAlgn="auto" latinLnBrk="0" hangingPunct="1">
        <a:lnSpc>
          <a:spcPct val="100000"/>
        </a:lnSpc>
        <a:spcBef>
          <a:spcPts val="279"/>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3pPr>
      <a:lvl4pPr marL="187032" marR="0" indent="-84129"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4pPr>
      <a:lvl5pPr marL="280548" marR="0" indent="-93516"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5pPr>
      <a:lvl6pPr marL="11923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6pPr>
      <a:lvl7pPr marL="14091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7pPr>
      <a:lvl8pPr marL="16259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8pPr>
      <a:lvl9pPr marL="18427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9pPr>
    </p:bodyStyle>
    <p:otherStyle>
      <a:defPPr>
        <a:defRPr lang="en-US"/>
      </a:defPPr>
      <a:lvl1pPr marL="0" algn="l" defTabSz="433599" rtl="0" eaLnBrk="1" latinLnBrk="0" hangingPunct="1">
        <a:defRPr sz="837" kern="1200">
          <a:solidFill>
            <a:schemeClr val="tx1"/>
          </a:solidFill>
          <a:latin typeface="+mn-lt"/>
          <a:ea typeface="+mn-ea"/>
          <a:cs typeface="+mn-cs"/>
        </a:defRPr>
      </a:lvl1pPr>
      <a:lvl2pPr marL="216800" algn="l" defTabSz="433599" rtl="0" eaLnBrk="1" latinLnBrk="0" hangingPunct="1">
        <a:defRPr sz="837" kern="1200">
          <a:solidFill>
            <a:schemeClr val="tx1"/>
          </a:solidFill>
          <a:latin typeface="+mn-lt"/>
          <a:ea typeface="+mn-ea"/>
          <a:cs typeface="+mn-cs"/>
        </a:defRPr>
      </a:lvl2pPr>
      <a:lvl3pPr marL="433599" algn="l" defTabSz="433599" rtl="0" eaLnBrk="1" latinLnBrk="0" hangingPunct="1">
        <a:defRPr sz="837" kern="1200">
          <a:solidFill>
            <a:schemeClr val="tx1"/>
          </a:solidFill>
          <a:latin typeface="+mn-lt"/>
          <a:ea typeface="+mn-ea"/>
          <a:cs typeface="+mn-cs"/>
        </a:defRPr>
      </a:lvl3pPr>
      <a:lvl4pPr marL="650399" algn="l" defTabSz="433599" rtl="0" eaLnBrk="1" latinLnBrk="0" hangingPunct="1">
        <a:defRPr sz="837" kern="1200">
          <a:solidFill>
            <a:schemeClr val="tx1"/>
          </a:solidFill>
          <a:latin typeface="+mn-lt"/>
          <a:ea typeface="+mn-ea"/>
          <a:cs typeface="+mn-cs"/>
        </a:defRPr>
      </a:lvl4pPr>
      <a:lvl5pPr marL="867198" algn="l" defTabSz="433599" rtl="0" eaLnBrk="1" latinLnBrk="0" hangingPunct="1">
        <a:defRPr sz="837" kern="1200">
          <a:solidFill>
            <a:schemeClr val="tx1"/>
          </a:solidFill>
          <a:latin typeface="+mn-lt"/>
          <a:ea typeface="+mn-ea"/>
          <a:cs typeface="+mn-cs"/>
        </a:defRPr>
      </a:lvl5pPr>
      <a:lvl6pPr marL="1083998" algn="l" defTabSz="433599" rtl="0" eaLnBrk="1" latinLnBrk="0" hangingPunct="1">
        <a:defRPr sz="837" kern="1200">
          <a:solidFill>
            <a:schemeClr val="tx1"/>
          </a:solidFill>
          <a:latin typeface="+mn-lt"/>
          <a:ea typeface="+mn-ea"/>
          <a:cs typeface="+mn-cs"/>
        </a:defRPr>
      </a:lvl6pPr>
      <a:lvl7pPr marL="1300797" algn="l" defTabSz="433599" rtl="0" eaLnBrk="1" latinLnBrk="0" hangingPunct="1">
        <a:defRPr sz="837" kern="1200">
          <a:solidFill>
            <a:schemeClr val="tx1"/>
          </a:solidFill>
          <a:latin typeface="+mn-lt"/>
          <a:ea typeface="+mn-ea"/>
          <a:cs typeface="+mn-cs"/>
        </a:defRPr>
      </a:lvl7pPr>
      <a:lvl8pPr marL="1517597" algn="l" defTabSz="433599" rtl="0" eaLnBrk="1" latinLnBrk="0" hangingPunct="1">
        <a:defRPr sz="837" kern="1200">
          <a:solidFill>
            <a:schemeClr val="tx1"/>
          </a:solidFill>
          <a:latin typeface="+mn-lt"/>
          <a:ea typeface="+mn-ea"/>
          <a:cs typeface="+mn-cs"/>
        </a:defRPr>
      </a:lvl8pPr>
      <a:lvl9pPr marL="1734397" algn="l" defTabSz="433599" rtl="0" eaLnBrk="1" latinLnBrk="0" hangingPunct="1">
        <a:defRPr sz="837"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235">
          <p15:clr>
            <a:srgbClr val="C35EA4"/>
          </p15:clr>
        </p15:guide>
        <p15:guide id="17" pos="4662">
          <p15:clr>
            <a:srgbClr val="C35EA4"/>
          </p15:clr>
        </p15:guide>
        <p15:guide id="25" orient="horz" pos="792">
          <p15:clr>
            <a:srgbClr val="C35EA4"/>
          </p15:clr>
        </p15:guide>
        <p15:guide id="26" orient="horz" pos="5792">
          <p15:clr>
            <a:srgbClr val="C35EA4"/>
          </p15:clr>
        </p15:guide>
        <p15:guide id="27" orient="horz" pos="270">
          <p15:clr>
            <a:srgbClr val="A4A3A4"/>
          </p15:clr>
        </p15:guide>
        <p15:guide id="28" pos="118">
          <p15:clr>
            <a:srgbClr val="A4A3A4"/>
          </p15:clr>
        </p15:guide>
        <p15:guide id="29" orient="horz" pos="6065">
          <p15:clr>
            <a:srgbClr val="A4A3A4"/>
          </p15:clr>
        </p15:guide>
        <p15:guide id="30" pos="4778">
          <p15:clr>
            <a:srgbClr val="A4A3A4"/>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image" Target="../media/image1.png"/><Relationship Id="rId7" Type="http://schemas.openxmlformats.org/officeDocument/2006/relationships/image" Target="../media/image4.sv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hyperlink" Target="https://www.microsoft.com/en-us/security/blog/2022/02/17/4-best-practices-to-implement-a-comprehensive-zero-trust-security-approach/" TargetMode="External"/><Relationship Id="rId11" Type="http://schemas.openxmlformats.org/officeDocument/2006/relationships/image" Target="../media/image8.svg"/><Relationship Id="rId5" Type="http://schemas.openxmlformats.org/officeDocument/2006/relationships/image" Target="../media/image3.svg"/><Relationship Id="rId10" Type="http://schemas.openxmlformats.org/officeDocument/2006/relationships/image" Target="../media/image7.svg"/><Relationship Id="rId4" Type="http://schemas.openxmlformats.org/officeDocument/2006/relationships/image" Target="../media/image2.png"/><Relationship Id="rId9" Type="http://schemas.openxmlformats.org/officeDocument/2006/relationships/image" Target="../media/image6.svg"/></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ABE4BB-97CC-CA0A-FFBC-F89DE89D19F4}"/>
            </a:ext>
          </a:extLst>
        </p:cNvPr>
        <p:cNvGrpSpPr/>
        <p:nvPr/>
      </p:nvGrpSpPr>
      <p:grpSpPr>
        <a:xfrm>
          <a:off x="0" y="0"/>
          <a:ext cx="0" cy="0"/>
          <a:chOff x="0" y="0"/>
          <a:chExt cx="0" cy="0"/>
        </a:xfrm>
      </p:grpSpPr>
      <p:pic>
        <p:nvPicPr>
          <p:cNvPr id="51" name="Rectangle 3468742" descr="preencoded.png">
            <a:extLst>
              <a:ext uri="{FF2B5EF4-FFF2-40B4-BE49-F238E27FC236}">
                <a16:creationId xmlns:a16="http://schemas.microsoft.com/office/drawing/2014/main" id="{BFF46BAB-9533-7D37-D484-C2349D03577B}"/>
              </a:ext>
            </a:extLst>
          </p:cNvPr>
          <p:cNvPicPr>
            <a:picLocks noChangeAspect="1"/>
          </p:cNvPicPr>
          <p:nvPr/>
        </p:nvPicPr>
        <p:blipFill>
          <a:blip r:embed="rId3"/>
          <a:srcRect t="1" b="17144"/>
          <a:stretch>
            <a:fillRect/>
          </a:stretch>
        </p:blipFill>
        <p:spPr>
          <a:xfrm>
            <a:off x="0" y="342900"/>
            <a:ext cx="5667374" cy="7677149"/>
          </a:xfrm>
          <a:prstGeom prst="rect">
            <a:avLst/>
          </a:prstGeom>
        </p:spPr>
      </p:pic>
      <p:pic>
        <p:nvPicPr>
          <p:cNvPr id="72" name="Picture 71">
            <a:extLst>
              <a:ext uri="{FF2B5EF4-FFF2-40B4-BE49-F238E27FC236}">
                <a16:creationId xmlns:a16="http://schemas.microsoft.com/office/drawing/2014/main" id="{C559E1BB-F98E-571B-2C8F-760632D7CD71}"/>
              </a:ext>
            </a:extLst>
          </p:cNvPr>
          <p:cNvPicPr>
            <a:picLocks noChangeAspect="1"/>
          </p:cNvPicPr>
          <p:nvPr/>
        </p:nvPicPr>
        <p:blipFill>
          <a:blip r:embed="rId4"/>
          <a:stretch>
            <a:fillRect/>
          </a:stretch>
        </p:blipFill>
        <p:spPr>
          <a:xfrm flipH="1">
            <a:off x="-4298" y="86"/>
            <a:ext cx="5671672" cy="1417918"/>
          </a:xfrm>
          <a:prstGeom prst="rect">
            <a:avLst/>
          </a:prstGeom>
        </p:spPr>
      </p:pic>
      <p:sp>
        <p:nvSpPr>
          <p:cNvPr id="66" name="Rectangle: Rounded Corners 65">
            <a:extLst>
              <a:ext uri="{FF2B5EF4-FFF2-40B4-BE49-F238E27FC236}">
                <a16:creationId xmlns:a16="http://schemas.microsoft.com/office/drawing/2014/main" id="{20E541FA-397B-06A1-8116-BCFA09464965}"/>
              </a:ext>
            </a:extLst>
          </p:cNvPr>
          <p:cNvSpPr/>
          <p:nvPr/>
        </p:nvSpPr>
        <p:spPr bwMode="auto">
          <a:xfrm>
            <a:off x="270487" y="1668947"/>
            <a:ext cx="1469495" cy="2469254"/>
          </a:xfrm>
          <a:prstGeom prst="roundRect">
            <a:avLst>
              <a:gd name="adj" fmla="val 5082"/>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dirty="0" err="1">
              <a:ln>
                <a:noFill/>
              </a:ln>
              <a:solidFill>
                <a:srgbClr val="C03BC4"/>
              </a:solidFill>
              <a:effectLst/>
              <a:uLnTx/>
              <a:uFillTx/>
              <a:latin typeface="Segoe UI"/>
              <a:ea typeface="Segoe UI" pitchFamily="34" charset="0"/>
              <a:cs typeface="Segoe UI" pitchFamily="34" charset="0"/>
            </a:endParaRPr>
          </a:p>
        </p:txBody>
      </p:sp>
      <p:sp>
        <p:nvSpPr>
          <p:cNvPr id="54" name="Rectangle 53">
            <a:extLst>
              <a:ext uri="{FF2B5EF4-FFF2-40B4-BE49-F238E27FC236}">
                <a16:creationId xmlns:a16="http://schemas.microsoft.com/office/drawing/2014/main" id="{5163C4AA-CD72-86F0-9D5C-40BEE0D737B9}"/>
              </a:ext>
            </a:extLst>
          </p:cNvPr>
          <p:cNvSpPr/>
          <p:nvPr/>
        </p:nvSpPr>
        <p:spPr bwMode="auto">
          <a:xfrm>
            <a:off x="-1" y="0"/>
            <a:ext cx="5667375" cy="1396789"/>
          </a:xfrm>
          <a:prstGeom prst="rect">
            <a:avLst/>
          </a:prstGeom>
          <a:solidFill>
            <a:srgbClr val="F2E5DE">
              <a:alpha val="62000"/>
            </a:srgbClr>
          </a:solidFill>
          <a:ln>
            <a:solidFill>
              <a:schemeClr val="bg1">
                <a:lumMod val="95000"/>
                <a:alpha val="7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2" name="Title 31">
            <a:extLst>
              <a:ext uri="{FF2B5EF4-FFF2-40B4-BE49-F238E27FC236}">
                <a16:creationId xmlns:a16="http://schemas.microsoft.com/office/drawing/2014/main" id="{F30B6FEB-AEE6-4C74-E944-EEC317349239}"/>
              </a:ext>
            </a:extLst>
          </p:cNvPr>
          <p:cNvSpPr txBox="1">
            <a:spLocks noGrp="1"/>
          </p:cNvSpPr>
          <p:nvPr>
            <p:ph type="title" idx="4294967295"/>
          </p:nvPr>
        </p:nvSpPr>
        <p:spPr>
          <a:xfrm>
            <a:off x="270487" y="552371"/>
            <a:ext cx="3972165" cy="62850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defTabSz="366729">
              <a:spcBef>
                <a:spcPts val="0"/>
              </a:spcBef>
            </a:pPr>
            <a:r>
              <a:rPr lang="en-US" sz="2042" dirty="0">
                <a:solidFill>
                  <a:schemeClr val="tx1">
                    <a:lumMod val="95000"/>
                    <a:lumOff val="5000"/>
                  </a:schemeClr>
                </a:solidFill>
                <a:latin typeface="Segoe Sans Display Semibold" pitchFamily="2" charset="0"/>
                <a:cs typeface="Segoe Sans Display Semibold" pitchFamily="2" charset="0"/>
              </a:rPr>
              <a:t>Microsoft Defender Suite for Microsoft 365 Business Premium</a:t>
            </a:r>
          </a:p>
        </p:txBody>
      </p:sp>
      <p:sp>
        <p:nvSpPr>
          <p:cNvPr id="17" name="TextBox 16">
            <a:extLst>
              <a:ext uri="{FF2B5EF4-FFF2-40B4-BE49-F238E27FC236}">
                <a16:creationId xmlns:a16="http://schemas.microsoft.com/office/drawing/2014/main" id="{C205F477-06BB-0464-B7D7-F14F37D38EC1}"/>
              </a:ext>
            </a:extLst>
          </p:cNvPr>
          <p:cNvSpPr txBox="1">
            <a:spLocks/>
          </p:cNvSpPr>
          <p:nvPr/>
        </p:nvSpPr>
        <p:spPr>
          <a:xfrm>
            <a:off x="1896592" y="1714916"/>
            <a:ext cx="3670004" cy="179601"/>
          </a:xfrm>
          <a:prstGeom prst="rect">
            <a:avLst/>
          </a:prstGeom>
          <a:noFill/>
        </p:spPr>
        <p:txBody>
          <a:bodyPr wrap="square" lIns="0" tIns="0" rIns="0" bIns="0"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kumimoji="0" sz="1600" b="0" i="0" u="none" strike="noStrike" cap="none" spc="0" normalizeH="0" baseline="0">
                <a:ln>
                  <a:noFill/>
                </a:ln>
                <a:solidFill>
                  <a:schemeClr val="accent1"/>
                </a:solidFill>
                <a:effectLst/>
                <a:uLnTx/>
                <a:uFillTx/>
                <a:latin typeface="Segoe Sans Display Semibold" pitchFamily="2" charset="0"/>
                <a:cs typeface="Segoe Sans Display Semibold" pitchFamily="2" charset="0"/>
              </a:defRPr>
            </a:lvl1pPr>
          </a:lstStyle>
          <a:p>
            <a:pPr marL="0" marR="0" lvl="0" indent="0" algn="l" defTabSz="666756" rtl="0" eaLnBrk="1" fontAlgn="auto" latinLnBrk="0" hangingPunct="1">
              <a:lnSpc>
                <a:spcPct val="100000"/>
              </a:lnSpc>
              <a:spcBef>
                <a:spcPts val="0"/>
              </a:spcBef>
              <a:spcAft>
                <a:spcPts val="0"/>
              </a:spcAft>
              <a:buClrTx/>
              <a:buSzTx/>
              <a:buFontTx/>
              <a:buNone/>
              <a:tabLst/>
              <a:defRPr/>
            </a:pPr>
            <a:r>
              <a:rPr kumimoji="0" lang="en-US" sz="1167" b="0" i="0" u="none" strike="noStrike" kern="1200" cap="none" spc="0" normalizeH="0" baseline="0" noProof="0" dirty="0">
                <a:ln>
                  <a:noFill/>
                </a:ln>
                <a:solidFill>
                  <a:srgbClr val="C03BC4"/>
                </a:solidFill>
                <a:effectLst/>
                <a:uLnTx/>
                <a:uFillTx/>
                <a:latin typeface="Segoe Sans Display Semibold" pitchFamily="2" charset="0"/>
                <a:ea typeface="+mn-ea"/>
                <a:cs typeface="Segoe Sans Display Semibold" pitchFamily="2" charset="0"/>
              </a:rPr>
              <a:t>Enhanced protection with Microsoft Defender Suite</a:t>
            </a:r>
          </a:p>
        </p:txBody>
      </p:sp>
      <p:pic>
        <p:nvPicPr>
          <p:cNvPr id="26" name="Graphic 25" descr="Microsoft Security">
            <a:extLst>
              <a:ext uri="{FF2B5EF4-FFF2-40B4-BE49-F238E27FC236}">
                <a16:creationId xmlns:a16="http://schemas.microsoft.com/office/drawing/2014/main" id="{C05D0F52-F000-4B6A-9F4C-E053389E1EA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bwMode="black">
          <a:xfrm>
            <a:off x="293699" y="228034"/>
            <a:ext cx="1319835" cy="167302"/>
          </a:xfrm>
          <a:prstGeom prst="rect">
            <a:avLst/>
          </a:prstGeom>
        </p:spPr>
      </p:pic>
      <p:sp>
        <p:nvSpPr>
          <p:cNvPr id="64" name="TextBox 63">
            <a:extLst>
              <a:ext uri="{FF2B5EF4-FFF2-40B4-BE49-F238E27FC236}">
                <a16:creationId xmlns:a16="http://schemas.microsoft.com/office/drawing/2014/main" id="{8EF4C970-0AEB-3507-DC4C-9293BE9B49C6}"/>
              </a:ext>
            </a:extLst>
          </p:cNvPr>
          <p:cNvSpPr txBox="1">
            <a:spLocks/>
          </p:cNvSpPr>
          <p:nvPr/>
        </p:nvSpPr>
        <p:spPr>
          <a:xfrm>
            <a:off x="1899194" y="1985083"/>
            <a:ext cx="3470238" cy="2141612"/>
          </a:xfrm>
          <a:prstGeom prst="rect">
            <a:avLst/>
          </a:prstGeom>
          <a:noFill/>
        </p:spPr>
        <p:txBody>
          <a:bodyPr wrap="square" lIns="0" tIns="0" rIns="0" bIns="0" rtlCol="0" anchor="t" anchorCtr="0">
            <a:spAutoFit/>
          </a:bodyPr>
          <a:lstStyle/>
          <a:p>
            <a:pPr marL="0" marR="0" lvl="0" indent="0" algn="l" defTabSz="666780" rtl="0" eaLnBrk="1" fontAlgn="auto" latinLnBrk="0" hangingPunct="1">
              <a:lnSpc>
                <a:spcPts val="1021"/>
              </a:lnSpc>
              <a:spcBef>
                <a:spcPts val="0"/>
              </a:spcBef>
              <a:spcAft>
                <a:spcPts val="875"/>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Display" pitchFamily="2" charset="0"/>
                <a:ea typeface="+mn-ea"/>
                <a:cs typeface="Segoe Sans Display" pitchFamily="2" charset="0"/>
              </a:rPr>
              <a:t>Microsoft Defender Suite for Business Premium provides your organization with the advanced security capabilities, delivering comprehensive protection and response across identities, endpoints, apps, and email threats.</a:t>
            </a:r>
          </a:p>
          <a:p>
            <a:pPr marL="0" marR="0" lvl="0" indent="0" algn="l" defTabSz="666780" rtl="0" eaLnBrk="1" fontAlgn="auto" latinLnBrk="0" hangingPunct="1">
              <a:lnSpc>
                <a:spcPts val="1021"/>
              </a:lnSpc>
              <a:spcBef>
                <a:spcPts val="0"/>
              </a:spcBef>
              <a:spcAft>
                <a:spcPts val="875"/>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Segoe Sans Display" pitchFamily="2" charset="0"/>
                <a:ea typeface="+mn-ea"/>
                <a:cs typeface="Segoe Sans Display" pitchFamily="2" charset="0"/>
              </a:rPr>
              <a:t>Zero Trust across your entire digital estate―</a:t>
            </a:r>
            <a:r>
              <a:rPr kumimoji="0" lang="en-US" sz="1000" b="0" i="0" u="none" strike="noStrike" kern="1200" cap="none" spc="0" normalizeH="0" baseline="0" noProof="0" dirty="0">
                <a:ln>
                  <a:noFill/>
                </a:ln>
                <a:solidFill>
                  <a:srgbClr val="000000"/>
                </a:solidFill>
                <a:effectLst/>
                <a:uLnTx/>
                <a:uFillTx/>
                <a:latin typeface="Segoe Sans Display" pitchFamily="2" charset="0"/>
                <a:ea typeface="+mn-ea"/>
                <a:cs typeface="Segoe Sans Display" pitchFamily="2" charset="0"/>
              </a:rPr>
              <a:t>Assume breach, verify each request, and fully authenticate and authorize every request before granting access.</a:t>
            </a:r>
          </a:p>
          <a:p>
            <a:pPr marL="0" marR="0" lvl="0" indent="0" algn="l" defTabSz="666780" rtl="0" eaLnBrk="1" fontAlgn="auto" latinLnBrk="0" hangingPunct="1">
              <a:lnSpc>
                <a:spcPts val="1021"/>
              </a:lnSpc>
              <a:spcBef>
                <a:spcPts val="0"/>
              </a:spcBef>
              <a:spcAft>
                <a:spcPts val="875"/>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Segoe Sans Display" pitchFamily="2" charset="0"/>
                <a:ea typeface="+mn-ea"/>
                <a:cs typeface="Segoe Sans Display" pitchFamily="2" charset="0"/>
              </a:rPr>
              <a:t>Unified exposure management―</a:t>
            </a:r>
            <a:r>
              <a:rPr kumimoji="0" lang="en-US" sz="1000" b="0" i="0" u="none" strike="noStrike" kern="1200" cap="none" spc="0" normalizeH="0" baseline="0" noProof="0" dirty="0">
                <a:ln>
                  <a:noFill/>
                </a:ln>
                <a:solidFill>
                  <a:srgbClr val="000000"/>
                </a:solidFill>
                <a:effectLst/>
                <a:uLnTx/>
                <a:uFillTx/>
                <a:latin typeface="Segoe Sans Display" pitchFamily="2" charset="0"/>
                <a:ea typeface="+mn-ea"/>
                <a:cs typeface="Segoe Sans Display" pitchFamily="2" charset="0"/>
              </a:rPr>
              <a:t>Continuously assess security posture, enable </a:t>
            </a:r>
            <a:r>
              <a:rPr kumimoji="0" lang="en-US" sz="1000" b="0" i="0" u="none" strike="noStrike" kern="1200" cap="none" spc="0" normalizeH="0" baseline="0" noProof="0" dirty="0">
                <a:ln>
                  <a:noFill/>
                </a:ln>
                <a:solidFill>
                  <a:srgbClr val="000000"/>
                </a:solidFill>
                <a:effectLst/>
                <a:uLnTx/>
                <a:uFillTx/>
                <a:latin typeface="Segoe UI"/>
                <a:ea typeface="+mn-ea"/>
                <a:cs typeface="+mn-cs"/>
              </a:rPr>
              <a:t>proactive risk management and protection of assets.</a:t>
            </a:r>
            <a:endParaRPr kumimoji="0" lang="en-US" sz="1000" b="0" i="0" u="none" strike="noStrike" kern="1200" cap="none" spc="0" normalizeH="0" baseline="0" noProof="0" dirty="0">
              <a:ln>
                <a:noFill/>
              </a:ln>
              <a:solidFill>
                <a:srgbClr val="000000"/>
              </a:solidFill>
              <a:effectLst/>
              <a:uLnTx/>
              <a:uFillTx/>
              <a:latin typeface="Segoe Sans Display" pitchFamily="2" charset="0"/>
              <a:ea typeface="+mn-ea"/>
              <a:cs typeface="Segoe Sans Display" pitchFamily="2" charset="0"/>
            </a:endParaRPr>
          </a:p>
          <a:p>
            <a:pPr marL="0" marR="0" lvl="0" indent="0" algn="l" defTabSz="666780" rtl="0" eaLnBrk="1" fontAlgn="auto" latinLnBrk="0" hangingPunct="1">
              <a:lnSpc>
                <a:spcPts val="1021"/>
              </a:lnSpc>
              <a:spcBef>
                <a:spcPts val="0"/>
              </a:spcBef>
              <a:spcAft>
                <a:spcPts val="875"/>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Segoe Sans Display" pitchFamily="2" charset="0"/>
                <a:ea typeface="+mn-ea"/>
                <a:cs typeface="Segoe Sans Display" pitchFamily="2" charset="0"/>
              </a:rPr>
              <a:t>Unified security operations platform</a:t>
            </a:r>
            <a:r>
              <a:rPr kumimoji="0" lang="en-US" sz="1000" b="0" i="0" u="none" strike="noStrike" kern="1200" cap="none" spc="0" normalizeH="0" baseline="0" noProof="0" dirty="0">
                <a:ln>
                  <a:noFill/>
                </a:ln>
                <a:solidFill>
                  <a:srgbClr val="000000"/>
                </a:solidFill>
                <a:effectLst/>
                <a:uLnTx/>
                <a:uFillTx/>
                <a:latin typeface="Segoe UI"/>
                <a:ea typeface="+mn-ea"/>
                <a:cs typeface="+mn-cs"/>
              </a:rPr>
              <a:t>―Leverage a single, integrated solution for end-to-end security operations, enhancing </a:t>
            </a:r>
            <a:r>
              <a:rPr kumimoji="0" lang="en-US" sz="1000" b="0" i="0" u="none" strike="noStrike" kern="1200" cap="none" spc="0" normalizeH="0" baseline="0" noProof="0" dirty="0">
                <a:ln>
                  <a:noFill/>
                </a:ln>
                <a:solidFill>
                  <a:srgbClr val="000000"/>
                </a:solidFill>
                <a:effectLst/>
                <a:uLnTx/>
                <a:uFillTx/>
                <a:latin typeface="Segoe Sans Display" pitchFamily="2" charset="0"/>
                <a:ea typeface="+mn-ea"/>
                <a:cs typeface="Segoe Sans Display" pitchFamily="2" charset="0"/>
              </a:rPr>
              <a:t>efficiency and protection across your entire digital estate.</a:t>
            </a:r>
          </a:p>
        </p:txBody>
      </p:sp>
      <p:sp>
        <p:nvSpPr>
          <p:cNvPr id="100" name="TextBox 99">
            <a:extLst>
              <a:ext uri="{FF2B5EF4-FFF2-40B4-BE49-F238E27FC236}">
                <a16:creationId xmlns:a16="http://schemas.microsoft.com/office/drawing/2014/main" id="{93C1B656-5955-227B-9548-2076AEB994D3}"/>
              </a:ext>
            </a:extLst>
          </p:cNvPr>
          <p:cNvSpPr txBox="1"/>
          <p:nvPr/>
        </p:nvSpPr>
        <p:spPr>
          <a:xfrm>
            <a:off x="280997" y="7704113"/>
            <a:ext cx="5113973" cy="100925"/>
          </a:xfrm>
          <a:prstGeom prst="rect">
            <a:avLst/>
          </a:prstGeom>
          <a:noFill/>
        </p:spPr>
        <p:txBody>
          <a:bodyPr wrap="square" lIns="0" tIns="0" rIns="0" bIns="0" rtlCol="0">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656" b="0" i="0" u="none" strike="noStrike" kern="1200" cap="none" spc="0" normalizeH="0" baseline="30000" noProof="0" dirty="0">
                <a:ln>
                  <a:noFill/>
                </a:ln>
                <a:solidFill>
                  <a:srgbClr val="000000"/>
                </a:solidFill>
                <a:effectLst/>
                <a:uLnTx/>
                <a:uFillTx/>
                <a:latin typeface="Segoe Sans Display" pitchFamily="2" charset="0"/>
                <a:ea typeface="+mn-ea"/>
                <a:cs typeface="Segoe Sans Display" pitchFamily="2" charset="0"/>
              </a:rPr>
              <a:t>1 </a:t>
            </a:r>
            <a:r>
              <a:rPr kumimoji="0" lang="en-US" sz="656" b="0" i="0" u="none" strike="noStrike" kern="1200" cap="none" spc="0" normalizeH="0" baseline="0" noProof="0" dirty="0">
                <a:ln>
                  <a:noFill/>
                </a:ln>
                <a:solidFill>
                  <a:srgbClr val="000000"/>
                </a:solidFill>
                <a:effectLst/>
                <a:uLnTx/>
                <a:uFillTx/>
                <a:latin typeface="Segoe Sans Text" pitchFamily="2" charset="0"/>
                <a:ea typeface="+mn-ea"/>
                <a:cs typeface="+mn-cs"/>
                <a:hlinkClick r:id="rId6"/>
              </a:rPr>
              <a:t>Source: Microsoft</a:t>
            </a:r>
            <a:r>
              <a:rPr kumimoji="0" lang="en-US" sz="656" b="0" i="0" u="none" strike="noStrike" kern="1200" cap="none" spc="0" normalizeH="0" baseline="0" noProof="0" dirty="0">
                <a:ln>
                  <a:noFill/>
                </a:ln>
                <a:solidFill>
                  <a:srgbClr val="000000"/>
                </a:solidFill>
                <a:effectLst/>
                <a:uLnTx/>
                <a:uFillTx/>
                <a:latin typeface="Segoe Sans Text" pitchFamily="2" charset="0"/>
                <a:ea typeface="+mn-ea"/>
                <a:cs typeface="+mn-cs"/>
              </a:rPr>
              <a:t> 	</a:t>
            </a:r>
            <a:r>
              <a:rPr kumimoji="0" lang="en-US" sz="656" b="0" i="0" u="none" strike="noStrike" kern="1200" cap="none" spc="0" normalizeH="0" baseline="30000" noProof="0" dirty="0">
                <a:ln>
                  <a:noFill/>
                </a:ln>
                <a:solidFill>
                  <a:srgbClr val="000000"/>
                </a:solidFill>
                <a:effectLst/>
                <a:uLnTx/>
                <a:uFillTx/>
                <a:latin typeface="Segoe Sans Display" pitchFamily="2" charset="0"/>
                <a:ea typeface="+mn-ea"/>
                <a:cs typeface="Segoe Sans Display" pitchFamily="2" charset="0"/>
              </a:rPr>
              <a:t>2 </a:t>
            </a:r>
            <a:r>
              <a:rPr kumimoji="0" lang="en-US" sz="656" b="0" i="0" u="none" strike="noStrike" kern="1200" cap="none" spc="0" normalizeH="0" baseline="0" noProof="0" dirty="0">
                <a:ln>
                  <a:noFill/>
                </a:ln>
                <a:solidFill>
                  <a:srgbClr val="000000"/>
                </a:solidFill>
                <a:effectLst/>
                <a:uLnTx/>
                <a:uFillTx/>
                <a:latin typeface="Segoe Sans Text" pitchFamily="2" charset="0"/>
                <a:ea typeface="+mn-ea"/>
                <a:cs typeface="+mn-cs"/>
              </a:rPr>
              <a:t>Source: </a:t>
            </a:r>
            <a:r>
              <a:rPr kumimoji="0" lang="en-US" sz="510" b="0" i="0" u="none" strike="noStrike" kern="1200" cap="none" spc="0" normalizeH="0" baseline="0" noProof="0" dirty="0">
                <a:ln>
                  <a:noFill/>
                </a:ln>
                <a:solidFill>
                  <a:srgbClr val="000000"/>
                </a:solidFill>
                <a:effectLst/>
                <a:uLnTx/>
                <a:uFillTx/>
                <a:latin typeface="Segoe Sans Text" pitchFamily="2" charset="0"/>
                <a:ea typeface="+mn-ea"/>
                <a:cs typeface="+mn-cs"/>
              </a:rPr>
              <a:t>IBM Cost of a Data Breach Report, IBM, p. 6​</a:t>
            </a:r>
            <a:endParaRPr kumimoji="0" lang="en-US" sz="656" b="0" i="0" u="none" strike="noStrike" kern="1200" cap="none" spc="0" normalizeH="0" baseline="0" noProof="0" dirty="0">
              <a:ln>
                <a:noFill/>
              </a:ln>
              <a:solidFill>
                <a:srgbClr val="000000"/>
              </a:solidFill>
              <a:effectLst/>
              <a:uLnTx/>
              <a:uFillTx/>
              <a:latin typeface="Segoe UI" panose="020B0502040204020203" pitchFamily="34" charset="0"/>
              <a:ea typeface="+mn-ea"/>
              <a:cs typeface="Segoe Sans Display" pitchFamily="2" charset="0"/>
            </a:endParaRPr>
          </a:p>
        </p:txBody>
      </p:sp>
      <p:sp>
        <p:nvSpPr>
          <p:cNvPr id="2" name="Title 1">
            <a:extLst>
              <a:ext uri="{FF2B5EF4-FFF2-40B4-BE49-F238E27FC236}">
                <a16:creationId xmlns:a16="http://schemas.microsoft.com/office/drawing/2014/main" id="{CC410421-35D7-13B2-19F6-E270E00A31DF}"/>
              </a:ext>
            </a:extLst>
          </p:cNvPr>
          <p:cNvSpPr txBox="1">
            <a:spLocks/>
          </p:cNvSpPr>
          <p:nvPr/>
        </p:nvSpPr>
        <p:spPr>
          <a:xfrm>
            <a:off x="388447" y="4278348"/>
            <a:ext cx="4895999" cy="266700"/>
          </a:xfrm>
          <a:prstGeom prst="rect">
            <a:avLst/>
          </a:prstGeom>
          <a:noFill/>
          <a:ln w="9525">
            <a:noFill/>
          </a:ln>
        </p:spPr>
        <p:txBody>
          <a:bodyPr vert="horz" wrap="square" lIns="66675" tIns="33338" rIns="66675" bIns="33338" rtlCol="0" anchor="ctr" anchorCtr="0">
            <a:no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marL="0" marR="0" lvl="0" indent="0" algn="ctr" defTabSz="666756" rtl="0" eaLnBrk="1" fontAlgn="base" latinLnBrk="0" hangingPunct="1">
              <a:lnSpc>
                <a:spcPct val="100000"/>
              </a:lnSpc>
              <a:spcBef>
                <a:spcPct val="0"/>
              </a:spcBef>
              <a:spcAft>
                <a:spcPct val="0"/>
              </a:spcAft>
              <a:buClrTx/>
              <a:buSzTx/>
              <a:buFontTx/>
              <a:buNone/>
              <a:tabLst/>
              <a:defRPr/>
            </a:pPr>
            <a:r>
              <a:rPr kumimoji="0" lang="en-US" sz="1167" b="0" i="0" u="none" strike="noStrike" kern="1200" cap="none" spc="0" normalizeH="0" baseline="0" noProof="0" dirty="0">
                <a:ln>
                  <a:noFill/>
                </a:ln>
                <a:solidFill>
                  <a:srgbClr val="C03BC4"/>
                </a:solidFill>
                <a:effectLst/>
                <a:uLnTx/>
                <a:uFillTx/>
                <a:latin typeface="Segoe Sans Display Semibold" pitchFamily="2" charset="0"/>
                <a:ea typeface="+mn-ea"/>
                <a:cs typeface="Segoe Sans Display Semibold" pitchFamily="2" charset="0"/>
              </a:rPr>
              <a:t>Protect your entire estate</a:t>
            </a:r>
          </a:p>
        </p:txBody>
      </p:sp>
      <p:sp>
        <p:nvSpPr>
          <p:cNvPr id="4" name="Rounded Rectangle 32">
            <a:extLst>
              <a:ext uri="{FF2B5EF4-FFF2-40B4-BE49-F238E27FC236}">
                <a16:creationId xmlns:a16="http://schemas.microsoft.com/office/drawing/2014/main" id="{32D52542-94BE-EFA3-6259-A9AF7AA68D6B}"/>
              </a:ext>
              <a:ext uri="{C183D7F6-B498-43B3-948B-1728B52AA6E4}">
                <adec:decorative xmlns:adec="http://schemas.microsoft.com/office/drawing/2017/decorative" val="1"/>
              </a:ext>
            </a:extLst>
          </p:cNvPr>
          <p:cNvSpPr>
            <a:spLocks/>
          </p:cNvSpPr>
          <p:nvPr/>
        </p:nvSpPr>
        <p:spPr>
          <a:xfrm>
            <a:off x="270487" y="4653316"/>
            <a:ext cx="1000125" cy="2848922"/>
          </a:xfrm>
          <a:prstGeom prst="roundRect">
            <a:avLst>
              <a:gd name="adj" fmla="val 4149"/>
            </a:avLst>
          </a:prstGeom>
          <a:solidFill>
            <a:schemeClr val="bg1"/>
          </a:solidFill>
          <a:ln w="9525" cap="flat" cmpd="sng" algn="ctr">
            <a:noFill/>
            <a:prstDash val="solid"/>
            <a:headEnd type="none" w="med" len="med"/>
            <a:tailEnd type="none" w="med" len="med"/>
          </a:ln>
          <a:effectLst>
            <a:outerShdw blurRad="127000" dist="50800" dir="5400000" algn="ctr" rotWithShape="0">
              <a:srgbClr val="000000">
                <a:alpha val="11000"/>
              </a:srgbClr>
            </a:outerShdw>
          </a:effectLst>
        </p:spPr>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0" cap="none" spc="0" normalizeH="0" baseline="0" noProof="0">
              <a:ln>
                <a:noFill/>
              </a:ln>
              <a:solidFill>
                <a:srgbClr val="FFFFFF"/>
              </a:solidFill>
              <a:effectLst/>
              <a:uLnTx/>
              <a:uFillTx/>
              <a:latin typeface="Segoe Sans Display"/>
              <a:ea typeface="+mn-ea"/>
              <a:cs typeface="Segoe UI" pitchFamily="34" charset="0"/>
            </a:endParaRPr>
          </a:p>
        </p:txBody>
      </p:sp>
      <p:sp>
        <p:nvSpPr>
          <p:cNvPr id="5" name="Rounded Rectangle 32">
            <a:extLst>
              <a:ext uri="{FF2B5EF4-FFF2-40B4-BE49-F238E27FC236}">
                <a16:creationId xmlns:a16="http://schemas.microsoft.com/office/drawing/2014/main" id="{CE6CFC70-06C7-C291-DA51-1D3359F2C52E}"/>
              </a:ext>
              <a:ext uri="{C183D7F6-B498-43B3-948B-1728B52AA6E4}">
                <adec:decorative xmlns:adec="http://schemas.microsoft.com/office/drawing/2017/decorative" val="1"/>
              </a:ext>
            </a:extLst>
          </p:cNvPr>
          <p:cNvSpPr>
            <a:spLocks/>
          </p:cNvSpPr>
          <p:nvPr/>
        </p:nvSpPr>
        <p:spPr>
          <a:xfrm>
            <a:off x="1306051" y="4653316"/>
            <a:ext cx="1000125" cy="2848922"/>
          </a:xfrm>
          <a:prstGeom prst="roundRect">
            <a:avLst>
              <a:gd name="adj" fmla="val 4149"/>
            </a:avLst>
          </a:prstGeom>
          <a:solidFill>
            <a:schemeClr val="bg1"/>
          </a:solidFill>
          <a:ln w="9525" cap="flat" cmpd="sng" algn="ctr">
            <a:noFill/>
            <a:prstDash val="solid"/>
            <a:headEnd type="none" w="med" len="med"/>
            <a:tailEnd type="none" w="med" len="med"/>
          </a:ln>
          <a:effectLst>
            <a:outerShdw blurRad="127000" dist="50800" dir="5400000" algn="ctr" rotWithShape="0">
              <a:srgbClr val="000000">
                <a:alpha val="11000"/>
              </a:srgbClr>
            </a:outerShdw>
          </a:effectLst>
        </p:spPr>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0" cap="none" spc="0" normalizeH="0" baseline="0" noProof="0">
              <a:ln>
                <a:noFill/>
              </a:ln>
              <a:solidFill>
                <a:srgbClr val="FFFFFF"/>
              </a:solidFill>
              <a:effectLst/>
              <a:uLnTx/>
              <a:uFillTx/>
              <a:latin typeface="Segoe Sans Display"/>
              <a:ea typeface="+mn-ea"/>
              <a:cs typeface="Segoe UI" pitchFamily="34" charset="0"/>
            </a:endParaRPr>
          </a:p>
        </p:txBody>
      </p:sp>
      <p:sp>
        <p:nvSpPr>
          <p:cNvPr id="6" name="Rounded Rectangle 32">
            <a:extLst>
              <a:ext uri="{FF2B5EF4-FFF2-40B4-BE49-F238E27FC236}">
                <a16:creationId xmlns:a16="http://schemas.microsoft.com/office/drawing/2014/main" id="{6643373C-AB83-B631-F611-FB8BFCAF135E}"/>
              </a:ext>
              <a:ext uri="{C183D7F6-B498-43B3-948B-1728B52AA6E4}">
                <adec:decorative xmlns:adec="http://schemas.microsoft.com/office/drawing/2017/decorative" val="1"/>
              </a:ext>
            </a:extLst>
          </p:cNvPr>
          <p:cNvSpPr>
            <a:spLocks/>
          </p:cNvSpPr>
          <p:nvPr/>
        </p:nvSpPr>
        <p:spPr>
          <a:xfrm>
            <a:off x="2341327" y="4653316"/>
            <a:ext cx="1000125" cy="2848922"/>
          </a:xfrm>
          <a:prstGeom prst="roundRect">
            <a:avLst>
              <a:gd name="adj" fmla="val 4149"/>
            </a:avLst>
          </a:prstGeom>
          <a:solidFill>
            <a:schemeClr val="bg1"/>
          </a:solidFill>
          <a:ln w="9525" cap="flat" cmpd="sng" algn="ctr">
            <a:noFill/>
            <a:prstDash val="solid"/>
            <a:headEnd type="none" w="med" len="med"/>
            <a:tailEnd type="none" w="med" len="med"/>
          </a:ln>
          <a:effectLst>
            <a:outerShdw blurRad="127000" dist="50800" dir="5400000" algn="ctr" rotWithShape="0">
              <a:srgbClr val="000000">
                <a:alpha val="11000"/>
              </a:srgbClr>
            </a:outerShdw>
          </a:effectLst>
        </p:spPr>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0" cap="none" spc="0" normalizeH="0" baseline="0" noProof="0">
              <a:ln>
                <a:noFill/>
              </a:ln>
              <a:solidFill>
                <a:srgbClr val="FFFFFF"/>
              </a:solidFill>
              <a:effectLst/>
              <a:uLnTx/>
              <a:uFillTx/>
              <a:latin typeface="Segoe Sans Display"/>
              <a:ea typeface="+mn-ea"/>
              <a:cs typeface="Segoe UI" pitchFamily="34" charset="0"/>
            </a:endParaRPr>
          </a:p>
        </p:txBody>
      </p:sp>
      <p:sp>
        <p:nvSpPr>
          <p:cNvPr id="9" name="Rounded Rectangle 32">
            <a:extLst>
              <a:ext uri="{FF2B5EF4-FFF2-40B4-BE49-F238E27FC236}">
                <a16:creationId xmlns:a16="http://schemas.microsoft.com/office/drawing/2014/main" id="{A1B8BB60-2805-B2B9-A781-B5FC7BD20E36}"/>
              </a:ext>
              <a:ext uri="{C183D7F6-B498-43B3-948B-1728B52AA6E4}">
                <adec:decorative xmlns:adec="http://schemas.microsoft.com/office/drawing/2017/decorative" val="1"/>
              </a:ext>
            </a:extLst>
          </p:cNvPr>
          <p:cNvSpPr>
            <a:spLocks/>
          </p:cNvSpPr>
          <p:nvPr/>
        </p:nvSpPr>
        <p:spPr>
          <a:xfrm>
            <a:off x="3377181" y="4653316"/>
            <a:ext cx="1000125" cy="2848922"/>
          </a:xfrm>
          <a:prstGeom prst="roundRect">
            <a:avLst>
              <a:gd name="adj" fmla="val 4149"/>
            </a:avLst>
          </a:prstGeom>
          <a:solidFill>
            <a:schemeClr val="bg1"/>
          </a:solidFill>
          <a:ln w="9525" cap="flat" cmpd="sng" algn="ctr">
            <a:noFill/>
            <a:prstDash val="solid"/>
            <a:headEnd type="none" w="med" len="med"/>
            <a:tailEnd type="none" w="med" len="med"/>
          </a:ln>
          <a:effectLst>
            <a:outerShdw blurRad="127000" dist="50800" dir="5400000" algn="ctr" rotWithShape="0">
              <a:srgbClr val="000000">
                <a:alpha val="11000"/>
              </a:srgbClr>
            </a:outerShdw>
          </a:effectLst>
        </p:spPr>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0" cap="none" spc="0" normalizeH="0" baseline="0" noProof="0">
              <a:ln>
                <a:noFill/>
              </a:ln>
              <a:solidFill>
                <a:srgbClr val="FFFFFF"/>
              </a:solidFill>
              <a:effectLst/>
              <a:uLnTx/>
              <a:uFillTx/>
              <a:latin typeface="Segoe Sans Display"/>
              <a:ea typeface="+mn-ea"/>
              <a:cs typeface="Segoe UI" pitchFamily="34" charset="0"/>
            </a:endParaRPr>
          </a:p>
        </p:txBody>
      </p:sp>
      <p:sp>
        <p:nvSpPr>
          <p:cNvPr id="10" name="Rounded Rectangle 32">
            <a:extLst>
              <a:ext uri="{FF2B5EF4-FFF2-40B4-BE49-F238E27FC236}">
                <a16:creationId xmlns:a16="http://schemas.microsoft.com/office/drawing/2014/main" id="{7501D1C1-B340-0CCA-6ED7-0F68AE847688}"/>
              </a:ext>
              <a:ext uri="{C183D7F6-B498-43B3-948B-1728B52AA6E4}">
                <adec:decorative xmlns:adec="http://schemas.microsoft.com/office/drawing/2017/decorative" val="1"/>
              </a:ext>
            </a:extLst>
          </p:cNvPr>
          <p:cNvSpPr>
            <a:spLocks/>
          </p:cNvSpPr>
          <p:nvPr/>
        </p:nvSpPr>
        <p:spPr>
          <a:xfrm>
            <a:off x="4412745" y="4653316"/>
            <a:ext cx="1000125" cy="2848922"/>
          </a:xfrm>
          <a:prstGeom prst="roundRect">
            <a:avLst>
              <a:gd name="adj" fmla="val 4149"/>
            </a:avLst>
          </a:prstGeom>
          <a:solidFill>
            <a:schemeClr val="bg1"/>
          </a:solidFill>
          <a:ln w="9525" cap="flat" cmpd="sng" algn="ctr">
            <a:noFill/>
            <a:prstDash val="solid"/>
            <a:headEnd type="none" w="med" len="med"/>
            <a:tailEnd type="none" w="med" len="med"/>
          </a:ln>
          <a:effectLst>
            <a:outerShdw blurRad="127000" dist="50800" dir="5400000" algn="ctr" rotWithShape="0">
              <a:srgbClr val="000000">
                <a:alpha val="11000"/>
              </a:srgbClr>
            </a:outerShdw>
          </a:effectLst>
        </p:spPr>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0" cap="none" spc="0" normalizeH="0" baseline="0" noProof="0" dirty="0">
              <a:ln>
                <a:noFill/>
              </a:ln>
              <a:solidFill>
                <a:srgbClr val="FFFFFF"/>
              </a:solidFill>
              <a:effectLst/>
              <a:uLnTx/>
              <a:uFillTx/>
              <a:latin typeface="Segoe Sans Display"/>
              <a:ea typeface="+mn-ea"/>
              <a:cs typeface="Segoe UI" pitchFamily="34" charset="0"/>
            </a:endParaRPr>
          </a:p>
        </p:txBody>
      </p:sp>
      <p:sp>
        <p:nvSpPr>
          <p:cNvPr id="15" name="TextBox 14">
            <a:extLst>
              <a:ext uri="{FF2B5EF4-FFF2-40B4-BE49-F238E27FC236}">
                <a16:creationId xmlns:a16="http://schemas.microsoft.com/office/drawing/2014/main" id="{FDC09689-9230-8774-332C-E0502BB2667B}"/>
              </a:ext>
            </a:extLst>
          </p:cNvPr>
          <p:cNvSpPr txBox="1"/>
          <p:nvPr/>
        </p:nvSpPr>
        <p:spPr>
          <a:xfrm>
            <a:off x="271966" y="5078668"/>
            <a:ext cx="979851" cy="34945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80" rtl="0" eaLnBrk="1" fontAlgn="auto" latinLnBrk="0" hangingPunct="1">
              <a:lnSpc>
                <a:spcPts val="1094"/>
              </a:lnSpc>
              <a:spcBef>
                <a:spcPts val="0"/>
              </a:spcBef>
              <a:spcAft>
                <a:spcPts val="0"/>
              </a:spcAft>
              <a:buClrTx/>
              <a:buSzTx/>
              <a:buFontTx/>
              <a:buNone/>
              <a:tabLst/>
              <a:defRPr/>
            </a:pPr>
            <a:r>
              <a:rPr kumimoji="0" lang="en-US" sz="948" b="1" i="0" u="none" strike="noStrike" kern="1200" cap="none" spc="-15" normalizeH="0" baseline="0" noProof="0" dirty="0">
                <a:ln>
                  <a:noFill/>
                </a:ln>
                <a:gradFill>
                  <a:gsLst>
                    <a:gs pos="4500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Identity and access controls</a:t>
            </a:r>
          </a:p>
        </p:txBody>
      </p:sp>
      <p:sp>
        <p:nvSpPr>
          <p:cNvPr id="18" name="TextBox 17">
            <a:extLst>
              <a:ext uri="{FF2B5EF4-FFF2-40B4-BE49-F238E27FC236}">
                <a16:creationId xmlns:a16="http://schemas.microsoft.com/office/drawing/2014/main" id="{776AAF97-9212-E6FA-5DCB-13B6B6C5B179}"/>
              </a:ext>
            </a:extLst>
          </p:cNvPr>
          <p:cNvSpPr txBox="1"/>
          <p:nvPr/>
        </p:nvSpPr>
        <p:spPr>
          <a:xfrm>
            <a:off x="271563" y="5459024"/>
            <a:ext cx="979851" cy="1851789"/>
          </a:xfrm>
          <a:prstGeom prst="rect">
            <a:avLst/>
          </a:prstGeom>
          <a:noFill/>
        </p:spPr>
        <p:txBody>
          <a:bodyPr wrap="square" lIns="26250" tIns="0" rIns="26250" bIns="0"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dirty="0">
                <a:ln>
                  <a:noFill/>
                </a:ln>
                <a:solidFill>
                  <a:srgbClr val="000000">
                    <a:lumMod val="85000"/>
                    <a:lumOff val="15000"/>
                  </a:srgbClr>
                </a:solidFill>
                <a:effectLst/>
                <a:uLnTx/>
                <a:uFillTx/>
                <a:latin typeface="Segoe Sans Display" pitchFamily="2" charset="0"/>
                <a:ea typeface="+mn-ea"/>
                <a:cs typeface="Segoe Sans Display" pitchFamily="2" charset="0"/>
              </a:rPr>
              <a:t>Risk-based conditional   access and sign     -in assessment</a:t>
            </a:r>
          </a:p>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dirty="0">
                <a:ln>
                  <a:noFill/>
                </a:ln>
                <a:solidFill>
                  <a:srgbClr val="000000">
                    <a:lumMod val="85000"/>
                    <a:lumOff val="15000"/>
                  </a:srgbClr>
                </a:solidFill>
                <a:effectLst/>
                <a:uLnTx/>
                <a:uFillTx/>
                <a:latin typeface="Segoe Sans Display" pitchFamily="2" charset="0"/>
                <a:ea typeface="+mn-ea"/>
                <a:cs typeface="Segoe Sans Display" pitchFamily="2" charset="0"/>
              </a:rPr>
              <a:t>Visibility into    risky sign-ins and user behavior anomalies</a:t>
            </a:r>
          </a:p>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dirty="0">
                <a:ln>
                  <a:noFill/>
                </a:ln>
                <a:solidFill>
                  <a:srgbClr val="000000">
                    <a:lumMod val="85000"/>
                    <a:lumOff val="15000"/>
                  </a:srgbClr>
                </a:solidFill>
                <a:effectLst/>
                <a:uLnTx/>
                <a:uFillTx/>
                <a:latin typeface="Segoe Sans Display" pitchFamily="2" charset="0"/>
                <a:ea typeface="+mn-ea"/>
                <a:cs typeface="Segoe Sans Display" pitchFamily="2" charset="0"/>
              </a:rPr>
              <a:t>ID Governance  and Privileged Identity Management</a:t>
            </a:r>
          </a:p>
        </p:txBody>
      </p:sp>
      <p:sp>
        <p:nvSpPr>
          <p:cNvPr id="21" name="TextBox 20">
            <a:extLst>
              <a:ext uri="{FF2B5EF4-FFF2-40B4-BE49-F238E27FC236}">
                <a16:creationId xmlns:a16="http://schemas.microsoft.com/office/drawing/2014/main" id="{058930A1-FD77-508B-448D-7B8276947F22}"/>
              </a:ext>
            </a:extLst>
          </p:cNvPr>
          <p:cNvSpPr txBox="1"/>
          <p:nvPr/>
        </p:nvSpPr>
        <p:spPr>
          <a:xfrm>
            <a:off x="1307531" y="5078668"/>
            <a:ext cx="880485" cy="34945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80" rtl="0" eaLnBrk="1" fontAlgn="auto" latinLnBrk="0" hangingPunct="1">
              <a:lnSpc>
                <a:spcPts val="1094"/>
              </a:lnSpc>
              <a:spcBef>
                <a:spcPts val="0"/>
              </a:spcBef>
              <a:spcAft>
                <a:spcPts val="0"/>
              </a:spcAft>
              <a:buClrTx/>
              <a:buSzTx/>
              <a:buFontTx/>
              <a:buNone/>
              <a:tabLst/>
              <a:defRPr/>
            </a:pPr>
            <a:r>
              <a:rPr kumimoji="0" lang="en-US" sz="948" b="1" i="0" u="none" strike="noStrike" kern="1200" cap="none" spc="-15" normalizeH="0" baseline="0" noProof="0">
                <a:ln>
                  <a:noFill/>
                </a:ln>
                <a:gradFill>
                  <a:gsLst>
                    <a:gs pos="4500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Identity protection</a:t>
            </a:r>
          </a:p>
        </p:txBody>
      </p:sp>
      <p:sp>
        <p:nvSpPr>
          <p:cNvPr id="23" name="TextBox 22">
            <a:extLst>
              <a:ext uri="{FF2B5EF4-FFF2-40B4-BE49-F238E27FC236}">
                <a16:creationId xmlns:a16="http://schemas.microsoft.com/office/drawing/2014/main" id="{BABB45DB-3E40-0CF7-6744-E0B2062194C7}"/>
              </a:ext>
            </a:extLst>
          </p:cNvPr>
          <p:cNvSpPr txBox="1"/>
          <p:nvPr/>
        </p:nvSpPr>
        <p:spPr>
          <a:xfrm>
            <a:off x="1308460" y="5459025"/>
            <a:ext cx="998232" cy="1574790"/>
          </a:xfrm>
          <a:prstGeom prst="rect">
            <a:avLst/>
          </a:prstGeom>
          <a:noFill/>
        </p:spPr>
        <p:txBody>
          <a:bodyPr wrap="square" lIns="26250" tIns="0" rIns="26250" bIns="0"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dirty="0">
                <a:ln>
                  <a:noFill/>
                </a:ln>
                <a:solidFill>
                  <a:srgbClr val="000000">
                    <a:lumMod val="85000"/>
                    <a:lumOff val="15000"/>
                  </a:srgbClr>
                </a:solidFill>
                <a:effectLst/>
                <a:uLnTx/>
                <a:uFillTx/>
                <a:latin typeface="Segoe Sans Display" pitchFamily="2" charset="0"/>
                <a:ea typeface="+mn-ea"/>
                <a:cs typeface="Segoe Sans Display" pitchFamily="2" charset="0"/>
              </a:rPr>
              <a:t>Threat and suspicious user activity detection</a:t>
            </a:r>
            <a:endParaRPr kumimoji="0" lang="en-US" sz="900" b="0" i="0" u="none" strike="noStrike" kern="1200" cap="none" spc="0" normalizeH="0" baseline="0" noProof="0">
              <a:ln>
                <a:noFill/>
              </a:ln>
              <a:solidFill>
                <a:srgbClr val="000000">
                  <a:lumMod val="85000"/>
                  <a:lumOff val="15000"/>
                </a:srgbClr>
              </a:solidFill>
              <a:effectLst/>
              <a:uLnTx/>
              <a:uFillTx/>
              <a:latin typeface="Segoe Sans Display" pitchFamily="2" charset="0"/>
              <a:ea typeface="+mn-ea"/>
              <a:cs typeface="Segoe Sans Display" pitchFamily="2" charset="0"/>
            </a:endParaRPr>
          </a:p>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dirty="0">
                <a:ln>
                  <a:noFill/>
                </a:ln>
                <a:solidFill>
                  <a:srgbClr val="000000">
                    <a:lumMod val="85000"/>
                    <a:lumOff val="15000"/>
                  </a:srgbClr>
                </a:solidFill>
                <a:effectLst/>
                <a:uLnTx/>
                <a:uFillTx/>
                <a:latin typeface="Segoe Sans Display" pitchFamily="2" charset="0"/>
                <a:ea typeface="+mn-ea"/>
                <a:cs typeface="Segoe Sans Display" pitchFamily="2" charset="0"/>
              </a:rPr>
              <a:t>Built-in response and automated playbooks</a:t>
            </a:r>
            <a:endParaRPr kumimoji="0" lang="en-US" sz="900" b="0" i="0" u="none" strike="noStrike" kern="1200" cap="none" spc="0" normalizeH="0" baseline="0" noProof="0">
              <a:ln>
                <a:noFill/>
              </a:ln>
              <a:solidFill>
                <a:srgbClr val="000000">
                  <a:lumMod val="85000"/>
                  <a:lumOff val="15000"/>
                </a:srgbClr>
              </a:solidFill>
              <a:effectLst/>
              <a:uLnTx/>
              <a:uFillTx/>
              <a:latin typeface="Segoe Sans Display" pitchFamily="2" charset="0"/>
              <a:ea typeface="+mn-ea"/>
              <a:cs typeface="Segoe Sans Display" pitchFamily="2" charset="0"/>
            </a:endParaRPr>
          </a:p>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dirty="0">
                <a:ln>
                  <a:noFill/>
                </a:ln>
                <a:solidFill>
                  <a:srgbClr val="000000">
                    <a:lumMod val="85000"/>
                    <a:lumOff val="15000"/>
                  </a:srgbClr>
                </a:solidFill>
                <a:effectLst/>
                <a:uLnTx/>
                <a:uFillTx/>
                <a:latin typeface="Segoe Sans Display" pitchFamily="2" charset="0"/>
                <a:ea typeface="+mn-ea"/>
                <a:cs typeface="Segoe Sans Display" pitchFamily="2" charset="0"/>
              </a:rPr>
              <a:t>Context-rich identity insights during investigations</a:t>
            </a:r>
            <a:endParaRPr kumimoji="0" lang="en-US" sz="900" b="0" i="0" u="none" strike="noStrike" kern="1200" cap="none" spc="0" normalizeH="0" baseline="0" noProof="0">
              <a:ln>
                <a:noFill/>
              </a:ln>
              <a:solidFill>
                <a:srgbClr val="000000">
                  <a:lumMod val="85000"/>
                  <a:lumOff val="15000"/>
                </a:srgbClr>
              </a:solidFill>
              <a:effectLst/>
              <a:uLnTx/>
              <a:uFillTx/>
              <a:latin typeface="Segoe Sans Display" pitchFamily="2" charset="0"/>
              <a:ea typeface="+mn-ea"/>
              <a:cs typeface="Segoe Sans Display" pitchFamily="2" charset="0"/>
            </a:endParaRPr>
          </a:p>
        </p:txBody>
      </p:sp>
      <p:sp>
        <p:nvSpPr>
          <p:cNvPr id="25" name="TextBox 24">
            <a:extLst>
              <a:ext uri="{FF2B5EF4-FFF2-40B4-BE49-F238E27FC236}">
                <a16:creationId xmlns:a16="http://schemas.microsoft.com/office/drawing/2014/main" id="{8ACFB9E0-57EC-A667-BD67-1FCD18922E87}"/>
              </a:ext>
            </a:extLst>
          </p:cNvPr>
          <p:cNvSpPr txBox="1"/>
          <p:nvPr/>
        </p:nvSpPr>
        <p:spPr>
          <a:xfrm>
            <a:off x="2342806" y="5078668"/>
            <a:ext cx="880485" cy="34945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80" rtl="0" eaLnBrk="1" fontAlgn="auto" latinLnBrk="0" hangingPunct="1">
              <a:lnSpc>
                <a:spcPts val="1094"/>
              </a:lnSpc>
              <a:spcBef>
                <a:spcPts val="0"/>
              </a:spcBef>
              <a:spcAft>
                <a:spcPts val="0"/>
              </a:spcAft>
              <a:buClrTx/>
              <a:buSzTx/>
              <a:buFontTx/>
              <a:buNone/>
              <a:tabLst/>
              <a:defRPr/>
            </a:pPr>
            <a:r>
              <a:rPr kumimoji="0" lang="en-US" sz="948" b="1" i="0" u="none" strike="noStrike" kern="1200" cap="none" spc="-15" normalizeH="0" baseline="0" noProof="0">
                <a:ln>
                  <a:noFill/>
                </a:ln>
                <a:gradFill>
                  <a:gsLst>
                    <a:gs pos="4500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Device security</a:t>
            </a:r>
          </a:p>
        </p:txBody>
      </p:sp>
      <p:sp>
        <p:nvSpPr>
          <p:cNvPr id="28" name="TextBox 27">
            <a:extLst>
              <a:ext uri="{FF2B5EF4-FFF2-40B4-BE49-F238E27FC236}">
                <a16:creationId xmlns:a16="http://schemas.microsoft.com/office/drawing/2014/main" id="{60FD9765-BB48-31C0-F235-A24DE8372F92}"/>
              </a:ext>
            </a:extLst>
          </p:cNvPr>
          <p:cNvSpPr txBox="1"/>
          <p:nvPr/>
        </p:nvSpPr>
        <p:spPr>
          <a:xfrm>
            <a:off x="2362254" y="5459024"/>
            <a:ext cx="979851" cy="1851789"/>
          </a:xfrm>
          <a:prstGeom prst="rect">
            <a:avLst/>
          </a:prstGeom>
          <a:noFill/>
        </p:spPr>
        <p:txBody>
          <a:bodyPr wrap="square" lIns="26250" tIns="0" rIns="26250" bIns="0"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dirty="0">
                <a:ln>
                  <a:noFill/>
                </a:ln>
                <a:solidFill>
                  <a:srgbClr val="000000">
                    <a:lumMod val="85000"/>
                    <a:lumOff val="15000"/>
                  </a:srgbClr>
                </a:solidFill>
                <a:effectLst/>
                <a:uLnTx/>
                <a:uFillTx/>
                <a:latin typeface="Segoe Sans Display" pitchFamily="2" charset="0"/>
                <a:ea typeface="+mn-ea"/>
                <a:cs typeface="Segoe Sans Display" pitchFamily="2" charset="0"/>
              </a:rPr>
              <a:t>Industry-leading antimalware and conditional access</a:t>
            </a:r>
          </a:p>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dirty="0">
                <a:ln>
                  <a:noFill/>
                </a:ln>
                <a:solidFill>
                  <a:srgbClr val="000000">
                    <a:lumMod val="85000"/>
                    <a:lumOff val="15000"/>
                  </a:srgbClr>
                </a:solidFill>
                <a:effectLst/>
                <a:uLnTx/>
                <a:uFillTx/>
                <a:latin typeface="Segoe Sans Display" pitchFamily="2" charset="0"/>
                <a:ea typeface="+mn-ea"/>
                <a:cs typeface="Segoe Sans Display" pitchFamily="2" charset="0"/>
              </a:rPr>
              <a:t>Endpoint security and EDR with advanced threat hunting</a:t>
            </a:r>
          </a:p>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dirty="0">
                <a:ln>
                  <a:noFill/>
                </a:ln>
                <a:solidFill>
                  <a:srgbClr val="000000">
                    <a:lumMod val="85000"/>
                    <a:lumOff val="15000"/>
                  </a:srgbClr>
                </a:solidFill>
                <a:effectLst/>
                <a:uLnTx/>
                <a:uFillTx/>
                <a:latin typeface="Segoe Sans Display" pitchFamily="2" charset="0"/>
                <a:ea typeface="+mn-ea"/>
                <a:cs typeface="Segoe Sans Display" pitchFamily="2" charset="0"/>
              </a:rPr>
              <a:t>Attack surface reduction capabilities powered by Secure Score</a:t>
            </a:r>
          </a:p>
        </p:txBody>
      </p:sp>
      <p:sp>
        <p:nvSpPr>
          <p:cNvPr id="29" name="TextBox 28">
            <a:extLst>
              <a:ext uri="{FF2B5EF4-FFF2-40B4-BE49-F238E27FC236}">
                <a16:creationId xmlns:a16="http://schemas.microsoft.com/office/drawing/2014/main" id="{D8E6A2D5-943C-CCFD-15E1-74D78E2C1224}"/>
              </a:ext>
            </a:extLst>
          </p:cNvPr>
          <p:cNvSpPr txBox="1"/>
          <p:nvPr/>
        </p:nvSpPr>
        <p:spPr>
          <a:xfrm>
            <a:off x="3378660" y="5078668"/>
            <a:ext cx="926511" cy="34945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80" rtl="0" eaLnBrk="1" fontAlgn="auto" latinLnBrk="0" hangingPunct="1">
              <a:lnSpc>
                <a:spcPts val="1094"/>
              </a:lnSpc>
              <a:spcBef>
                <a:spcPts val="0"/>
              </a:spcBef>
              <a:spcAft>
                <a:spcPts val="0"/>
              </a:spcAft>
              <a:buClrTx/>
              <a:buSzTx/>
              <a:buFontTx/>
              <a:buNone/>
              <a:tabLst/>
              <a:defRPr/>
            </a:pPr>
            <a:r>
              <a:rPr kumimoji="0" lang="en-US" sz="948" b="1" i="0" u="none" strike="noStrike" kern="1200" cap="none" spc="-15" normalizeH="0" baseline="0" noProof="0" dirty="0">
                <a:ln>
                  <a:noFill/>
                </a:ln>
                <a:gradFill>
                  <a:gsLst>
                    <a:gs pos="4500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Collaboration security</a:t>
            </a:r>
          </a:p>
        </p:txBody>
      </p:sp>
      <p:sp>
        <p:nvSpPr>
          <p:cNvPr id="30" name="TextBox 29">
            <a:extLst>
              <a:ext uri="{FF2B5EF4-FFF2-40B4-BE49-F238E27FC236}">
                <a16:creationId xmlns:a16="http://schemas.microsoft.com/office/drawing/2014/main" id="{B7AA6581-4A62-F733-84E1-D95525161BF1}"/>
              </a:ext>
            </a:extLst>
          </p:cNvPr>
          <p:cNvSpPr txBox="1"/>
          <p:nvPr/>
        </p:nvSpPr>
        <p:spPr>
          <a:xfrm>
            <a:off x="3398110" y="5459024"/>
            <a:ext cx="926511" cy="1549142"/>
          </a:xfrm>
          <a:prstGeom prst="rect">
            <a:avLst/>
          </a:prstGeom>
          <a:noFill/>
        </p:spPr>
        <p:txBody>
          <a:bodyPr wrap="square" lIns="26250" tIns="0" rIns="26250" bIns="0"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dirty="0">
                <a:ln>
                  <a:noFill/>
                </a:ln>
                <a:solidFill>
                  <a:srgbClr val="000000">
                    <a:lumMod val="85000"/>
                    <a:lumOff val="15000"/>
                  </a:srgbClr>
                </a:solidFill>
                <a:effectLst/>
                <a:uLnTx/>
                <a:uFillTx/>
                <a:latin typeface="Segoe Sans Display" pitchFamily="2" charset="0"/>
                <a:ea typeface="+mn-ea"/>
                <a:cs typeface="Segoe Sans Display" pitchFamily="2" charset="0"/>
              </a:rPr>
              <a:t>Advanced email and collaboration security with automated investigation   and response </a:t>
            </a:r>
            <a:endParaRPr kumimoji="0" lang="en-US" sz="900" b="0" i="0" u="none" strike="noStrike" kern="1200" cap="none" spc="0" normalizeH="0" baseline="0" noProof="0">
              <a:ln>
                <a:noFill/>
              </a:ln>
              <a:solidFill>
                <a:srgbClr val="000000">
                  <a:lumMod val="85000"/>
                  <a:lumOff val="15000"/>
                </a:srgbClr>
              </a:solidFill>
              <a:effectLst/>
              <a:uLnTx/>
              <a:uFillTx/>
              <a:latin typeface="Segoe Sans Display" pitchFamily="2" charset="0"/>
              <a:ea typeface="+mn-ea"/>
              <a:cs typeface="Segoe Sans Display" pitchFamily="2" charset="0"/>
            </a:endParaRPr>
          </a:p>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dirty="0">
                <a:ln>
                  <a:noFill/>
                </a:ln>
                <a:solidFill>
                  <a:srgbClr val="000000">
                    <a:lumMod val="85000"/>
                    <a:lumOff val="15000"/>
                  </a:srgbClr>
                </a:solidFill>
                <a:effectLst/>
                <a:uLnTx/>
                <a:uFillTx/>
                <a:latin typeface="Segoe Sans Display" pitchFamily="2" charset="0"/>
                <a:ea typeface="+mn-ea"/>
                <a:cs typeface="Segoe Sans Display" pitchFamily="2" charset="0"/>
              </a:rPr>
              <a:t>End user phishing simulation trainings</a:t>
            </a:r>
            <a:endParaRPr kumimoji="0" lang="en-US" sz="900" b="0" i="0" u="none" strike="noStrike" kern="1200" cap="none" spc="0" normalizeH="0" baseline="0" noProof="0">
              <a:ln>
                <a:noFill/>
              </a:ln>
              <a:solidFill>
                <a:srgbClr val="000000">
                  <a:lumMod val="85000"/>
                  <a:lumOff val="15000"/>
                </a:srgbClr>
              </a:solidFill>
              <a:effectLst/>
              <a:uLnTx/>
              <a:uFillTx/>
              <a:latin typeface="Segoe Sans Display" pitchFamily="2" charset="0"/>
              <a:ea typeface="+mn-ea"/>
              <a:cs typeface="Segoe Sans Display" pitchFamily="2" charset="0"/>
            </a:endParaRPr>
          </a:p>
        </p:txBody>
      </p:sp>
      <p:sp>
        <p:nvSpPr>
          <p:cNvPr id="31" name="TextBox 30">
            <a:extLst>
              <a:ext uri="{FF2B5EF4-FFF2-40B4-BE49-F238E27FC236}">
                <a16:creationId xmlns:a16="http://schemas.microsoft.com/office/drawing/2014/main" id="{7619480A-D377-F04B-D795-8C3BA6F6AE38}"/>
              </a:ext>
            </a:extLst>
          </p:cNvPr>
          <p:cNvSpPr txBox="1"/>
          <p:nvPr/>
        </p:nvSpPr>
        <p:spPr>
          <a:xfrm>
            <a:off x="4414224" y="5078668"/>
            <a:ext cx="749207" cy="34945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80" rtl="0" eaLnBrk="1" fontAlgn="auto" latinLnBrk="0" hangingPunct="1">
              <a:lnSpc>
                <a:spcPts val="1094"/>
              </a:lnSpc>
              <a:spcBef>
                <a:spcPts val="0"/>
              </a:spcBef>
              <a:spcAft>
                <a:spcPts val="0"/>
              </a:spcAft>
              <a:buClrTx/>
              <a:buSzTx/>
              <a:buFontTx/>
              <a:buNone/>
              <a:tabLst/>
              <a:defRPr/>
            </a:pPr>
            <a:r>
              <a:rPr kumimoji="0" lang="en-US" sz="948" b="1" i="0" u="none" strike="noStrike" kern="1200" cap="none" spc="-15" normalizeH="0" baseline="0" noProof="0" dirty="0">
                <a:ln>
                  <a:noFill/>
                </a:ln>
                <a:gradFill>
                  <a:gsLst>
                    <a:gs pos="4500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SaaS security</a:t>
            </a:r>
          </a:p>
        </p:txBody>
      </p:sp>
      <p:sp>
        <p:nvSpPr>
          <p:cNvPr id="33" name="TextBox 32">
            <a:extLst>
              <a:ext uri="{FF2B5EF4-FFF2-40B4-BE49-F238E27FC236}">
                <a16:creationId xmlns:a16="http://schemas.microsoft.com/office/drawing/2014/main" id="{BB9CDA12-6566-B28E-C400-3DB3F950322F}"/>
              </a:ext>
            </a:extLst>
          </p:cNvPr>
          <p:cNvSpPr txBox="1"/>
          <p:nvPr/>
        </p:nvSpPr>
        <p:spPr>
          <a:xfrm>
            <a:off x="4430310" y="5459025"/>
            <a:ext cx="945042" cy="1574790"/>
          </a:xfrm>
          <a:prstGeom prst="rect">
            <a:avLst/>
          </a:prstGeom>
          <a:noFill/>
        </p:spPr>
        <p:txBody>
          <a:bodyPr wrap="square" lIns="26250" tIns="0" rIns="26250" bIns="0"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dirty="0">
                <a:ln>
                  <a:noFill/>
                </a:ln>
                <a:solidFill>
                  <a:srgbClr val="000000">
                    <a:lumMod val="85000"/>
                    <a:lumOff val="15000"/>
                  </a:srgbClr>
                </a:solidFill>
                <a:effectLst/>
                <a:uLnTx/>
                <a:uFillTx/>
                <a:latin typeface="Segoe Sans Display" pitchFamily="2" charset="0"/>
                <a:ea typeface="+mn-ea"/>
                <a:cs typeface="Segoe Sans Display" pitchFamily="2" charset="0"/>
              </a:rPr>
              <a:t>Visibility into “Shadow IT”</a:t>
            </a:r>
            <a:endParaRPr kumimoji="0" lang="en-US" sz="900" b="0" i="0" u="none" strike="noStrike" kern="1200" cap="none" spc="0" normalizeH="0" baseline="0" noProof="0">
              <a:ln>
                <a:noFill/>
              </a:ln>
              <a:solidFill>
                <a:srgbClr val="000000">
                  <a:lumMod val="85000"/>
                  <a:lumOff val="15000"/>
                </a:srgbClr>
              </a:solidFill>
              <a:effectLst/>
              <a:uLnTx/>
              <a:uFillTx/>
              <a:latin typeface="Segoe Sans Display" pitchFamily="2" charset="0"/>
              <a:ea typeface="+mn-ea"/>
              <a:cs typeface="Segoe Sans Display" pitchFamily="2" charset="0"/>
            </a:endParaRPr>
          </a:p>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dirty="0">
                <a:ln>
                  <a:noFill/>
                </a:ln>
                <a:solidFill>
                  <a:srgbClr val="000000">
                    <a:lumMod val="85000"/>
                    <a:lumOff val="15000"/>
                  </a:srgbClr>
                </a:solidFill>
                <a:effectLst/>
                <a:uLnTx/>
                <a:uFillTx/>
                <a:latin typeface="Segoe Sans Display" pitchFamily="2" charset="0"/>
                <a:ea typeface="+mn-ea"/>
                <a:cs typeface="Segoe Sans Display" pitchFamily="2" charset="0"/>
              </a:rPr>
              <a:t>Uncovers configuration gaps and offers recommendations</a:t>
            </a:r>
            <a:endParaRPr kumimoji="0" lang="en-US" sz="900" b="0" i="0" u="none" strike="noStrike" kern="1200" cap="none" spc="0" normalizeH="0" baseline="0" noProof="0">
              <a:ln>
                <a:noFill/>
              </a:ln>
              <a:solidFill>
                <a:srgbClr val="000000">
                  <a:lumMod val="85000"/>
                  <a:lumOff val="15000"/>
                </a:srgbClr>
              </a:solidFill>
              <a:effectLst/>
              <a:uLnTx/>
              <a:uFillTx/>
              <a:latin typeface="Segoe Sans Display" pitchFamily="2" charset="0"/>
              <a:ea typeface="+mn-ea"/>
              <a:cs typeface="Segoe Sans Display" pitchFamily="2" charset="0"/>
            </a:endParaRPr>
          </a:p>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dirty="0" err="1">
                <a:ln>
                  <a:noFill/>
                </a:ln>
                <a:solidFill>
                  <a:srgbClr val="000000">
                    <a:lumMod val="85000"/>
                    <a:lumOff val="15000"/>
                  </a:srgbClr>
                </a:solidFill>
                <a:effectLst/>
                <a:uLnTx/>
                <a:uFillTx/>
                <a:latin typeface="Segoe Sans Display" pitchFamily="2" charset="0"/>
                <a:ea typeface="+mn-ea"/>
                <a:cs typeface="Segoe Sans Display" pitchFamily="2" charset="0"/>
              </a:rPr>
              <a:t>LoB</a:t>
            </a:r>
            <a:r>
              <a:rPr kumimoji="0" lang="en-US" sz="900" b="0" i="0" u="none" strike="noStrike" kern="1200" cap="none" spc="0" normalizeH="0" baseline="0" noProof="0" dirty="0">
                <a:ln>
                  <a:noFill/>
                </a:ln>
                <a:solidFill>
                  <a:srgbClr val="000000">
                    <a:lumMod val="85000"/>
                    <a:lumOff val="15000"/>
                  </a:srgbClr>
                </a:solidFill>
                <a:effectLst/>
                <a:uLnTx/>
                <a:uFillTx/>
                <a:latin typeface="Segoe Sans Display" pitchFamily="2" charset="0"/>
                <a:ea typeface="+mn-ea"/>
                <a:cs typeface="Segoe Sans Display" pitchFamily="2" charset="0"/>
              </a:rPr>
              <a:t> app monitoring, governance and protection</a:t>
            </a:r>
            <a:endParaRPr kumimoji="0" lang="en-US" sz="900" b="0" i="0" u="none" strike="noStrike" kern="1200" cap="none" spc="0" normalizeH="0" baseline="0" noProof="0">
              <a:ln>
                <a:noFill/>
              </a:ln>
              <a:solidFill>
                <a:srgbClr val="000000">
                  <a:lumMod val="85000"/>
                  <a:lumOff val="15000"/>
                </a:srgbClr>
              </a:solidFill>
              <a:effectLst/>
              <a:uLnTx/>
              <a:uFillTx/>
              <a:latin typeface="Segoe Sans Display" pitchFamily="2" charset="0"/>
              <a:ea typeface="+mn-ea"/>
              <a:cs typeface="Segoe Sans Display" pitchFamily="2" charset="0"/>
            </a:endParaRPr>
          </a:p>
        </p:txBody>
      </p:sp>
      <p:grpSp>
        <p:nvGrpSpPr>
          <p:cNvPr id="34" name="Group 33">
            <a:extLst>
              <a:ext uri="{FF2B5EF4-FFF2-40B4-BE49-F238E27FC236}">
                <a16:creationId xmlns:a16="http://schemas.microsoft.com/office/drawing/2014/main" id="{43FAA6D2-FA43-D5BA-DE51-35FA7FFC3D8E}"/>
              </a:ext>
            </a:extLst>
          </p:cNvPr>
          <p:cNvGrpSpPr/>
          <p:nvPr/>
        </p:nvGrpSpPr>
        <p:grpSpPr>
          <a:xfrm>
            <a:off x="340877" y="4769074"/>
            <a:ext cx="260128" cy="260127"/>
            <a:chOff x="1279013" y="2060414"/>
            <a:chExt cx="441393" cy="441390"/>
          </a:xfrm>
        </p:grpSpPr>
        <p:sp>
          <p:nvSpPr>
            <p:cNvPr id="37" name="Oval 36">
              <a:extLst>
                <a:ext uri="{FF2B5EF4-FFF2-40B4-BE49-F238E27FC236}">
                  <a16:creationId xmlns:a16="http://schemas.microsoft.com/office/drawing/2014/main" id="{2D7D97C9-E218-702D-C573-EC595E24D206}"/>
                </a:ext>
              </a:extLst>
            </p:cNvPr>
            <p:cNvSpPr/>
            <p:nvPr/>
          </p:nvSpPr>
          <p:spPr bwMode="auto">
            <a:xfrm rot="5400000">
              <a:off x="1279015" y="2060412"/>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38" name="Graphic 81" descr="Icon of an app window with a closed padlock">
              <a:extLst>
                <a:ext uri="{FF2B5EF4-FFF2-40B4-BE49-F238E27FC236}">
                  <a16:creationId xmlns:a16="http://schemas.microsoft.com/office/drawing/2014/main" id="{04B475BC-BA57-5216-CE2C-96C8D24A3BE0}"/>
                </a:ext>
              </a:extLst>
            </p:cNvPr>
            <p:cNvSpPr/>
            <p:nvPr/>
          </p:nvSpPr>
          <p:spPr>
            <a:xfrm>
              <a:off x="1405253" y="2181887"/>
              <a:ext cx="188914" cy="198443"/>
            </a:xfrm>
            <a:custGeom>
              <a:avLst/>
              <a:gdLst>
                <a:gd name="connsiteX0" fmla="*/ 228003 w 309156"/>
                <a:gd name="connsiteY0" fmla="*/ 0 h 309156"/>
                <a:gd name="connsiteX1" fmla="*/ 278241 w 309156"/>
                <a:gd name="connsiteY1" fmla="*/ 50238 h 309156"/>
                <a:gd name="connsiteX2" fmla="*/ 278241 w 309156"/>
                <a:gd name="connsiteY2" fmla="*/ 132172 h 309156"/>
                <a:gd name="connsiteX3" fmla="*/ 255054 w 309156"/>
                <a:gd name="connsiteY3" fmla="*/ 118174 h 309156"/>
                <a:gd name="connsiteX4" fmla="*/ 255054 w 309156"/>
                <a:gd name="connsiteY4" fmla="*/ 85018 h 309156"/>
                <a:gd name="connsiteX5" fmla="*/ 23187 w 309156"/>
                <a:gd name="connsiteY5" fmla="*/ 85018 h 309156"/>
                <a:gd name="connsiteX6" fmla="*/ 23187 w 309156"/>
                <a:gd name="connsiteY6" fmla="*/ 228003 h 309156"/>
                <a:gd name="connsiteX7" fmla="*/ 50238 w 309156"/>
                <a:gd name="connsiteY7" fmla="*/ 255054 h 309156"/>
                <a:gd name="connsiteX8" fmla="*/ 154578 w 309156"/>
                <a:gd name="connsiteY8" fmla="*/ 255054 h 309156"/>
                <a:gd name="connsiteX9" fmla="*/ 154578 w 309156"/>
                <a:gd name="connsiteY9" fmla="*/ 278241 h 309156"/>
                <a:gd name="connsiteX10" fmla="*/ 50238 w 309156"/>
                <a:gd name="connsiteY10" fmla="*/ 278241 h 309156"/>
                <a:gd name="connsiteX11" fmla="*/ 0 w 309156"/>
                <a:gd name="connsiteY11" fmla="*/ 228003 h 309156"/>
                <a:gd name="connsiteX12" fmla="*/ 0 w 309156"/>
                <a:gd name="connsiteY12" fmla="*/ 50238 h 309156"/>
                <a:gd name="connsiteX13" fmla="*/ 50238 w 309156"/>
                <a:gd name="connsiteY13" fmla="*/ 0 h 309156"/>
                <a:gd name="connsiteX14" fmla="*/ 228003 w 309156"/>
                <a:gd name="connsiteY14" fmla="*/ 0 h 309156"/>
                <a:gd name="connsiteX15" fmla="*/ 228003 w 309156"/>
                <a:gd name="connsiteY15" fmla="*/ 23187 h 309156"/>
                <a:gd name="connsiteX16" fmla="*/ 50238 w 309156"/>
                <a:gd name="connsiteY16" fmla="*/ 23187 h 309156"/>
                <a:gd name="connsiteX17" fmla="*/ 23187 w 309156"/>
                <a:gd name="connsiteY17" fmla="*/ 50238 h 309156"/>
                <a:gd name="connsiteX18" fmla="*/ 23187 w 309156"/>
                <a:gd name="connsiteY18" fmla="*/ 61831 h 309156"/>
                <a:gd name="connsiteX19" fmla="*/ 255054 w 309156"/>
                <a:gd name="connsiteY19" fmla="*/ 61831 h 309156"/>
                <a:gd name="connsiteX20" fmla="*/ 255054 w 309156"/>
                <a:gd name="connsiteY20" fmla="*/ 50238 h 309156"/>
                <a:gd name="connsiteX21" fmla="*/ 228003 w 309156"/>
                <a:gd name="connsiteY21" fmla="*/ 23187 h 309156"/>
                <a:gd name="connsiteX22" fmla="*/ 200952 w 309156"/>
                <a:gd name="connsiteY22" fmla="*/ 185494 h 309156"/>
                <a:gd name="connsiteX23" fmla="*/ 193223 w 309156"/>
                <a:gd name="connsiteY23" fmla="*/ 185494 h 309156"/>
                <a:gd name="connsiteX24" fmla="*/ 170036 w 309156"/>
                <a:gd name="connsiteY24" fmla="*/ 208681 h 309156"/>
                <a:gd name="connsiteX25" fmla="*/ 170036 w 309156"/>
                <a:gd name="connsiteY25" fmla="*/ 285970 h 309156"/>
                <a:gd name="connsiteX26" fmla="*/ 193223 w 309156"/>
                <a:gd name="connsiteY26" fmla="*/ 309157 h 309156"/>
                <a:gd name="connsiteX27" fmla="*/ 285970 w 309156"/>
                <a:gd name="connsiteY27" fmla="*/ 309157 h 309156"/>
                <a:gd name="connsiteX28" fmla="*/ 309157 w 309156"/>
                <a:gd name="connsiteY28" fmla="*/ 285970 h 309156"/>
                <a:gd name="connsiteX29" fmla="*/ 309157 w 309156"/>
                <a:gd name="connsiteY29" fmla="*/ 208681 h 309156"/>
                <a:gd name="connsiteX30" fmla="*/ 285970 w 309156"/>
                <a:gd name="connsiteY30" fmla="*/ 185494 h 309156"/>
                <a:gd name="connsiteX31" fmla="*/ 278241 w 309156"/>
                <a:gd name="connsiteY31" fmla="*/ 185494 h 309156"/>
                <a:gd name="connsiteX32" fmla="*/ 278241 w 309156"/>
                <a:gd name="connsiteY32" fmla="*/ 170036 h 309156"/>
                <a:gd name="connsiteX33" fmla="*/ 239596 w 309156"/>
                <a:gd name="connsiteY33" fmla="*/ 131392 h 309156"/>
                <a:gd name="connsiteX34" fmla="*/ 200952 w 309156"/>
                <a:gd name="connsiteY34" fmla="*/ 170036 h 309156"/>
                <a:gd name="connsiteX35" fmla="*/ 200952 w 309156"/>
                <a:gd name="connsiteY35" fmla="*/ 185494 h 309156"/>
                <a:gd name="connsiteX36" fmla="*/ 224139 w 309156"/>
                <a:gd name="connsiteY36" fmla="*/ 170036 h 309156"/>
                <a:gd name="connsiteX37" fmla="*/ 239596 w 309156"/>
                <a:gd name="connsiteY37" fmla="*/ 154578 h 309156"/>
                <a:gd name="connsiteX38" fmla="*/ 255054 w 309156"/>
                <a:gd name="connsiteY38" fmla="*/ 170036 h 309156"/>
                <a:gd name="connsiteX39" fmla="*/ 255054 w 309156"/>
                <a:gd name="connsiteY39" fmla="*/ 185494 h 309156"/>
                <a:gd name="connsiteX40" fmla="*/ 224139 w 309156"/>
                <a:gd name="connsiteY40" fmla="*/ 185494 h 309156"/>
                <a:gd name="connsiteX41" fmla="*/ 224139 w 309156"/>
                <a:gd name="connsiteY41" fmla="*/ 170036 h 309156"/>
                <a:gd name="connsiteX42" fmla="*/ 255054 w 309156"/>
                <a:gd name="connsiteY42" fmla="*/ 247325 h 309156"/>
                <a:gd name="connsiteX43" fmla="*/ 239596 w 309156"/>
                <a:gd name="connsiteY43" fmla="*/ 262783 h 309156"/>
                <a:gd name="connsiteX44" fmla="*/ 224139 w 309156"/>
                <a:gd name="connsiteY44" fmla="*/ 247325 h 309156"/>
                <a:gd name="connsiteX45" fmla="*/ 239596 w 309156"/>
                <a:gd name="connsiteY45" fmla="*/ 231868 h 309156"/>
                <a:gd name="connsiteX46" fmla="*/ 255054 w 309156"/>
                <a:gd name="connsiteY46" fmla="*/ 247325 h 30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309156" h="309156">
                  <a:moveTo>
                    <a:pt x="228003" y="0"/>
                  </a:moveTo>
                  <a:cubicBezTo>
                    <a:pt x="255748" y="0"/>
                    <a:pt x="278241" y="22492"/>
                    <a:pt x="278241" y="50238"/>
                  </a:cubicBezTo>
                  <a:lnTo>
                    <a:pt x="278241" y="132172"/>
                  </a:lnTo>
                  <a:cubicBezTo>
                    <a:pt x="271905" y="125708"/>
                    <a:pt x="263961" y="120825"/>
                    <a:pt x="255054" y="118174"/>
                  </a:cubicBezTo>
                  <a:lnTo>
                    <a:pt x="255054" y="85018"/>
                  </a:lnTo>
                  <a:lnTo>
                    <a:pt x="23187" y="85018"/>
                  </a:lnTo>
                  <a:lnTo>
                    <a:pt x="23187" y="228003"/>
                  </a:lnTo>
                  <a:cubicBezTo>
                    <a:pt x="23187" y="242943"/>
                    <a:pt x="35298" y="255054"/>
                    <a:pt x="50238" y="255054"/>
                  </a:cubicBezTo>
                  <a:lnTo>
                    <a:pt x="154578" y="255054"/>
                  </a:lnTo>
                  <a:lnTo>
                    <a:pt x="154578" y="278241"/>
                  </a:lnTo>
                  <a:lnTo>
                    <a:pt x="50238" y="278241"/>
                  </a:lnTo>
                  <a:cubicBezTo>
                    <a:pt x="22492" y="278241"/>
                    <a:pt x="0" y="255748"/>
                    <a:pt x="0" y="228003"/>
                  </a:cubicBezTo>
                  <a:lnTo>
                    <a:pt x="0" y="50238"/>
                  </a:lnTo>
                  <a:cubicBezTo>
                    <a:pt x="0" y="22492"/>
                    <a:pt x="22492" y="0"/>
                    <a:pt x="50238" y="0"/>
                  </a:cubicBezTo>
                  <a:lnTo>
                    <a:pt x="228003" y="0"/>
                  </a:lnTo>
                  <a:close/>
                  <a:moveTo>
                    <a:pt x="228003" y="23187"/>
                  </a:moveTo>
                  <a:lnTo>
                    <a:pt x="50238" y="23187"/>
                  </a:lnTo>
                  <a:cubicBezTo>
                    <a:pt x="35298" y="23187"/>
                    <a:pt x="23187" y="35298"/>
                    <a:pt x="23187" y="50238"/>
                  </a:cubicBezTo>
                  <a:lnTo>
                    <a:pt x="23187" y="61831"/>
                  </a:lnTo>
                  <a:lnTo>
                    <a:pt x="255054" y="61831"/>
                  </a:lnTo>
                  <a:lnTo>
                    <a:pt x="255054" y="50238"/>
                  </a:lnTo>
                  <a:cubicBezTo>
                    <a:pt x="255054" y="35298"/>
                    <a:pt x="242943" y="23187"/>
                    <a:pt x="228003" y="23187"/>
                  </a:cubicBezTo>
                  <a:close/>
                  <a:moveTo>
                    <a:pt x="200952" y="185494"/>
                  </a:moveTo>
                  <a:lnTo>
                    <a:pt x="193223" y="185494"/>
                  </a:lnTo>
                  <a:cubicBezTo>
                    <a:pt x="180418" y="185494"/>
                    <a:pt x="170036" y="195875"/>
                    <a:pt x="170036" y="208681"/>
                  </a:cubicBezTo>
                  <a:lnTo>
                    <a:pt x="170036" y="285970"/>
                  </a:lnTo>
                  <a:cubicBezTo>
                    <a:pt x="170036" y="298775"/>
                    <a:pt x="180418" y="309157"/>
                    <a:pt x="193223" y="309157"/>
                  </a:cubicBezTo>
                  <a:lnTo>
                    <a:pt x="285970" y="309157"/>
                  </a:lnTo>
                  <a:cubicBezTo>
                    <a:pt x="298775" y="309157"/>
                    <a:pt x="309157" y="298775"/>
                    <a:pt x="309157" y="285970"/>
                  </a:cubicBezTo>
                  <a:lnTo>
                    <a:pt x="309157" y="208681"/>
                  </a:lnTo>
                  <a:cubicBezTo>
                    <a:pt x="309157" y="195875"/>
                    <a:pt x="298775" y="185494"/>
                    <a:pt x="285970" y="185494"/>
                  </a:cubicBezTo>
                  <a:lnTo>
                    <a:pt x="278241" y="185494"/>
                  </a:lnTo>
                  <a:lnTo>
                    <a:pt x="278241" y="170036"/>
                  </a:lnTo>
                  <a:cubicBezTo>
                    <a:pt x="278241" y="148694"/>
                    <a:pt x="260939" y="131392"/>
                    <a:pt x="239596" y="131392"/>
                  </a:cubicBezTo>
                  <a:cubicBezTo>
                    <a:pt x="218254" y="131392"/>
                    <a:pt x="200952" y="148694"/>
                    <a:pt x="200952" y="170036"/>
                  </a:cubicBezTo>
                  <a:lnTo>
                    <a:pt x="200952" y="185494"/>
                  </a:lnTo>
                  <a:close/>
                  <a:moveTo>
                    <a:pt x="224139" y="170036"/>
                  </a:moveTo>
                  <a:cubicBezTo>
                    <a:pt x="224139" y="161499"/>
                    <a:pt x="231059" y="154578"/>
                    <a:pt x="239596" y="154578"/>
                  </a:cubicBezTo>
                  <a:cubicBezTo>
                    <a:pt x="248134" y="154578"/>
                    <a:pt x="255054" y="161499"/>
                    <a:pt x="255054" y="170036"/>
                  </a:cubicBezTo>
                  <a:lnTo>
                    <a:pt x="255054" y="185494"/>
                  </a:lnTo>
                  <a:lnTo>
                    <a:pt x="224139" y="185494"/>
                  </a:lnTo>
                  <a:lnTo>
                    <a:pt x="224139" y="170036"/>
                  </a:lnTo>
                  <a:close/>
                  <a:moveTo>
                    <a:pt x="255054" y="247325"/>
                  </a:moveTo>
                  <a:cubicBezTo>
                    <a:pt x="255054" y="255863"/>
                    <a:pt x="248134" y="262783"/>
                    <a:pt x="239596" y="262783"/>
                  </a:cubicBezTo>
                  <a:cubicBezTo>
                    <a:pt x="231059" y="262783"/>
                    <a:pt x="224139" y="255863"/>
                    <a:pt x="224139" y="247325"/>
                  </a:cubicBezTo>
                  <a:cubicBezTo>
                    <a:pt x="224139" y="238788"/>
                    <a:pt x="231059" y="231868"/>
                    <a:pt x="239596" y="231868"/>
                  </a:cubicBezTo>
                  <a:cubicBezTo>
                    <a:pt x="248134" y="231868"/>
                    <a:pt x="255054" y="238788"/>
                    <a:pt x="255054" y="247325"/>
                  </a:cubicBezTo>
                  <a:close/>
                </a:path>
              </a:pathLst>
            </a:custGeom>
            <a:solidFill>
              <a:schemeClr val="bg1"/>
            </a:solidFill>
            <a:ln w="11906" cap="flat">
              <a:noFill/>
              <a:prstDash val="solid"/>
              <a:miter/>
            </a:ln>
          </p:spPr>
          <p:txBody>
            <a:bodyPr wrap="square" lIns="107156" tIns="18753" rIns="107156" bIns="20003" rtlCol="0" anchor="ctr">
              <a:noAutofit/>
            </a:bodyPr>
            <a:lstStyle/>
            <a:p>
              <a:pPr marL="0" marR="0" lvl="0" indent="0" algn="ctr" defTabSz="1659550" rtl="0" eaLnBrk="1" fontAlgn="base" latinLnBrk="0" hangingPunct="1">
                <a:lnSpc>
                  <a:spcPct val="100000"/>
                </a:lnSpc>
                <a:spcBef>
                  <a:spcPts val="1313"/>
                </a:spcBef>
                <a:spcAft>
                  <a:spcPts val="1313"/>
                </a:spcAft>
                <a:buClrTx/>
                <a:buSzTx/>
                <a:buFontTx/>
                <a:buNone/>
                <a:tabLst>
                  <a:tab pos="2698943" algn="l"/>
                </a:tabLst>
                <a:defRPr/>
              </a:pPr>
              <a:endParaRPr kumimoji="0" lang="en-US" sz="1313"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grpSp>
      <p:grpSp>
        <p:nvGrpSpPr>
          <p:cNvPr id="39" name="Group 38">
            <a:extLst>
              <a:ext uri="{FF2B5EF4-FFF2-40B4-BE49-F238E27FC236}">
                <a16:creationId xmlns:a16="http://schemas.microsoft.com/office/drawing/2014/main" id="{C87767FA-E0F4-1A8A-86B1-2E35771B5DD2}"/>
              </a:ext>
            </a:extLst>
          </p:cNvPr>
          <p:cNvGrpSpPr/>
          <p:nvPr/>
        </p:nvGrpSpPr>
        <p:grpSpPr>
          <a:xfrm>
            <a:off x="1392861" y="4769074"/>
            <a:ext cx="260128" cy="260127"/>
            <a:chOff x="1980053" y="1931419"/>
            <a:chExt cx="356747" cy="356745"/>
          </a:xfrm>
        </p:grpSpPr>
        <p:sp>
          <p:nvSpPr>
            <p:cNvPr id="40" name="Oval 39">
              <a:extLst>
                <a:ext uri="{FF2B5EF4-FFF2-40B4-BE49-F238E27FC236}">
                  <a16:creationId xmlns:a16="http://schemas.microsoft.com/office/drawing/2014/main" id="{5323ABBF-3EEA-332A-7864-DA7AD0C0A67B}"/>
                </a:ext>
              </a:extLst>
            </p:cNvPr>
            <p:cNvSpPr/>
            <p:nvPr/>
          </p:nvSpPr>
          <p:spPr bwMode="auto">
            <a:xfrm rot="5400000">
              <a:off x="1980054" y="1931418"/>
              <a:ext cx="356745" cy="356747"/>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pic>
          <p:nvPicPr>
            <p:cNvPr id="41" name="Graphic 40">
              <a:extLst>
                <a:ext uri="{FF2B5EF4-FFF2-40B4-BE49-F238E27FC236}">
                  <a16:creationId xmlns:a16="http://schemas.microsoft.com/office/drawing/2014/main" id="{C01A3938-EB10-BCEE-6CDE-225ADE6CDB1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061000" y="2012363"/>
              <a:ext cx="194854" cy="194854"/>
            </a:xfrm>
            <a:prstGeom prst="rect">
              <a:avLst/>
            </a:prstGeom>
          </p:spPr>
        </p:pic>
      </p:grpSp>
      <p:grpSp>
        <p:nvGrpSpPr>
          <p:cNvPr id="42" name="Group 41">
            <a:extLst>
              <a:ext uri="{FF2B5EF4-FFF2-40B4-BE49-F238E27FC236}">
                <a16:creationId xmlns:a16="http://schemas.microsoft.com/office/drawing/2014/main" id="{BEDDA49E-C309-5EFC-3371-7B26398053F5}"/>
              </a:ext>
            </a:extLst>
          </p:cNvPr>
          <p:cNvGrpSpPr/>
          <p:nvPr/>
        </p:nvGrpSpPr>
        <p:grpSpPr>
          <a:xfrm>
            <a:off x="2422619" y="4769074"/>
            <a:ext cx="260128" cy="260127"/>
            <a:chOff x="3392293" y="1931419"/>
            <a:chExt cx="356747" cy="356745"/>
          </a:xfrm>
        </p:grpSpPr>
        <p:sp>
          <p:nvSpPr>
            <p:cNvPr id="43" name="Oval 42">
              <a:extLst>
                <a:ext uri="{FF2B5EF4-FFF2-40B4-BE49-F238E27FC236}">
                  <a16:creationId xmlns:a16="http://schemas.microsoft.com/office/drawing/2014/main" id="{962CF85D-87B5-FFDE-8B4A-FDD167B25F94}"/>
                </a:ext>
              </a:extLst>
            </p:cNvPr>
            <p:cNvSpPr/>
            <p:nvPr/>
          </p:nvSpPr>
          <p:spPr bwMode="auto">
            <a:xfrm rot="5400000">
              <a:off x="3392294" y="1931418"/>
              <a:ext cx="356745" cy="356747"/>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pic>
          <p:nvPicPr>
            <p:cNvPr id="44" name="Graphic 43">
              <a:extLst>
                <a:ext uri="{FF2B5EF4-FFF2-40B4-BE49-F238E27FC236}">
                  <a16:creationId xmlns:a16="http://schemas.microsoft.com/office/drawing/2014/main" id="{5B18B696-F885-0B38-CF0E-59470F6278A8}"/>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463432" y="2002557"/>
              <a:ext cx="214468" cy="214468"/>
            </a:xfrm>
            <a:prstGeom prst="rect">
              <a:avLst/>
            </a:prstGeom>
          </p:spPr>
        </p:pic>
      </p:grpSp>
      <p:grpSp>
        <p:nvGrpSpPr>
          <p:cNvPr id="45" name="Group 44">
            <a:extLst>
              <a:ext uri="{FF2B5EF4-FFF2-40B4-BE49-F238E27FC236}">
                <a16:creationId xmlns:a16="http://schemas.microsoft.com/office/drawing/2014/main" id="{DB383756-F3A8-8B6B-47DD-7B83711A3BD3}"/>
              </a:ext>
            </a:extLst>
          </p:cNvPr>
          <p:cNvGrpSpPr/>
          <p:nvPr/>
        </p:nvGrpSpPr>
        <p:grpSpPr>
          <a:xfrm>
            <a:off x="3467194" y="4769074"/>
            <a:ext cx="260128" cy="260127"/>
            <a:chOff x="4824853" y="1931419"/>
            <a:chExt cx="356747" cy="356745"/>
          </a:xfrm>
        </p:grpSpPr>
        <p:sp>
          <p:nvSpPr>
            <p:cNvPr id="46" name="Oval 45">
              <a:extLst>
                <a:ext uri="{FF2B5EF4-FFF2-40B4-BE49-F238E27FC236}">
                  <a16:creationId xmlns:a16="http://schemas.microsoft.com/office/drawing/2014/main" id="{19378CB4-A418-1354-A2FE-DE38BC98C0AE}"/>
                </a:ext>
              </a:extLst>
            </p:cNvPr>
            <p:cNvSpPr/>
            <p:nvPr/>
          </p:nvSpPr>
          <p:spPr bwMode="auto">
            <a:xfrm rot="5400000">
              <a:off x="4824854" y="1931418"/>
              <a:ext cx="356745" cy="356747"/>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pic>
          <p:nvPicPr>
            <p:cNvPr id="47" name="Graphic 46">
              <a:extLst>
                <a:ext uri="{FF2B5EF4-FFF2-40B4-BE49-F238E27FC236}">
                  <a16:creationId xmlns:a16="http://schemas.microsoft.com/office/drawing/2014/main" id="{6FE3AD69-2B4A-FD8E-16DD-EB48C196735B}"/>
                </a:ext>
              </a:extLst>
            </p:cNvPr>
            <p:cNvPicPr>
              <a:picLocks noChangeAspect="1"/>
            </p:cNvPicPr>
            <p:nvPr/>
          </p:nvPicPr>
          <p:blipFill rotWithShape="1">
            <a:blip>
              <a:extLst>
                <a:ext uri="{96DAC541-7B7A-43D3-8B79-37D633B846F1}">
                  <asvg:svgBlip xmlns:asvg="http://schemas.microsoft.com/office/drawing/2016/SVG/main" r:embed="rId9"/>
                </a:ext>
              </a:extLst>
            </a:blip>
            <a:srcRect l="2401" r="2401"/>
            <a:stretch>
              <a:fillRect/>
            </a:stretch>
          </p:blipFill>
          <p:spPr>
            <a:xfrm>
              <a:off x="4919657" y="2022007"/>
              <a:ext cx="167138" cy="175570"/>
            </a:xfrm>
            <a:prstGeom prst="rect">
              <a:avLst/>
            </a:prstGeom>
          </p:spPr>
        </p:pic>
      </p:grpSp>
      <p:grpSp>
        <p:nvGrpSpPr>
          <p:cNvPr id="48" name="Group 47">
            <a:extLst>
              <a:ext uri="{FF2B5EF4-FFF2-40B4-BE49-F238E27FC236}">
                <a16:creationId xmlns:a16="http://schemas.microsoft.com/office/drawing/2014/main" id="{9EE7FCA8-F2C6-D8B9-172C-6604FBC9C661}"/>
              </a:ext>
            </a:extLst>
          </p:cNvPr>
          <p:cNvGrpSpPr/>
          <p:nvPr/>
        </p:nvGrpSpPr>
        <p:grpSpPr>
          <a:xfrm>
            <a:off x="4496952" y="4769074"/>
            <a:ext cx="260128" cy="260127"/>
            <a:chOff x="6237093" y="1931419"/>
            <a:chExt cx="356747" cy="356745"/>
          </a:xfrm>
        </p:grpSpPr>
        <p:sp>
          <p:nvSpPr>
            <p:cNvPr id="49" name="Oval 48">
              <a:extLst>
                <a:ext uri="{FF2B5EF4-FFF2-40B4-BE49-F238E27FC236}">
                  <a16:creationId xmlns:a16="http://schemas.microsoft.com/office/drawing/2014/main" id="{C304641A-6F6D-1A68-621E-9FBB381E107C}"/>
                </a:ext>
              </a:extLst>
            </p:cNvPr>
            <p:cNvSpPr/>
            <p:nvPr/>
          </p:nvSpPr>
          <p:spPr bwMode="auto">
            <a:xfrm rot="5400000">
              <a:off x="6237094" y="1931418"/>
              <a:ext cx="356745" cy="356747"/>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pic>
          <p:nvPicPr>
            <p:cNvPr id="52" name="Graphic 51">
              <a:extLst>
                <a:ext uri="{FF2B5EF4-FFF2-40B4-BE49-F238E27FC236}">
                  <a16:creationId xmlns:a16="http://schemas.microsoft.com/office/drawing/2014/main" id="{C2E14B32-7A5A-A920-BEAA-CDA82C31D4E0}"/>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317775" y="2029597"/>
              <a:ext cx="195382" cy="160388"/>
            </a:xfrm>
            <a:prstGeom prst="rect">
              <a:avLst/>
            </a:prstGeom>
          </p:spPr>
        </p:pic>
      </p:grpSp>
      <p:grpSp>
        <p:nvGrpSpPr>
          <p:cNvPr id="53" name="Group 52">
            <a:extLst>
              <a:ext uri="{FF2B5EF4-FFF2-40B4-BE49-F238E27FC236}">
                <a16:creationId xmlns:a16="http://schemas.microsoft.com/office/drawing/2014/main" id="{08936B67-2860-1765-5A2D-0ED8C7EC7FC0}"/>
              </a:ext>
            </a:extLst>
          </p:cNvPr>
          <p:cNvGrpSpPr/>
          <p:nvPr/>
        </p:nvGrpSpPr>
        <p:grpSpPr>
          <a:xfrm>
            <a:off x="418138" y="1792553"/>
            <a:ext cx="1174190" cy="2189184"/>
            <a:chOff x="474385" y="2278797"/>
            <a:chExt cx="1610317" cy="3002309"/>
          </a:xfrm>
        </p:grpSpPr>
        <p:sp>
          <p:nvSpPr>
            <p:cNvPr id="65" name="TextBox 64">
              <a:extLst>
                <a:ext uri="{FF2B5EF4-FFF2-40B4-BE49-F238E27FC236}">
                  <a16:creationId xmlns:a16="http://schemas.microsoft.com/office/drawing/2014/main" id="{9AD2FB6B-6EDB-68E4-2601-4F9CF0B3A50C}"/>
                </a:ext>
              </a:extLst>
            </p:cNvPr>
            <p:cNvSpPr txBox="1"/>
            <p:nvPr/>
          </p:nvSpPr>
          <p:spPr>
            <a:xfrm>
              <a:off x="474385" y="3487120"/>
              <a:ext cx="1610317" cy="1793986"/>
            </a:xfrm>
            <a:prstGeom prst="rect">
              <a:avLst/>
            </a:prstGeom>
            <a:noFill/>
          </p:spPr>
          <p:txBody>
            <a:bodyPr wrap="square" lIns="0" tIns="0" rIns="0" bIns="0" anchor="t">
              <a:spAutoFit/>
            </a:bodyPr>
            <a:lstStyle>
              <a:defPPr>
                <a:defRPr lang="en-US"/>
              </a:defPPr>
              <a:lvl1pPr marR="0" lvl="0" indent="0" algn="ctr" fontAlgn="auto">
                <a:lnSpc>
                  <a:spcPct val="100000"/>
                </a:lnSpc>
                <a:spcBef>
                  <a:spcPts val="0"/>
                </a:spcBef>
                <a:spcAft>
                  <a:spcPts val="600"/>
                </a:spcAft>
                <a:buClrTx/>
                <a:buSzTx/>
                <a:buFontTx/>
                <a:buNone/>
                <a:tabLst/>
                <a:defRPr kumimoji="0" sz="2000" b="0" i="0" u="none" strike="noStrike" cap="none" spc="0" normalizeH="0" baseline="0">
                  <a:ln>
                    <a:noFill/>
                  </a:ln>
                  <a:gradFill>
                    <a:gsLst>
                      <a:gs pos="45000">
                        <a:srgbClr val="2A446F"/>
                      </a:gs>
                      <a:gs pos="100000">
                        <a:srgbClr val="2A446F"/>
                      </a:gs>
                    </a:gsLst>
                    <a:lin ang="2700000" scaled="1"/>
                  </a:gradFill>
                  <a:effectLst/>
                  <a:uLnTx/>
                  <a:uFillTx/>
                  <a:cs typeface="Segoe UI" panose="020B0502040204020203" pitchFamily="34" charset="0"/>
                </a:defRPr>
              </a:lvl1pPr>
            </a:lstStyle>
            <a:p>
              <a:pPr marL="0" marR="0" lvl="0" indent="0" algn="ctr" defTabSz="666756" rtl="0" eaLnBrk="1" fontAlgn="auto" latinLnBrk="0" hangingPunct="1">
                <a:lnSpc>
                  <a:spcPct val="100000"/>
                </a:lnSpc>
                <a:spcBef>
                  <a:spcPts val="0"/>
                </a:spcBef>
                <a:spcAft>
                  <a:spcPts val="438"/>
                </a:spcAft>
                <a:buClrTx/>
                <a:buSzTx/>
                <a:buFontTx/>
                <a:buNone/>
                <a:tabLst/>
                <a:defRPr/>
              </a:pPr>
              <a:r>
                <a:rPr kumimoji="0" lang="en-US" sz="1167" b="0" i="0" u="none" strike="noStrike" kern="1200" cap="none" spc="0" normalizeH="0" baseline="0" noProof="0" dirty="0">
                  <a:ln>
                    <a:noFill/>
                  </a:ln>
                  <a:solidFill>
                    <a:srgbClr val="FFFFFF"/>
                  </a:solidFill>
                  <a:effectLst/>
                  <a:uLnTx/>
                  <a:uFillTx/>
                  <a:latin typeface="Segoe Sans Display Semibold" pitchFamily="2" charset="0"/>
                  <a:ea typeface="+mn-ea"/>
                  <a:cs typeface="Segoe Sans Display Semibold" pitchFamily="2" charset="0"/>
                </a:rPr>
                <a:t>Industry leader</a:t>
              </a:r>
            </a:p>
            <a:p>
              <a:pPr marL="0" marR="0" lvl="0" indent="0" algn="ctr" defTabSz="666756" rtl="0" eaLnBrk="1" fontAlgn="auto" latinLnBrk="0" hangingPunct="1">
                <a:lnSpc>
                  <a:spcPct val="100000"/>
                </a:lnSpc>
                <a:spcBef>
                  <a:spcPts val="0"/>
                </a:spcBef>
                <a:spcAft>
                  <a:spcPts val="438"/>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Microsoft is the        only security vendor recognized as a leader across 19 categories by Gartner, Forrester, and IDC.</a:t>
              </a:r>
              <a:r>
                <a:rPr kumimoji="0" lang="en-US" sz="1000" b="0" i="0" u="none" strike="noStrike" kern="1200" cap="none" spc="0" normalizeH="0" baseline="30000" noProof="0" dirty="0">
                  <a:ln>
                    <a:noFill/>
                  </a:ln>
                  <a:solidFill>
                    <a:srgbClr val="FFFFFF"/>
                  </a:solidFill>
                  <a:effectLst/>
                  <a:uLnTx/>
                  <a:uFillTx/>
                  <a:latin typeface="Segoe Sans Display" pitchFamily="2" charset="0"/>
                  <a:ea typeface="+mn-ea"/>
                  <a:cs typeface="Segoe Sans Display" pitchFamily="2" charset="0"/>
                </a:rPr>
                <a:t> 1 </a:t>
              </a:r>
              <a:endParaRPr kumimoji="0" lang="en-US" sz="1000" b="0"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endParaRPr>
            </a:p>
          </p:txBody>
        </p:sp>
        <p:sp>
          <p:nvSpPr>
            <p:cNvPr id="12" name="Oval 11">
              <a:extLst>
                <a:ext uri="{FF2B5EF4-FFF2-40B4-BE49-F238E27FC236}">
                  <a16:creationId xmlns:a16="http://schemas.microsoft.com/office/drawing/2014/main" id="{8776A6C6-BEC3-5E32-0DDE-FCA887AC92E3}"/>
                </a:ext>
              </a:extLst>
            </p:cNvPr>
            <p:cNvSpPr/>
            <p:nvPr/>
          </p:nvSpPr>
          <p:spPr bwMode="auto">
            <a:xfrm>
              <a:off x="710621" y="2278797"/>
              <a:ext cx="1137847" cy="1137847"/>
            </a:xfrm>
            <a:prstGeom prst="ellipse">
              <a:avLst/>
            </a:prstGeom>
            <a:solidFill>
              <a:srgbClr val="FFFFFF"/>
            </a:solidFill>
            <a:ln w="79375" cap="rnd" cmpd="sng" algn="ctr">
              <a:noFill/>
              <a:prstDash val="sysDot"/>
              <a:round/>
              <a:tailEnd type="none" w="sm" len="sm"/>
            </a:ln>
            <a:effectLst>
              <a:outerShdw blurRad="63500" sx="106000" sy="106000" algn="ctr" rotWithShape="0">
                <a:srgbClr val="912475">
                  <a:alpha val="17000"/>
                </a:srgbClr>
              </a:outerShdw>
            </a:effectLst>
          </p:spPr>
          <p:txBody>
            <a:bodyPr rtlCol="0" anchor="ctr"/>
            <a:lstStyle/>
            <a:p>
              <a:pPr marL="0" marR="0" lvl="0" indent="0" algn="ctr" defTabSz="666780" rtl="0" eaLnBrk="1" fontAlgn="auto" latinLnBrk="0" hangingPunct="1">
                <a:lnSpc>
                  <a:spcPct val="100000"/>
                </a:lnSpc>
                <a:spcBef>
                  <a:spcPts val="0"/>
                </a:spcBef>
                <a:spcAft>
                  <a:spcPts val="0"/>
                </a:spcAft>
                <a:buClrTx/>
                <a:buSzTx/>
                <a:buFontTx/>
                <a:buNone/>
                <a:tabLst/>
                <a:defRPr/>
              </a:pPr>
              <a:endParaRPr kumimoji="0" lang="en-US" sz="1313" b="0" i="0" u="none" strike="noStrike" kern="0" cap="none" spc="0" normalizeH="0" baseline="0" noProof="0">
                <a:ln>
                  <a:noFill/>
                </a:ln>
                <a:solidFill>
                  <a:srgbClr val="000000"/>
                </a:solidFill>
                <a:effectLst/>
                <a:uLnTx/>
                <a:uFillTx/>
                <a:latin typeface="Segoe Sans Display" pitchFamily="2" charset="0"/>
                <a:ea typeface="+mn-ea"/>
                <a:cs typeface="+mn-cs"/>
              </a:endParaRPr>
            </a:p>
          </p:txBody>
        </p:sp>
        <p:sp>
          <p:nvSpPr>
            <p:cNvPr id="19" name="Oval 18">
              <a:extLst>
                <a:ext uri="{FF2B5EF4-FFF2-40B4-BE49-F238E27FC236}">
                  <a16:creationId xmlns:a16="http://schemas.microsoft.com/office/drawing/2014/main" id="{44D2AC6F-4F84-F587-BEF3-F143A00E6D9B}"/>
                </a:ext>
              </a:extLst>
            </p:cNvPr>
            <p:cNvSpPr/>
            <p:nvPr/>
          </p:nvSpPr>
          <p:spPr bwMode="auto">
            <a:xfrm rot="5400000">
              <a:off x="752919" y="2320639"/>
              <a:ext cx="1053250" cy="1053256"/>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grpSp>
      <p:pic>
        <p:nvPicPr>
          <p:cNvPr id="81" name="Graphic 80">
            <a:extLst>
              <a:ext uri="{FF2B5EF4-FFF2-40B4-BE49-F238E27FC236}">
                <a16:creationId xmlns:a16="http://schemas.microsoft.com/office/drawing/2014/main" id="{819C957E-4281-888B-D955-41CE846A0331}"/>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775142" y="1972224"/>
            <a:ext cx="465563" cy="465563"/>
          </a:xfrm>
          <a:prstGeom prst="rect">
            <a:avLst/>
          </a:prstGeom>
        </p:spPr>
      </p:pic>
    </p:spTree>
    <p:extLst>
      <p:ext uri="{BB962C8B-B14F-4D97-AF65-F5344CB8AC3E}">
        <p14:creationId xmlns:p14="http://schemas.microsoft.com/office/powerpoint/2010/main" val="40678058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001EE-ABA6-13EB-F672-F3A185B2096D}"/>
            </a:ext>
          </a:extLst>
        </p:cNvPr>
        <p:cNvGrpSpPr/>
        <p:nvPr/>
      </p:nvGrpSpPr>
      <p:grpSpPr>
        <a:xfrm>
          <a:off x="0" y="0"/>
          <a:ext cx="0" cy="0"/>
          <a:chOff x="0" y="0"/>
          <a:chExt cx="0" cy="0"/>
        </a:xfrm>
      </p:grpSpPr>
      <p:sp>
        <p:nvSpPr>
          <p:cNvPr id="5" name="Rectangle 3468742">
            <a:extLst>
              <a:ext uri="{FF2B5EF4-FFF2-40B4-BE49-F238E27FC236}">
                <a16:creationId xmlns:a16="http://schemas.microsoft.com/office/drawing/2014/main" id="{9963F151-879F-4558-E6B6-4255986112B0}"/>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8" name="Picture 47">
            <a:extLst>
              <a:ext uri="{FF2B5EF4-FFF2-40B4-BE49-F238E27FC236}">
                <a16:creationId xmlns:a16="http://schemas.microsoft.com/office/drawing/2014/main" id="{5F283AE0-4FB1-7607-6FCB-9A85B3D66739}"/>
              </a:ext>
            </a:extLst>
          </p:cNvPr>
          <p:cNvPicPr>
            <a:picLocks noChangeAspect="1"/>
          </p:cNvPicPr>
          <p:nvPr/>
        </p:nvPicPr>
        <p:blipFill>
          <a:blip r:embed="rId3">
            <a:alphaModFix amt="23000"/>
          </a:blip>
          <a:srcRect l="14306" t="29128" r="12293" b="-1677"/>
          <a:stretch>
            <a:fillRect/>
          </a:stretch>
        </p:blipFill>
        <p:spPr>
          <a:xfrm rot="10800000">
            <a:off x="-1" y="5465343"/>
            <a:ext cx="5667375" cy="2563698"/>
          </a:xfrm>
          <a:prstGeom prst="rect">
            <a:avLst/>
          </a:prstGeom>
          <a:effectLst/>
        </p:spPr>
      </p:pic>
      <p:sp>
        <p:nvSpPr>
          <p:cNvPr id="9" name="Upgrade investment snapshot">
            <a:extLst>
              <a:ext uri="{FF2B5EF4-FFF2-40B4-BE49-F238E27FC236}">
                <a16:creationId xmlns:a16="http://schemas.microsoft.com/office/drawing/2014/main" id="{FBD0EA6D-9670-1F46-2E2E-01AE80EFC1A8}"/>
              </a:ext>
            </a:extLst>
          </p:cNvPr>
          <p:cNvSpPr/>
          <p:nvPr/>
        </p:nvSpPr>
        <p:spPr>
          <a:xfrm>
            <a:off x="409575" y="369093"/>
            <a:ext cx="4534376" cy="9500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95000"/>
                    <a:lumOff val="5000"/>
                  </a:prstClr>
                </a:solidFill>
                <a:effectLst/>
                <a:uLnTx/>
                <a:uFillTx/>
                <a:latin typeface="Segoe UI Semibold" pitchFamily="34" charset="0"/>
                <a:ea typeface="Segoe UI Semibold" pitchFamily="34" charset="-122"/>
                <a:cs typeface="Segoe UI Semibold" pitchFamily="34" charset="-120"/>
              </a:rPr>
              <a:t>Upgrade investment snapshot</a:t>
            </a:r>
            <a:endParaRPr kumimoji="0" lang="en-US" sz="1800" b="0" i="0" u="none" strike="noStrike" kern="1200" cap="none" spc="0" normalizeH="0" baseline="0" noProof="0" dirty="0">
              <a:ln>
                <a:noFill/>
              </a:ln>
              <a:solidFill>
                <a:srgbClr val="8A226F"/>
              </a:solidFill>
              <a:effectLst/>
              <a:uLnTx/>
              <a:uFillTx/>
              <a:latin typeface="Segoe UI Semibold" pitchFamily="34" charset="0"/>
              <a:ea typeface="Segoe UI Semibold" pitchFamily="34" charset="-122"/>
              <a:cs typeface="Segoe UI Semibold" pitchFamily="34" charset="-120"/>
            </a:endParaRPr>
          </a:p>
        </p:txBody>
      </p:sp>
      <p:sp>
        <p:nvSpPr>
          <p:cNvPr id="3" name="Identity and access management Single sign-on for apps and devices and multifactor authentication for work accounts Data compliance Ability to log and search for audited activities with Microsoft Purview Audit Threat protection Automatic spam and malware">
            <a:extLst>
              <a:ext uri="{FF2B5EF4-FFF2-40B4-BE49-F238E27FC236}">
                <a16:creationId xmlns:a16="http://schemas.microsoft.com/office/drawing/2014/main" id="{79B3C482-B6EF-F65E-08E2-9E465EDEC652}"/>
              </a:ext>
            </a:extLst>
          </p:cNvPr>
          <p:cNvSpPr/>
          <p:nvPr/>
        </p:nvSpPr>
        <p:spPr>
          <a:xfrm>
            <a:off x="409575" y="6803533"/>
            <a:ext cx="4848225" cy="538609"/>
          </a:xfrm>
          <a:prstGeom prst="rect">
            <a:avLst/>
          </a:prstGeom>
          <a:noFill/>
          <a:ln/>
        </p:spPr>
        <p:txBody>
          <a:bodyPr wrap="square" lIns="0" tIns="0" rIns="0" bIns="0" rtlCol="0" anchor="t" anchorCtr="0">
            <a:spAutoFit/>
          </a:bodyPr>
          <a:lstStyle/>
          <a:p>
            <a:pPr>
              <a:defRPr/>
            </a:pPr>
            <a:r>
              <a:rPr lang="en-US" sz="700" dirty="0">
                <a:solidFill>
                  <a:srgbClr val="000000"/>
                </a:solidFill>
                <a:highlight>
                  <a:srgbClr val="FFFF00"/>
                </a:highlight>
                <a:latin typeface="Segoe UI Semibold"/>
                <a:cs typeface="Segoe UI Semibold"/>
              </a:rPr>
              <a:t>[NOTE - PLEASE DELETE BEFORE SENDING TO THE CUSTOMER]</a:t>
            </a:r>
            <a:endParaRPr lang="en-US" sz="900" dirty="0"/>
          </a:p>
          <a:p>
            <a:pPr>
              <a:defRPr/>
            </a:pPr>
            <a:r>
              <a:rPr lang="en-US" sz="700" dirty="0">
                <a:solidFill>
                  <a:srgbClr val="000000"/>
                </a:solidFill>
                <a:highlight>
                  <a:srgbClr val="FFFF00"/>
                </a:highlight>
                <a:latin typeface="Segoe UI"/>
                <a:cs typeface="Segoe UI"/>
              </a:rPr>
              <a:t>The calculation above is based on active promos, partner MAICPP status, Microsoft Commercial Incentives, and Microsoft list price, </a:t>
            </a:r>
            <a:r>
              <a:rPr lang="en-US" sz="700" dirty="0">
                <a:solidFill>
                  <a:srgbClr val="000000"/>
                </a:solidFill>
                <a:highlight>
                  <a:srgbClr val="FFFF00"/>
                </a:highlight>
                <a:latin typeface="Segoe UI"/>
                <a:ea typeface="Segoe UI Regular" pitchFamily="34" charset="-122"/>
                <a:cs typeface="Segoe UI"/>
              </a:rPr>
              <a:t>and assumes additional information on margins. This is for reference only and subject to change. Please review the calculation, and adjust before sending it to the customer. Microsoft would not be responsible for the content or accuracy of any information/claim made in this document, or for any decisions made based on such information. </a:t>
            </a:r>
            <a:endParaRPr lang="en-US" sz="900" dirty="0"/>
          </a:p>
        </p:txBody>
      </p:sp>
      <p:graphicFrame>
        <p:nvGraphicFramePr>
          <p:cNvPr id="2" name="Table 1">
            <a:extLst>
              <a:ext uri="{FF2B5EF4-FFF2-40B4-BE49-F238E27FC236}">
                <a16:creationId xmlns:a16="http://schemas.microsoft.com/office/drawing/2014/main" id="{AFBE17AF-BFC4-5633-DEBE-E7F93E436F7C}"/>
              </a:ext>
            </a:extLst>
          </p:cNvPr>
          <p:cNvGraphicFramePr>
            <a:graphicFrameLocks noGrp="1"/>
          </p:cNvGraphicFramePr>
          <p:nvPr>
            <p:extLst>
              <p:ext uri="{D42A27DB-BD31-4B8C-83A1-F6EECF244321}">
                <p14:modId xmlns:p14="http://schemas.microsoft.com/office/powerpoint/2010/main" val="2850588972"/>
              </p:ext>
            </p:extLst>
          </p:nvPr>
        </p:nvGraphicFramePr>
        <p:xfrm>
          <a:off x="409573" y="1447277"/>
          <a:ext cx="4848226" cy="3220003"/>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853302390"/>
                    </a:ext>
                  </a:extLst>
                </a:gridCol>
                <a:gridCol w="2424113">
                  <a:extLst>
                    <a:ext uri="{9D8B030D-6E8A-4147-A177-3AD203B41FA5}">
                      <a16:colId xmlns:a16="http://schemas.microsoft.com/office/drawing/2014/main" val="1315371538"/>
                    </a:ext>
                  </a:extLst>
                </a:gridCol>
              </a:tblGrid>
              <a:tr h="7028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Upgrade solution​</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1" i="0" u="none" strike="noStrike" kern="1200" cap="none" spc="0" normalizeH="0" baseline="0" noProof="0" dirty="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target_sku</a:t>
                      </a:r>
                      <a:r>
                        <a:rPr kumimoji="0" lang="en-US" sz="1200" b="1"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1"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27656301"/>
                  </a:ext>
                </a:extLst>
              </a:tr>
              <a:tr h="6619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Proposed seats for upgrade​</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add_proposed_seat</a:t>
                      </a: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51946251"/>
                  </a:ext>
                </a:extLst>
              </a:tr>
              <a:tr h="9276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 cost of the solution 
per user</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actual_price_per_user</a:t>
                      </a: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87975551"/>
                  </a:ext>
                </a:extLst>
              </a:tr>
              <a:tr h="9276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Total annual investment for {seats} seats</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overall_incremental_cost</a:t>
                      </a: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71126336"/>
                  </a:ext>
                </a:extLst>
              </a:tr>
            </a:tbl>
          </a:graphicData>
        </a:graphic>
      </p:graphicFrame>
    </p:spTree>
    <p:extLst>
      <p:ext uri="{BB962C8B-B14F-4D97-AF65-F5344CB8AC3E}">
        <p14:creationId xmlns:p14="http://schemas.microsoft.com/office/powerpoint/2010/main" val="28303393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7CBAF6-E5B9-8957-B233-FCF78C789D62}"/>
            </a:ext>
          </a:extLst>
        </p:cNvPr>
        <p:cNvGrpSpPr/>
        <p:nvPr/>
      </p:nvGrpSpPr>
      <p:grpSpPr>
        <a:xfrm>
          <a:off x="0" y="0"/>
          <a:ext cx="0" cy="0"/>
          <a:chOff x="0" y="0"/>
          <a:chExt cx="0" cy="0"/>
        </a:xfrm>
      </p:grpSpPr>
      <p:sp>
        <p:nvSpPr>
          <p:cNvPr id="3" name="Rectangle 3468742">
            <a:extLst>
              <a:ext uri="{FF2B5EF4-FFF2-40B4-BE49-F238E27FC236}">
                <a16:creationId xmlns:a16="http://schemas.microsoft.com/office/drawing/2014/main" id="{AF1BCF53-5C73-1AD6-E844-D11AC1C222B4}"/>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8">
            <a:extLst>
              <a:ext uri="{FF2B5EF4-FFF2-40B4-BE49-F238E27FC236}">
                <a16:creationId xmlns:a16="http://schemas.microsoft.com/office/drawing/2014/main" id="{35D7EAE9-A714-D02B-3F52-A241BD2B192C}"/>
              </a:ext>
            </a:extLst>
          </p:cNvPr>
          <p:cNvSpPr/>
          <p:nvPr/>
        </p:nvSpPr>
        <p:spPr>
          <a:xfrm>
            <a:off x="310621" y="1237368"/>
            <a:ext cx="5105977" cy="3788342"/>
          </a:xfrm>
          <a:prstGeom prst="rect">
            <a:avLst/>
          </a:prstGeom>
          <a:noFill/>
          <a:ln/>
        </p:spPr>
        <p:txBody>
          <a:bodyPr wrap="square" lIns="0" tIns="0" rIns="0" bIns="0" rtlCol="0" anchor="t"/>
          <a:lstStyle/>
          <a:p>
            <a:pPr marL="0" marR="0" lvl="0" indent="0" algn="l" defTabSz="914400" rtl="0" eaLnBrk="1" fontAlgn="auto" latinLnBrk="0" hangingPunct="1">
              <a:lnSpc>
                <a:spcPts val="1250"/>
              </a:lnSpc>
              <a:spcBef>
                <a:spcPts val="0"/>
              </a:spcBef>
              <a:spcAft>
                <a:spcPts val="0"/>
              </a:spcAft>
              <a:buClrTx/>
              <a:buSzTx/>
              <a:buFontTx/>
              <a:buNone/>
              <a:tabLst/>
              <a:defRPr/>
            </a:pPr>
            <a:r>
              <a:rPr kumimoji="0" lang="en-US" sz="1000" b="1" i="0" u="none" strike="noStrike" kern="1200" cap="none" spc="0" normalizeH="0" baseline="0" noProof="0">
                <a:ln>
                  <a:noFill/>
                </a:ln>
                <a:solidFill>
                  <a:srgbClr val="FF0000"/>
                </a:solidFill>
                <a:effectLst/>
                <a:highlight>
                  <a:srgbClr val="FFFF00"/>
                </a:highlight>
                <a:uLnTx/>
                <a:uFillTx/>
                <a:latin typeface="Segoe UI Regular" pitchFamily="34" charset="0"/>
                <a:ea typeface="Segoe UI Regular" pitchFamily="34" charset="-122"/>
                <a:cs typeface="Segoe UI Regular" pitchFamily="34" charset="-120"/>
              </a:rPr>
              <a:t>[INSTRUCTION FOR THE PARTNER]</a:t>
            </a:r>
            <a:r>
              <a:rPr kumimoji="0" lang="en-US" sz="1000" b="0" i="0" u="none" strike="noStrike" kern="1200" cap="none" spc="0" normalizeH="0" baseline="0" noProof="0">
                <a:ln>
                  <a:noFill/>
                </a:ln>
                <a:solidFill>
                  <a:srgbClr val="FF0000"/>
                </a:solidFill>
                <a:effectLst/>
                <a:uLnTx/>
                <a:uFillTx/>
                <a:latin typeface="Segoe UI Regular" pitchFamily="34" charset="0"/>
                <a:ea typeface="Segoe UI Regular" pitchFamily="34" charset="-122"/>
                <a:cs typeface="Segoe UI Regular" pitchFamily="34" charset="-120"/>
              </a:rPr>
              <a:t> Partner to insert their personalized information on: Value proposition and methodology, experience, Microsoft services, advanced specializations, and past awards.</a:t>
            </a:r>
          </a:p>
          <a:p>
            <a:pPr marL="0" marR="0" lvl="0" indent="0" algn="l" defTabSz="914400" rtl="0" eaLnBrk="1" fontAlgn="auto" latinLnBrk="0" hangingPunct="1">
              <a:lnSpc>
                <a:spcPts val="125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F0000"/>
              </a:solidFill>
              <a:effectLst/>
              <a:uLnTx/>
              <a:uFillTx/>
              <a:latin typeface="Segoe UI Regular" pitchFamily="34" charset="0"/>
              <a:ea typeface="Segoe UI Regular" pitchFamily="34" charset="-122"/>
              <a:cs typeface="+mn-cs"/>
            </a:endParaRPr>
          </a:p>
          <a:p>
            <a:pPr marL="0" marR="0" lvl="0" indent="0" algn="l" defTabSz="914400" rtl="0" eaLnBrk="1" fontAlgn="auto" latinLnBrk="0" hangingPunct="1">
              <a:lnSpc>
                <a:spcPts val="1250"/>
              </a:lnSpc>
              <a:spcBef>
                <a:spcPts val="0"/>
              </a:spcBef>
              <a:spcAft>
                <a:spcPts val="0"/>
              </a:spcAft>
              <a:buClrTx/>
              <a:buSzTx/>
              <a:buFontTx/>
              <a:buNone/>
              <a:tabLst/>
              <a:defRPr/>
            </a:pPr>
            <a:r>
              <a:rPr kumimoji="0" lang="en-US" sz="1000" b="0" i="0" u="none" strike="noStrike" kern="1200" cap="none" spc="0" normalizeH="0" baseline="0" noProof="0">
                <a:ln>
                  <a:noFill/>
                </a:ln>
                <a:solidFill>
                  <a:srgbClr val="FF0000"/>
                </a:solidFill>
                <a:effectLst/>
                <a:uLnTx/>
                <a:uFillTx/>
                <a:latin typeface="Segoe UI Regular" pitchFamily="34" charset="0"/>
                <a:ea typeface="Segoe UI Regular" pitchFamily="34" charset="-122"/>
                <a:cs typeface="+mn-cs"/>
              </a:rPr>
              <a:t>You can leverage Copilot Chat to customize this section! Add your website URL, upload this flyer on Copilot Chat, and prompt it to write a draft for this section.</a:t>
            </a:r>
            <a:endParaRPr kumimoji="0" lang="en-US" sz="1000" b="0" i="0" u="none" strike="noStrike" kern="1200" cap="none" spc="0" normalizeH="0" baseline="0" noProof="0">
              <a:ln>
                <a:noFill/>
              </a:ln>
              <a:solidFill>
                <a:srgbClr val="FF0000"/>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B1E44A8B-E4D6-DB6E-1500-317A75C1517A}"/>
              </a:ext>
            </a:extLst>
          </p:cNvPr>
          <p:cNvSpPr txBox="1"/>
          <p:nvPr/>
        </p:nvSpPr>
        <p:spPr>
          <a:xfrm>
            <a:off x="216139" y="398146"/>
            <a:ext cx="3635423" cy="711733"/>
          </a:xfrm>
          <a:prstGeom prst="rect">
            <a:avLst/>
          </a:prstGeom>
          <a:noFill/>
        </p:spPr>
        <p:txBody>
          <a:bodyPr wrap="square">
            <a:spAutoFit/>
          </a:bodyPr>
          <a:lstStyle/>
          <a:p>
            <a:pPr marL="0" marR="0" lvl="0" indent="0" algn="l" defTabSz="914400" rtl="0" eaLnBrk="1" fontAlgn="auto" latinLnBrk="0" hangingPunct="1">
              <a:lnSpc>
                <a:spcPct val="116667"/>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Segoe UI Semibold" panose="020B0702040204020203" pitchFamily="34" charset="0"/>
                <a:ea typeface="Inter Semi Bold" pitchFamily="34" charset="-122"/>
                <a:cs typeface="Segoe UI Semibold" panose="020B0702040204020203" pitchFamily="34" charset="0"/>
              </a:rPr>
              <a:t>Enhance your security posture with [PARTNER NAME]</a:t>
            </a:r>
            <a:endParaRPr kumimoji="0" lang="en-US" sz="1800" b="0" i="0" u="none" strike="noStrike" kern="1200" cap="none" spc="0" normalizeH="0" baseline="0" noProof="0" dirty="0">
              <a:ln>
                <a:noFill/>
              </a:ln>
              <a:solidFill>
                <a:prstClr val="black"/>
              </a:solidFill>
              <a:effectLst/>
              <a:uLnTx/>
              <a:uFillTx/>
              <a:latin typeface="Segoe UI Semibold" panose="020B0702040204020203" pitchFamily="34" charset="0"/>
              <a:ea typeface="+mn-ea"/>
              <a:cs typeface="Segoe UI Semibold" panose="020B0702040204020203" pitchFamily="34" charset="0"/>
            </a:endParaRPr>
          </a:p>
        </p:txBody>
      </p:sp>
      <p:pic>
        <p:nvPicPr>
          <p:cNvPr id="7" name="Picture 6">
            <a:extLst>
              <a:ext uri="{FF2B5EF4-FFF2-40B4-BE49-F238E27FC236}">
                <a16:creationId xmlns:a16="http://schemas.microsoft.com/office/drawing/2014/main" id="{085EC2C9-4683-D1E8-24E3-12A312A592FE}"/>
              </a:ext>
            </a:extLst>
          </p:cNvPr>
          <p:cNvPicPr>
            <a:picLocks noChangeAspect="1"/>
          </p:cNvPicPr>
          <p:nvPr/>
        </p:nvPicPr>
        <p:blipFill>
          <a:blip r:embed="rId3">
            <a:alphaModFix amt="45000"/>
          </a:blip>
          <a:srcRect l="-1" t="38794" r="10102" b="-27649"/>
          <a:stretch>
            <a:fillRect/>
          </a:stretch>
        </p:blipFill>
        <p:spPr>
          <a:xfrm rot="10800000">
            <a:off x="-1" y="5465343"/>
            <a:ext cx="5667375" cy="2563698"/>
          </a:xfrm>
          <a:prstGeom prst="rect">
            <a:avLst/>
          </a:prstGeom>
          <a:effectLst/>
        </p:spPr>
      </p:pic>
    </p:spTree>
    <p:extLst>
      <p:ext uri="{BB962C8B-B14F-4D97-AF65-F5344CB8AC3E}">
        <p14:creationId xmlns:p14="http://schemas.microsoft.com/office/powerpoint/2010/main" val="2431751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CSP Template Diamond 06/23">
  <a:themeElements>
    <a:clrScheme name="SCI new branding">
      <a:dk1>
        <a:srgbClr val="000000"/>
      </a:dk1>
      <a:lt1>
        <a:srgbClr val="FFFFFF"/>
      </a:lt1>
      <a:dk2>
        <a:srgbClr val="091F2C"/>
      </a:dk2>
      <a:lt2>
        <a:srgbClr val="F4F3F5"/>
      </a:lt2>
      <a:accent1>
        <a:srgbClr val="0078D4"/>
      </a:accent1>
      <a:accent2>
        <a:srgbClr val="FFB900"/>
      </a:accent2>
      <a:accent3>
        <a:srgbClr val="07641D"/>
      </a:accent3>
      <a:accent4>
        <a:srgbClr val="454142"/>
      </a:accent4>
      <a:accent5>
        <a:srgbClr val="8DE971"/>
      </a:accent5>
      <a:accent6>
        <a:srgbClr val="8DC8E8"/>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SM_LightGray_Sept_2018.potx" id="{0FAF9FBA-50E5-4B89-8F50-EB458E088334}" vid="{09DABCF3-FBBE-41E3-8EAE-8A81552DAAA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560</TotalTime>
  <Words>518</Words>
  <Application>Microsoft Office PowerPoint</Application>
  <PresentationFormat>Custom</PresentationFormat>
  <Paragraphs>51</Paragraphs>
  <Slides>3</Slides>
  <Notes>3</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3</vt:i4>
      </vt:variant>
    </vt:vector>
  </HeadingPairs>
  <TitlesOfParts>
    <vt:vector size="15" baseType="lpstr">
      <vt:lpstr>Aptos</vt:lpstr>
      <vt:lpstr>Arial</vt:lpstr>
      <vt:lpstr>Calibri</vt:lpstr>
      <vt:lpstr>Segoe Sans Display</vt:lpstr>
      <vt:lpstr>Segoe Sans Display Semibold</vt:lpstr>
      <vt:lpstr>Segoe Sans Text</vt:lpstr>
      <vt:lpstr>Segoe UI</vt:lpstr>
      <vt:lpstr>Segoe UI Regular</vt:lpstr>
      <vt:lpstr>Segoe UI Semibold</vt:lpstr>
      <vt:lpstr>Wingdings</vt:lpstr>
      <vt:lpstr>Office Theme</vt:lpstr>
      <vt:lpstr>2_CSP Template Diamond 06/23</vt:lpstr>
      <vt:lpstr>Microsoft Defender Suite for Microsoft 365 Business Premium</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Samarth  Teotia</cp:lastModifiedBy>
  <cp:revision>16</cp:revision>
  <dcterms:created xsi:type="dcterms:W3CDTF">2026-02-21T17:45:29Z</dcterms:created>
  <dcterms:modified xsi:type="dcterms:W3CDTF">2026-05-07T22:11:19Z</dcterms:modified>
</cp:coreProperties>
</file>